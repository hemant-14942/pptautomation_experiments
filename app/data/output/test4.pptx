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3" r:id="rId1"/>
  </p:sldMasterIdLst>
  <p:notesMasterIdLst>
    <p:notesMasterId r:id="rId11"/>
  </p:notesMasterIdLst>
  <p:sldIdLst>
    <p:sldId id="256" r:id="rId100"/>
    <p:sldId id="257" r:id="rId101"/>
    <p:sldId id="258" r:id="rId102"/>
    <p:sldId id="259" r:id="rId103"/>
    <p:sldId id="260" r:id="rId104"/>
    <p:sldId id="261" r:id="rId105"/>
    <p:sldId id="262" r:id="rId106"/>
    <p:sldId id="263" r:id="rId107"/>
    <p:sldId id="264" r:id="rId108"/>
    <p:sldId id="265" r:id="rId109"/>
    <p:sldId id="266" r:id="rId110"/>
    <p:sldId id="267" r:id="rId111"/>
    <p:sldId id="268" r:id="rId112"/>
    <p:sldId id="269" r:id="rId113"/>
    <p:sldId id="270" r:id="rId114"/>
    <p:sldId id="271" r:id="rId115"/>
    <p:sldId id="272" r:id="rId116"/>
    <p:sldId id="273" r:id="rId117"/>
    <p:sldId id="274" r:id="rId118"/>
    <p:sldId id="275" r:id="rId119"/>
    <p:sldId id="276" r:id="rId120"/>
    <p:sldId id="277" r:id="rId121"/>
    <p:sldId id="278" r:id="rId122"/>
    <p:sldId id="279" r:id="rId123"/>
    <p:sldId id="280" r:id="rId124"/>
    <p:sldId id="281" r:id="rId125"/>
    <p:sldId id="282" r:id="rId126"/>
    <p:sldId id="283" r:id="rId127"/>
    <p:sldId id="284" r:id="rId128"/>
    <p:sldId id="285" r:id="rId129"/>
    <p:sldId id="286" r:id="rId130"/>
    <p:sldId id="287" r:id="rId131"/>
    <p:sldId id="288" r:id="rId132"/>
    <p:sldId id="289" r:id="rId133"/>
    <p:sldId id="290" r:id="rId134"/>
  </p:sldIdLst>
  <p:sldSz cx="36576000" cy="20574000"/>
  <p:notesSz cx="6858000" cy="9144000"/>
  <p:embeddedFontLst>
    <p:embeddedFont>
      <p:font typeface="Anton" pitchFamily="2" charset="0"/>
      <p:regular r:id="rId12"/>
    </p:embeddedFont>
    <p:embeddedFont>
      <p:font typeface="Australia Custom" panose="020B0604020202020204" charset="0"/>
      <p:regular r:id="rId13"/>
      <p:italic r:id="rId14"/>
      <p:boldItalic r:id="rId15"/>
    </p:embeddedFon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ExtraBold" panose="00000900000000000000" pitchFamily="2" charset="0"/>
      <p:bold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32" userDrawn="1">
          <p15:clr>
            <a:srgbClr val="A4A3A4"/>
          </p15:clr>
        </p15:guide>
        <p15:guide id="2" pos="115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170C"/>
    <a:srgbClr val="E2ECDD"/>
    <a:srgbClr val="390A00"/>
    <a:srgbClr val="542C04"/>
    <a:srgbClr val="5C3004"/>
    <a:srgbClr val="341B02"/>
    <a:srgbClr val="6C0000"/>
    <a:srgbClr val="033703"/>
    <a:srgbClr val="00575B"/>
    <a:srgbClr val="003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6" autoAdjust="0"/>
    <p:restoredTop sz="94660"/>
  </p:normalViewPr>
  <p:slideViewPr>
    <p:cSldViewPr snapToGrid="0" showGuides="1">
      <p:cViewPr varScale="1">
        <p:scale>
          <a:sx n="19" d="100"/>
          <a:sy n="19" d="100"/>
        </p:scale>
        <p:origin x="980" y="44"/>
      </p:cViewPr>
      <p:guideLst>
        <p:guide orient="horz" pos="3432"/>
        <p:guide pos="1152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21" Type="http://schemas.openxmlformats.org/officeDocument/2006/relationships/font" Target="fonts/font10.fntdata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9" Type="http://schemas.openxmlformats.org/officeDocument/2006/relationships/font" Target="fonts/font8.fntdata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Relationship Id="rIdLayout1" Type="http://schemas.openxmlformats.org/officeDocument/2006/relationships/slideLayout" Target="../slideLayouts/slideLayout7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Relationship Id="rId114" Type="http://schemas.openxmlformats.org/officeDocument/2006/relationships/slide" Target="slides/slide15.xml"/><Relationship Id="rId115" Type="http://schemas.openxmlformats.org/officeDocument/2006/relationships/slide" Target="slides/slide16.xml"/><Relationship Id="rId116" Type="http://schemas.openxmlformats.org/officeDocument/2006/relationships/slide" Target="slides/slide17.xml"/><Relationship Id="rId117" Type="http://schemas.openxmlformats.org/officeDocument/2006/relationships/slide" Target="slides/slide18.xml"/><Relationship Id="rId118" Type="http://schemas.openxmlformats.org/officeDocument/2006/relationships/slide" Target="slides/slide19.xml"/><Relationship Id="rId119" Type="http://schemas.openxmlformats.org/officeDocument/2006/relationships/slide" Target="slides/slide20.xml"/><Relationship Id="rId120" Type="http://schemas.openxmlformats.org/officeDocument/2006/relationships/slide" Target="slides/slide21.xml"/><Relationship Id="rId121" Type="http://schemas.openxmlformats.org/officeDocument/2006/relationships/slide" Target="slides/slide22.xml"/><Relationship Id="rId122" Type="http://schemas.openxmlformats.org/officeDocument/2006/relationships/slide" Target="slides/slide23.xml"/><Relationship Id="rId123" Type="http://schemas.openxmlformats.org/officeDocument/2006/relationships/slide" Target="slides/slide24.xml"/><Relationship Id="rId124" Type="http://schemas.openxmlformats.org/officeDocument/2006/relationships/slide" Target="slides/slide25.xml"/><Relationship Id="rId125" Type="http://schemas.openxmlformats.org/officeDocument/2006/relationships/slide" Target="slides/slide26.xml"/><Relationship Id="rId126" Type="http://schemas.openxmlformats.org/officeDocument/2006/relationships/slide" Target="slides/slide27.xml"/><Relationship Id="rId127" Type="http://schemas.openxmlformats.org/officeDocument/2006/relationships/slide" Target="slides/slide28.xml"/><Relationship Id="rId128" Type="http://schemas.openxmlformats.org/officeDocument/2006/relationships/slide" Target="slides/slide29.xml"/><Relationship Id="rId129" Type="http://schemas.openxmlformats.org/officeDocument/2006/relationships/slide" Target="slides/slide30.xml"/><Relationship Id="rId130" Type="http://schemas.openxmlformats.org/officeDocument/2006/relationships/slide" Target="slides/slide31.xml"/><Relationship Id="rId131" Type="http://schemas.openxmlformats.org/officeDocument/2006/relationships/slide" Target="slides/slide32.xml"/><Relationship Id="rId132" Type="http://schemas.openxmlformats.org/officeDocument/2006/relationships/slide" Target="slides/slide33.xml"/><Relationship Id="rId133" Type="http://schemas.openxmlformats.org/officeDocument/2006/relationships/slide" Target="slides/slide34.xml"/><Relationship Id="rId134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0CB95-8F72-4821-8B36-049675607049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DDB16-0FA7-4F11-A981-254AA9902A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125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</p:spPr>
        <p:txBody>
          <a:bodyPr anchor="b"/>
          <a:lstStyle>
            <a:lvl1pPr algn="ctr"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/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A797F174-9319-4E8F-B4BE-E6C1A5E3314A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4AD17417-AB13-4DC5-9355-DD6843653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53532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A797F174-9319-4E8F-B4BE-E6C1A5E3314A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4AD17417-AB13-4DC5-9355-DD6843653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</p:spPr>
        <p:txBody>
          <a:bodyPr anchor="b"/>
          <a:lstStyle>
            <a:lvl1pPr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1pPr>
            <a:lvl2pPr marL="13716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2pPr>
            <a:lvl3pPr marL="274320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3pPr>
            <a:lvl4pPr marL="4114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4pPr>
            <a:lvl5pPr marL="54864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5pPr>
            <a:lvl6pPr marL="68580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6pPr>
            <a:lvl7pPr marL="82296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7pPr>
            <a:lvl8pPr marL="96012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8pPr>
            <a:lvl9pPr marL="10972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A797F174-9319-4E8F-B4BE-E6C1A5E3314A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4AD17417-AB13-4DC5-9355-DD6843653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89002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A797F174-9319-4E8F-B4BE-E6C1A5E3314A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4AD17417-AB13-4DC5-9355-DD6843653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6175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A797F174-9319-4E8F-B4BE-E6C1A5E3314A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4AD17417-AB13-4DC5-9355-DD6843653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36233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A797F174-9319-4E8F-B4BE-E6C1A5E3314A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4AD17417-AB13-4DC5-9355-DD6843653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370762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A797F174-9319-4E8F-B4BE-E6C1A5E3314A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4AD17417-AB13-4DC5-9355-DD6843653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34424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A797F174-9319-4E8F-B4BE-E6C1A5E3314A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4AD17417-AB13-4DC5-9355-DD6843653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88432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9600"/>
            </a:lvl1pPr>
            <a:lvl2pPr marL="1371600" indent="0">
              <a:buNone/>
              <a:defRPr sz="8400"/>
            </a:lvl2pPr>
            <a:lvl3pPr marL="2743200" indent="0">
              <a:buNone/>
              <a:defRPr sz="7200"/>
            </a:lvl3pPr>
            <a:lvl4pPr marL="4114800" indent="0">
              <a:buNone/>
              <a:defRPr sz="6000"/>
            </a:lvl4pPr>
            <a:lvl5pPr marL="5486400" indent="0">
              <a:buNone/>
              <a:defRPr sz="6000"/>
            </a:lvl5pPr>
            <a:lvl6pPr marL="6858000" indent="0">
              <a:buNone/>
              <a:defRPr sz="6000"/>
            </a:lvl6pPr>
            <a:lvl7pPr marL="8229600" indent="0">
              <a:buNone/>
              <a:defRPr sz="6000"/>
            </a:lvl7pPr>
            <a:lvl8pPr marL="9601200" indent="0">
              <a:buNone/>
              <a:defRPr sz="6000"/>
            </a:lvl8pPr>
            <a:lvl9pPr marL="10972800" indent="0">
              <a:buNone/>
              <a:defRPr sz="6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A797F174-9319-4E8F-B4BE-E6C1A5E3314A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4AD17417-AB13-4DC5-9355-DD6843653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41277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A797F174-9319-4E8F-B4BE-E6C1A5E3314A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4AD17417-AB13-4DC5-9355-DD6843653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50395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0" y="1095375"/>
            <a:ext cx="7886700" cy="1743551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0" y="1095375"/>
            <a:ext cx="23202900" cy="1743551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A797F174-9319-4E8F-B4BE-E6C1A5E3314A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/>
          <a:lstStyle/>
          <a:p>
            <a:fld id="{4AD17417-AB13-4DC5-9355-DD6843653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305259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90128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6480">
          <p15:clr>
            <a:srgbClr val="FBAE40"/>
          </p15:clr>
        </p15:guide>
        <p15:guide id="2" pos="115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2_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5757993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orient="horz" pos="6480">
          <p15:clr>
            <a:srgbClr val="FBAE40"/>
          </p15:clr>
        </p15:guide>
        <p15:guide id="2" pos="115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17017C0-7ADE-3023-7C6B-C0AD32013D9C}"/>
              </a:ext>
            </a:extLst>
          </p:cNvPr>
          <p:cNvGrpSpPr/>
          <p:nvPr userDrawn="1"/>
        </p:nvGrpSpPr>
        <p:grpSpPr>
          <a:xfrm>
            <a:off x="34014783" y="-2016037"/>
            <a:ext cx="1926363" cy="4202618"/>
            <a:chOff x="34014783" y="-2016037"/>
            <a:chExt cx="1926363" cy="420261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4D6AD64-CACB-FC8C-B0C5-C8753A692F5A}"/>
                </a:ext>
              </a:extLst>
            </p:cNvPr>
            <p:cNvSpPr/>
            <p:nvPr userDrawn="1"/>
          </p:nvSpPr>
          <p:spPr>
            <a:xfrm>
              <a:off x="34014783" y="-2016037"/>
              <a:ext cx="1926363" cy="420261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" name="Picture 8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1FF6D77E-D6BB-2340-71A6-8DEFDB586D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 cstate="hqprint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86728" y="478558"/>
              <a:ext cx="1582471" cy="1582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156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ransition spd="slow">
    <p:push dir="u"/>
  </p:transition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80" userDrawn="1">
          <p15:clr>
            <a:srgbClr val="F26B43"/>
          </p15:clr>
        </p15:guide>
        <p15:guide id="2" pos="1152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2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3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4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5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6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7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8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9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10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11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12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13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14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15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16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17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18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19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20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21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22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23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24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25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26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27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28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29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30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31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32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33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34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_rels/slide35.xml.rels><?xml version='1.0' encoding='UTF-8' standalone='yes'?>
<ns0:Relationships xmlns:ns0="http://schemas.openxmlformats.org/package/2006/relationships"><ns0:Relationship Id="rIdLogo9002" Type="http://schemas.openxmlformats.org/officeDocument/2006/relationships/image" Target="../media/design_spec_logo.png"/><ns0:Relationship Id="rIdLayout1" Type="http://schemas.openxmlformats.org/officeDocument/2006/relationships/slideLayout" Target="../slideLayouts/slideLayout7.xml"/><ns0:Relationship Id="rId3" Type="http://schemas.openxmlformats.org/officeDocument/2006/relationships/image" Target="../media/image6.png"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(A)-(III), (B)-(I), (C)-(II), (D)-(IV)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(A)-(IV), (B)-(III), (C)-(II), (D)-(I)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(A)-(III), (B)-(IV), (C)-(I), (D)-(II)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(A)-(II), (B)-(III), (C)-(I), (D)-(IV)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(A)-(III), (B)-(II), (C)-(I), (D)-(IV)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(A)-(I), (B)-(II), (C)-(III), (D)-(IV)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(A)-(III), (B)-(IV), (C)-(I), (D)-(II)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(A)-(III), (B)-(IV), (C)-(II), (D)-(I)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Poppins ExtraBold"/>
                                <a:ea typeface="Poppins ExtraBold"/>
                                <a:cs typeface="Poppins ExtraBold"/>
                                <a:sym typeface="Poppins ExtraBold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Poppins ExtraBold"/>
                                    <a:ea typeface="Poppins ExtraBold"/>
                                    <a:cs typeface="Poppins ExtraBold"/>
                                    <a:sym typeface="Poppins ExtraBold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Poppins ExtraBold"/>
                                    <a:ea typeface="Poppins ExtraBold"/>
                                    <a:cs typeface="Poppins ExtraBold"/>
                                    <a:sym typeface="Poppins ExtraBold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Poppins ExtraBold"/>
                                <a:ea typeface="Poppins ExtraBold"/>
                                <a:cs typeface="Poppins ExtraBold"/>
                                <a:sym typeface="Poppins ExtraBold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Poppins ExtraBold"/>
                                <a:ea typeface="Poppins ExtraBold"/>
                                <a:cs typeface="Poppins ExtraBold"/>
                                <a:sym typeface="Poppins ExtraBold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Poppins ExtraBold"/>
                                    <a:ea typeface="Poppins ExtraBold"/>
                                    <a:cs typeface="Poppins ExtraBold"/>
                                    <a:sym typeface="Poppins ExtraBold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Poppins ExtraBold"/>
                                    <a:ea typeface="Poppins ExtraBold"/>
                                    <a:cs typeface="Poppins ExtraBold"/>
                                    <a:sym typeface="Poppins ExtraBold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Poppins ExtraBold"/>
                                <a:ea typeface="Poppins ExtraBold"/>
                                <a:cs typeface="Poppins ExtraBold"/>
                                <a:sym typeface="Poppins ExtraBold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E⃗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= ( A/(x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)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î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+ B/(y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)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ĵ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;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;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C;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C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C;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C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A-II, B-III, C-IV, D-I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A-III, B-II, C-I, D-IV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A-III, B-II, C-IV, D-I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A-IV, B-II, C-I, D-III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Joule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Newton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Ohm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Mho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40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16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640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410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Poppins ExtraBold"/>
                                    <a:ea typeface="Poppins ExtraBold"/>
                                    <a:cs typeface="Poppins ExtraBold"/>
                                    <a:sym typeface="Poppins ExtraBold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Poppins ExtraBold"/>
                                    <a:ea typeface="Poppins ExtraBold"/>
                                    <a:cs typeface="Poppins ExtraBold"/>
                                    <a:sym typeface="Poppins ExtraBold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Poppins ExtraBold"/>
                                    <a:ea typeface="Poppins ExtraBold"/>
                                    <a:cs typeface="Poppins ExtraBold"/>
                                    <a:sym typeface="Poppins ExtraBold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Poppins ExtraBold"/>
                                    <a:ea typeface="Poppins ExtraBold"/>
                                    <a:cs typeface="Poppins ExtraBold"/>
                                    <a:sym typeface="Poppins ExtraBold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√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(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/(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ε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ε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Voltage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Capacitance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Inductance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Resistance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(A)-(IV), (B)-(II), (C)-(III), (D)-(I)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(A)-(I), (B)-(III), (C)-(IV), (D)-(II)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(A)-(IV), (B)-(II), (C)-(I), (D)-(III)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(A)-(II), (B)-(III), (C)-(IV), (D)-(I)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A-III, B-IV, C-I, D-II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A-III, B-III, C-IV, D-I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A-III, B-II, C-I, D-IV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A-III, B-IV, C-II, D-I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qI/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q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I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q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I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q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/I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ε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Poppins ExtraBold"/>
                                <a:ea typeface="Poppins ExtraBold"/>
                                <a:cs typeface="Poppins ExtraBold"/>
                                <a:sym typeface="Poppins ExtraBold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Poppins ExtraBold"/>
                                    <a:ea typeface="Poppins ExtraBold"/>
                                    <a:cs typeface="Poppins ExtraBold"/>
                                    <a:sym typeface="Poppins ExtraBold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Poppins ExtraBold"/>
                                    <a:ea typeface="Poppins ExtraBold"/>
                                    <a:cs typeface="Poppins ExtraBold"/>
                                    <a:sym typeface="Poppins ExtraBold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Poppins ExtraBold"/>
                                <a:ea typeface="Poppins ExtraBold"/>
                                <a:cs typeface="Poppins ExtraBold"/>
                                <a:sym typeface="Poppins ExtraBold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Poppins ExtraBold"/>
                                    <a:ea typeface="Poppins ExtraBold"/>
                                    <a:cs typeface="Poppins ExtraBold"/>
                                    <a:sym typeface="Poppins ExtraBold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Poppins ExtraBold"/>
                                    <a:ea typeface="Poppins ExtraBold"/>
                                    <a:cs typeface="Poppins ExtraBold"/>
                                    <a:sym typeface="Poppins ExtraBold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( 1/(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ε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L/T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/T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/L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/L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(B/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ML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A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MT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A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A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A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[F] = [C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[F] = [CM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[F] = [CM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[F] = [C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Poppins ExtraBold"/>
                                <a:ea typeface="Poppins ExtraBold"/>
                                <a:cs typeface="Poppins ExtraBold"/>
                                <a:sym typeface="Poppins ExtraBold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x(t) = A sin t + B cos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 + Ct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L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(A)-(IV), (B)-(III), (C)-(I), (D)-(II)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(A)-(III), (B)-(II), (C)-(IV), (D)-(I)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(A)-(II), (B)-(I), (C)-(III), (D)-(IV)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(A)-(I), (B)-(IV), (C)-(II), (D)-(III)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E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= pc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+ 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4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E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= pc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+ 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E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= p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+ 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4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E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= p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+ 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a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b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c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. If b = 3, the value of c is ______. [28 Jan, 2025 (Shift-I)]</a:t>
            </a: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(A)-(III), (B)-(I), (C)-(II), (D)-(IV)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(A)-(II), (B)-(I), (C)-(IV), (D)-(III)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(A)-(III), (B)-(I), (C)-(IV), (D)-(II)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(A)-(I), (B)-(III), (C)-(IV), (D)-(II)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Pressure and Young's modulus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Surface tension and impulse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Angular momentum and Planck's constant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Torque and energy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v = At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-3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-3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(A)-(II), (B)-(IV), (C)-(I), (D)-(III)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(A)-(II), (B)-(I), (C)-(IV), (D)-(III)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(A)-(IV), (B)-(II), (C)-(III), (D)-(I)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(A)-(I), (B)-(III), (C)-(II), (D)-(IV)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[MLT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ε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ε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E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 A]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-3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4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A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K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K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Statement (I) is incorrect but statement (II) is correct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Both statement (I) and statement (II) are incorrect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Statement (I) is correct but statement (II) is incorrect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Both statement (I) and statement (II) are correct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A-I, B-III, C-II, D-IV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A-IV, B-III, C-II, D-I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A-III, B-I, C-II, D-IV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A-IV, B-II, C-III, D-I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ab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Poppins ExtraBold"/>
                                <a:ea typeface="Poppins ExtraBold"/>
                                <a:cs typeface="Poppins ExtraBold"/>
                                <a:sym typeface="Poppins ExtraBold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Poppins ExtraBold"/>
                                    <a:ea typeface="Poppins ExtraBold"/>
                                    <a:cs typeface="Poppins ExtraBold"/>
                                    <a:sym typeface="Poppins ExtraBold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Poppins ExtraBold"/>
                                    <a:ea typeface="Poppins ExtraBold"/>
                                    <a:cs typeface="Poppins ExtraBold"/>
                                    <a:sym typeface="Poppins ExtraBold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( P + a/(V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5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7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4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√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Pressure gradient per unit mass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Force per unit mass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Gravitational potential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Energy per unit mass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 L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Poppins ExtraBold"/>
                            <a:ea typeface="Poppins ExtraBold"/>
                            <a:cs typeface="Poppins ExtraBold"/>
                            <a:sym typeface="Poppins ExtraBold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[M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Statement-I is true but Statement-II is false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Both Statement-I and Statement-II are false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Both Statement-I and Statement-II are true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Statement-I is false but Statement-II is true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A-II, B-I, C-IV, D-III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A-I, B-II, C-III, D-IV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A-III, B-IV, C-II, D-I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A-IV, B-III, C-II, D-I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A-II, B-III, C-IV, D-I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A-III, B-I, C-II, D-IV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A-I, B-III, C-IV, D-II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A-I, B-II, C-III, D-IV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A-III, B-II, C-I, D-IV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A-II, B-III, C-IV, D-I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A-III, B-II, C-IV, D-I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A-II, B-III, C-I, D-IV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A-(IV), B-(III), C-(II), D-(I)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A-(IV), B-(III), C-(I), D-(II)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A-(III), B-(IV), C-(I), D-(II)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A-(II), B-(I), C-(III), D-(IV)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A-II, B-I, C-IV, D-III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A-IV, B-I, C-III, D-II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A-II, B-III, C-I, D-IV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A-I, B-III, C-II, D-IV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A-I, B-IV, C-III, D-II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01" name="Rectangle: Rounded Corners 6">
            <a:extLst>
              <a:ext uri="{FF2B5EF4-FFF2-40B4-BE49-F238E27FC236}">
                <a16:creationId xmlns:a16="http://schemas.microsoft.com/office/drawing/2014/main" id="{B5209C18-478A-D366-A07D-CB1AB8E7A890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56000" tIns="72000" rIns="756000" bIns="72000" rtlCol="0" anchor="ctr">
            <a:spAutoFit/>
          </a:bodyPr>
          <a:lstStyle/>
          <a:p>
            <a:r>
              <a:rPr 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QUESTION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A-III, B-I, C-IV, D-II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A-II, B-III, C-IV, D-I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A-IV, B-II, C-I, D-III</a:t>
            </a:r>
            <a:endParaRPr sz="6000" b="1" dirty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02" name="Picture 26">
            <a:extLst>
              <a:ext uri="{FF2B5EF4-FFF2-40B4-BE49-F238E27FC236}">
                <a16:creationId xmlns:a16="http://schemas.microsoft.com/office/drawing/2014/main" id="{AA23EDE4-91A9-2893-E6AE-30F601B1C1E2}"/>
              </a:ext>
            </a:extLst>
          </p:cNvPr>
          <p:cNvPicPr>
            <a:picLocks noChangeAspect="1"/>
          </p:cNvPicPr>
          <p:nvPr/>
        </p:nvPicPr>
        <p:blipFill>
          <a:blip r:embed="rIdLogo9002" cstate="hqprint"/>
          <a:stretch>
            <a:fillRect/>
          </a:stretch>
        </p:blipFill>
        <p:spPr>
          <a:xfrm>
            <a:off x="6841326" y="457199"/>
            <a:ext cx="2711233" cy="27112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2284</TotalTime>
  <Words>219</Words>
  <Application>Microsoft Office PowerPoint</Application>
  <PresentationFormat>Custom</PresentationFormat>
  <Paragraphs>50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Poppins </vt:lpstr>
      <vt:lpstr>Australia Custom</vt:lpstr>
      <vt:lpstr>Cambria</vt:lpstr>
      <vt:lpstr>Poppins ExtraBold</vt:lpstr>
      <vt:lpstr>Arial</vt:lpstr>
      <vt:lpstr>Poppins</vt:lpstr>
      <vt:lpstr>Aptos</vt:lpstr>
      <vt:lpstr>Calibri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PW Office 87</dc:creator>
  <cp:lastModifiedBy>PW MSO 432</cp:lastModifiedBy>
  <cp:revision>108</cp:revision>
  <dcterms:created xsi:type="dcterms:W3CDTF">2025-04-04T05:44:26Z</dcterms:created>
  <dcterms:modified xsi:type="dcterms:W3CDTF">2026-06-26T05:36:41Z</dcterms:modified>
</cp:coreProperties>
</file>