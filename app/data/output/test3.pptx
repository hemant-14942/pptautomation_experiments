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Lst>
  <p:sldSz cy="20574000" cx="36576000"/>
  <p:notesSz cx="6858000" cy="9144000"/>
  <p:embeddedFontLst>
    <p:embeddedFont>
      <p:font typeface="Play"/>
      <p:regular r:id="rId14"/>
      <p:bold r:id="rId15"/>
    </p:embeddedFont>
    <p:embeddedFont>
      <p:font typeface="Poppins"/>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2264">
          <p15:clr>
            <a:srgbClr val="A4A3A4"/>
          </p15:clr>
        </p15:guide>
        <p15:guide id="2" pos="552">
          <p15:clr>
            <a:srgbClr val="A4A3A4"/>
          </p15:clr>
        </p15:guide>
      </p15:sldGuideLst>
    </p:ext>
    <p:ext uri="GoogleSlidesCustomDataVersion2">
      <go:slidesCustomData xmlns:go="http://customooxmlschemas.google.com/" r:id="rId20" roundtripDataSignature="AMtx7miV07PD8zlqM2SEz6WwVlGLHKeBg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A81514A-FE7A-401F-91E9-0F86E8B910C8}">
  <a:tblStyle styleId="{6A81514A-FE7A-401F-91E9-0F86E8B910C8}"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2264" orient="horz"/>
        <p:guide pos="552"/>
      </p:guideLst>
    </p:cSldViewPr>
  </p:slideViewPr>
</p:viewPr>
</file>

<file path=ppt/_rels/presentation.xml.rels><?xml version='1.0' encoding='UTF-8' standalone='yes'?>
<Relationships xmlns="http://schemas.openxmlformats.org/package/2006/relationships"><Relationship Id="rId20" Type="http://customschemas.google.com/relationships/presentationmetadata" Target="meta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15" Type="http://schemas.openxmlformats.org/officeDocument/2006/relationships/font" Target="fonts/Play-bold.fntdata"/><Relationship Id="rId14" Type="http://schemas.openxmlformats.org/officeDocument/2006/relationships/font" Target="fonts/Play-regular.fntdata"/><Relationship Id="rId17" Type="http://schemas.openxmlformats.org/officeDocument/2006/relationships/font" Target="fonts/Poppins-bold.fntdata"/><Relationship Id="rId16" Type="http://schemas.openxmlformats.org/officeDocument/2006/relationships/font" Target="fonts/Poppins-regular.fntdata"/><Relationship Id="rId5" Type="http://schemas.openxmlformats.org/officeDocument/2006/relationships/slideMaster" Target="slideMasters/slideMaster1.xml"/><Relationship Id="rId19" Type="http://schemas.openxmlformats.org/officeDocument/2006/relationships/font" Target="fonts/Poppins-boldItalic.fntdata"/><Relationship Id="rId6" Type="http://schemas.openxmlformats.org/officeDocument/2006/relationships/notesMaster" Target="notesMasters/notesMaster1.xml"/><Relationship Id="rId18" Type="http://schemas.openxmlformats.org/officeDocument/2006/relationships/font" Target="fonts/Poppins-italic.fntdata"/><Relationship Id="rIdLayout1" Type="http://schemas.openxmlformats.org/officeDocument/2006/relationships/slideLayout" Target="../slideLayouts/slideLayout2.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IN"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8" name="Shape 18"/>
        <p:cNvGrpSpPr/>
        <p:nvPr/>
      </p:nvGrpSpPr>
      <p:grpSpPr>
        <a:xfrm>
          <a:off x="0" y="0"/>
          <a:ext cx="0" cy="0"/>
          <a:chOff x="0" y="0"/>
          <a:chExt cx="0" cy="0"/>
        </a:xfrm>
      </p:grpSpPr>
      <p:sp>
        <p:nvSpPr>
          <p:cNvPr id="19" name="Google Shape;19;p17"/>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17"/>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17"/>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p18"/>
          <p:cNvSpPr txBox="1"/>
          <p:nvPr>
            <p:ph type="ctrTitle"/>
          </p:nvPr>
        </p:nvSpPr>
        <p:spPr>
          <a:xfrm>
            <a:off x="4572000" y="3367089"/>
            <a:ext cx="27432000" cy="71628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18000"/>
              <a:buFont typeface="Play"/>
              <a:buNone/>
              <a:defRPr sz="18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18"/>
          <p:cNvSpPr txBox="1"/>
          <p:nvPr>
            <p:ph idx="1" type="subTitle"/>
          </p:nvPr>
        </p:nvSpPr>
        <p:spPr>
          <a:xfrm>
            <a:off x="4572000" y="10806114"/>
            <a:ext cx="27432000" cy="4967286"/>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3000"/>
              </a:spcBef>
              <a:spcAft>
                <a:spcPts val="0"/>
              </a:spcAft>
              <a:buClr>
                <a:schemeClr val="dk1"/>
              </a:buClr>
              <a:buSzPts val="7200"/>
              <a:buNone/>
              <a:defRPr sz="7200"/>
            </a:lvl1pPr>
            <a:lvl2pPr lvl="1" algn="ctr">
              <a:lnSpc>
                <a:spcPct val="90000"/>
              </a:lnSpc>
              <a:spcBef>
                <a:spcPts val="1500"/>
              </a:spcBef>
              <a:spcAft>
                <a:spcPts val="0"/>
              </a:spcAft>
              <a:buClr>
                <a:schemeClr val="dk1"/>
              </a:buClr>
              <a:buSzPts val="6000"/>
              <a:buNone/>
              <a:defRPr sz="6000"/>
            </a:lvl2pPr>
            <a:lvl3pPr lvl="2" algn="ctr">
              <a:lnSpc>
                <a:spcPct val="90000"/>
              </a:lnSpc>
              <a:spcBef>
                <a:spcPts val="1500"/>
              </a:spcBef>
              <a:spcAft>
                <a:spcPts val="0"/>
              </a:spcAft>
              <a:buClr>
                <a:schemeClr val="dk1"/>
              </a:buClr>
              <a:buSzPts val="5400"/>
              <a:buNone/>
              <a:defRPr sz="5400"/>
            </a:lvl3pPr>
            <a:lvl4pPr lvl="3" algn="ctr">
              <a:lnSpc>
                <a:spcPct val="90000"/>
              </a:lnSpc>
              <a:spcBef>
                <a:spcPts val="1500"/>
              </a:spcBef>
              <a:spcAft>
                <a:spcPts val="0"/>
              </a:spcAft>
              <a:buClr>
                <a:schemeClr val="dk1"/>
              </a:buClr>
              <a:buSzPts val="4800"/>
              <a:buNone/>
              <a:defRPr sz="4800"/>
            </a:lvl4pPr>
            <a:lvl5pPr lvl="4" algn="ctr">
              <a:lnSpc>
                <a:spcPct val="90000"/>
              </a:lnSpc>
              <a:spcBef>
                <a:spcPts val="1500"/>
              </a:spcBef>
              <a:spcAft>
                <a:spcPts val="0"/>
              </a:spcAft>
              <a:buClr>
                <a:schemeClr val="dk1"/>
              </a:buClr>
              <a:buSzPts val="4800"/>
              <a:buNone/>
              <a:defRPr sz="4800"/>
            </a:lvl5pPr>
            <a:lvl6pPr lvl="5" algn="ctr">
              <a:lnSpc>
                <a:spcPct val="90000"/>
              </a:lnSpc>
              <a:spcBef>
                <a:spcPts val="1500"/>
              </a:spcBef>
              <a:spcAft>
                <a:spcPts val="0"/>
              </a:spcAft>
              <a:buClr>
                <a:schemeClr val="dk1"/>
              </a:buClr>
              <a:buSzPts val="4800"/>
              <a:buNone/>
              <a:defRPr sz="4800"/>
            </a:lvl6pPr>
            <a:lvl7pPr lvl="6" algn="ctr">
              <a:lnSpc>
                <a:spcPct val="90000"/>
              </a:lnSpc>
              <a:spcBef>
                <a:spcPts val="1500"/>
              </a:spcBef>
              <a:spcAft>
                <a:spcPts val="0"/>
              </a:spcAft>
              <a:buClr>
                <a:schemeClr val="dk1"/>
              </a:buClr>
              <a:buSzPts val="4800"/>
              <a:buNone/>
              <a:defRPr sz="4800"/>
            </a:lvl7pPr>
            <a:lvl8pPr lvl="7" algn="ctr">
              <a:lnSpc>
                <a:spcPct val="90000"/>
              </a:lnSpc>
              <a:spcBef>
                <a:spcPts val="1500"/>
              </a:spcBef>
              <a:spcAft>
                <a:spcPts val="0"/>
              </a:spcAft>
              <a:buClr>
                <a:schemeClr val="dk1"/>
              </a:buClr>
              <a:buSzPts val="4800"/>
              <a:buNone/>
              <a:defRPr sz="4800"/>
            </a:lvl8pPr>
            <a:lvl9pPr lvl="8" algn="ctr">
              <a:lnSpc>
                <a:spcPct val="90000"/>
              </a:lnSpc>
              <a:spcBef>
                <a:spcPts val="1500"/>
              </a:spcBef>
              <a:spcAft>
                <a:spcPts val="0"/>
              </a:spcAft>
              <a:buClr>
                <a:schemeClr val="dk1"/>
              </a:buClr>
              <a:buSzPts val="4800"/>
              <a:buNone/>
              <a:defRPr sz="4800"/>
            </a:lvl9pPr>
          </a:lstStyle>
          <a:p/>
        </p:txBody>
      </p:sp>
      <p:sp>
        <p:nvSpPr>
          <p:cNvPr id="25" name="Google Shape;25;p18"/>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18"/>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18"/>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8" name="Shape 28"/>
        <p:cNvGrpSpPr/>
        <p:nvPr/>
      </p:nvGrpSpPr>
      <p:grpSpPr>
        <a:xfrm>
          <a:off x="0" y="0"/>
          <a:ext cx="0" cy="0"/>
          <a:chOff x="0" y="0"/>
          <a:chExt cx="0" cy="0"/>
        </a:xfrm>
      </p:grpSpPr>
      <p:sp>
        <p:nvSpPr>
          <p:cNvPr id="29" name="Google Shape;29;p19"/>
          <p:cNvSpPr txBox="1"/>
          <p:nvPr>
            <p:ph type="title"/>
          </p:nvPr>
        </p:nvSpPr>
        <p:spPr>
          <a:xfrm>
            <a:off x="2514600" y="1095377"/>
            <a:ext cx="31546800" cy="397668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19"/>
          <p:cNvSpPr txBox="1"/>
          <p:nvPr>
            <p:ph idx="1" type="body"/>
          </p:nvPr>
        </p:nvSpPr>
        <p:spPr>
          <a:xfrm>
            <a:off x="2514600" y="5476875"/>
            <a:ext cx="31546800" cy="1305401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3000"/>
              </a:spcBef>
              <a:spcAft>
                <a:spcPts val="0"/>
              </a:spcAft>
              <a:buClr>
                <a:schemeClr val="dk1"/>
              </a:buClr>
              <a:buSzPts val="1800"/>
              <a:buChar char="•"/>
              <a:defRPr/>
            </a:lvl1pPr>
            <a:lvl2pPr indent="-342900" lvl="1" marL="914400" algn="l">
              <a:lnSpc>
                <a:spcPct val="90000"/>
              </a:lnSpc>
              <a:spcBef>
                <a:spcPts val="1500"/>
              </a:spcBef>
              <a:spcAft>
                <a:spcPts val="0"/>
              </a:spcAft>
              <a:buClr>
                <a:schemeClr val="dk1"/>
              </a:buClr>
              <a:buSzPts val="1800"/>
              <a:buChar char="•"/>
              <a:defRPr/>
            </a:lvl2pPr>
            <a:lvl3pPr indent="-342900" lvl="2" marL="1371600" algn="l">
              <a:lnSpc>
                <a:spcPct val="90000"/>
              </a:lnSpc>
              <a:spcBef>
                <a:spcPts val="1500"/>
              </a:spcBef>
              <a:spcAft>
                <a:spcPts val="0"/>
              </a:spcAft>
              <a:buClr>
                <a:schemeClr val="dk1"/>
              </a:buClr>
              <a:buSzPts val="1800"/>
              <a:buChar char="•"/>
              <a:defRPr/>
            </a:lvl3pPr>
            <a:lvl4pPr indent="-342900" lvl="3" marL="1828800" algn="l">
              <a:lnSpc>
                <a:spcPct val="90000"/>
              </a:lnSpc>
              <a:spcBef>
                <a:spcPts val="1500"/>
              </a:spcBef>
              <a:spcAft>
                <a:spcPts val="0"/>
              </a:spcAft>
              <a:buClr>
                <a:schemeClr val="dk1"/>
              </a:buClr>
              <a:buSzPts val="1800"/>
              <a:buChar char="•"/>
              <a:defRPr/>
            </a:lvl4pPr>
            <a:lvl5pPr indent="-342900" lvl="4" marL="2286000" algn="l">
              <a:lnSpc>
                <a:spcPct val="90000"/>
              </a:lnSpc>
              <a:spcBef>
                <a:spcPts val="1500"/>
              </a:spcBef>
              <a:spcAft>
                <a:spcPts val="0"/>
              </a:spcAft>
              <a:buClr>
                <a:schemeClr val="dk1"/>
              </a:buClr>
              <a:buSzPts val="1800"/>
              <a:buChar char="•"/>
              <a:defRPr/>
            </a:lvl5pPr>
            <a:lvl6pPr indent="-342900" lvl="5" marL="2743200" algn="l">
              <a:lnSpc>
                <a:spcPct val="90000"/>
              </a:lnSpc>
              <a:spcBef>
                <a:spcPts val="1500"/>
              </a:spcBef>
              <a:spcAft>
                <a:spcPts val="0"/>
              </a:spcAft>
              <a:buClr>
                <a:schemeClr val="dk1"/>
              </a:buClr>
              <a:buSzPts val="1800"/>
              <a:buChar char="•"/>
              <a:defRPr/>
            </a:lvl6pPr>
            <a:lvl7pPr indent="-342900" lvl="6" marL="3200400" algn="l">
              <a:lnSpc>
                <a:spcPct val="90000"/>
              </a:lnSpc>
              <a:spcBef>
                <a:spcPts val="1500"/>
              </a:spcBef>
              <a:spcAft>
                <a:spcPts val="0"/>
              </a:spcAft>
              <a:buClr>
                <a:schemeClr val="dk1"/>
              </a:buClr>
              <a:buSzPts val="1800"/>
              <a:buChar char="•"/>
              <a:defRPr/>
            </a:lvl7pPr>
            <a:lvl8pPr indent="-342900" lvl="7" marL="3657600" algn="l">
              <a:lnSpc>
                <a:spcPct val="90000"/>
              </a:lnSpc>
              <a:spcBef>
                <a:spcPts val="1500"/>
              </a:spcBef>
              <a:spcAft>
                <a:spcPts val="0"/>
              </a:spcAft>
              <a:buClr>
                <a:schemeClr val="dk1"/>
              </a:buClr>
              <a:buSzPts val="1800"/>
              <a:buChar char="•"/>
              <a:defRPr/>
            </a:lvl8pPr>
            <a:lvl9pPr indent="-342900" lvl="8" marL="4114800" algn="l">
              <a:lnSpc>
                <a:spcPct val="90000"/>
              </a:lnSpc>
              <a:spcBef>
                <a:spcPts val="1500"/>
              </a:spcBef>
              <a:spcAft>
                <a:spcPts val="0"/>
              </a:spcAft>
              <a:buClr>
                <a:schemeClr val="dk1"/>
              </a:buClr>
              <a:buSzPts val="1800"/>
              <a:buChar char="•"/>
              <a:defRPr/>
            </a:lvl9pPr>
          </a:lstStyle>
          <a:p/>
        </p:txBody>
      </p:sp>
      <p:sp>
        <p:nvSpPr>
          <p:cNvPr id="31" name="Google Shape;31;p19"/>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19"/>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19"/>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4" name="Shape 34"/>
        <p:cNvGrpSpPr/>
        <p:nvPr/>
      </p:nvGrpSpPr>
      <p:grpSpPr>
        <a:xfrm>
          <a:off x="0" y="0"/>
          <a:ext cx="0" cy="0"/>
          <a:chOff x="0" y="0"/>
          <a:chExt cx="0" cy="0"/>
        </a:xfrm>
      </p:grpSpPr>
      <p:sp>
        <p:nvSpPr>
          <p:cNvPr id="35" name="Google Shape;35;p20"/>
          <p:cNvSpPr txBox="1"/>
          <p:nvPr>
            <p:ph type="title"/>
          </p:nvPr>
        </p:nvSpPr>
        <p:spPr>
          <a:xfrm>
            <a:off x="2495550" y="5129216"/>
            <a:ext cx="31546800" cy="8558211"/>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18000"/>
              <a:buFont typeface="Play"/>
              <a:buNone/>
              <a:defRPr sz="18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20"/>
          <p:cNvSpPr txBox="1"/>
          <p:nvPr>
            <p:ph idx="1" type="body"/>
          </p:nvPr>
        </p:nvSpPr>
        <p:spPr>
          <a:xfrm>
            <a:off x="2495550" y="13768391"/>
            <a:ext cx="31546800" cy="4500561"/>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3000"/>
              </a:spcBef>
              <a:spcAft>
                <a:spcPts val="0"/>
              </a:spcAft>
              <a:buClr>
                <a:srgbClr val="757575"/>
              </a:buClr>
              <a:buSzPts val="7200"/>
              <a:buNone/>
              <a:defRPr sz="7200">
                <a:solidFill>
                  <a:srgbClr val="757575"/>
                </a:solidFill>
              </a:defRPr>
            </a:lvl1pPr>
            <a:lvl2pPr indent="-228600" lvl="1" marL="914400" algn="l">
              <a:lnSpc>
                <a:spcPct val="90000"/>
              </a:lnSpc>
              <a:spcBef>
                <a:spcPts val="1500"/>
              </a:spcBef>
              <a:spcAft>
                <a:spcPts val="0"/>
              </a:spcAft>
              <a:buClr>
                <a:srgbClr val="757575"/>
              </a:buClr>
              <a:buSzPts val="6000"/>
              <a:buNone/>
              <a:defRPr sz="6000">
                <a:solidFill>
                  <a:srgbClr val="757575"/>
                </a:solidFill>
              </a:defRPr>
            </a:lvl2pPr>
            <a:lvl3pPr indent="-228600" lvl="2" marL="1371600" algn="l">
              <a:lnSpc>
                <a:spcPct val="90000"/>
              </a:lnSpc>
              <a:spcBef>
                <a:spcPts val="1500"/>
              </a:spcBef>
              <a:spcAft>
                <a:spcPts val="0"/>
              </a:spcAft>
              <a:buClr>
                <a:srgbClr val="757575"/>
              </a:buClr>
              <a:buSzPts val="5400"/>
              <a:buNone/>
              <a:defRPr sz="5400">
                <a:solidFill>
                  <a:srgbClr val="757575"/>
                </a:solidFill>
              </a:defRPr>
            </a:lvl3pPr>
            <a:lvl4pPr indent="-228600" lvl="3" marL="1828800" algn="l">
              <a:lnSpc>
                <a:spcPct val="90000"/>
              </a:lnSpc>
              <a:spcBef>
                <a:spcPts val="1500"/>
              </a:spcBef>
              <a:spcAft>
                <a:spcPts val="0"/>
              </a:spcAft>
              <a:buClr>
                <a:srgbClr val="757575"/>
              </a:buClr>
              <a:buSzPts val="4800"/>
              <a:buNone/>
              <a:defRPr sz="4800">
                <a:solidFill>
                  <a:srgbClr val="757575"/>
                </a:solidFill>
              </a:defRPr>
            </a:lvl4pPr>
            <a:lvl5pPr indent="-228600" lvl="4" marL="2286000" algn="l">
              <a:lnSpc>
                <a:spcPct val="90000"/>
              </a:lnSpc>
              <a:spcBef>
                <a:spcPts val="1500"/>
              </a:spcBef>
              <a:spcAft>
                <a:spcPts val="0"/>
              </a:spcAft>
              <a:buClr>
                <a:srgbClr val="757575"/>
              </a:buClr>
              <a:buSzPts val="4800"/>
              <a:buNone/>
              <a:defRPr sz="4800">
                <a:solidFill>
                  <a:srgbClr val="757575"/>
                </a:solidFill>
              </a:defRPr>
            </a:lvl5pPr>
            <a:lvl6pPr indent="-228600" lvl="5" marL="2743200" algn="l">
              <a:lnSpc>
                <a:spcPct val="90000"/>
              </a:lnSpc>
              <a:spcBef>
                <a:spcPts val="1500"/>
              </a:spcBef>
              <a:spcAft>
                <a:spcPts val="0"/>
              </a:spcAft>
              <a:buClr>
                <a:srgbClr val="757575"/>
              </a:buClr>
              <a:buSzPts val="4800"/>
              <a:buNone/>
              <a:defRPr sz="4800">
                <a:solidFill>
                  <a:srgbClr val="757575"/>
                </a:solidFill>
              </a:defRPr>
            </a:lvl6pPr>
            <a:lvl7pPr indent="-228600" lvl="6" marL="3200400" algn="l">
              <a:lnSpc>
                <a:spcPct val="90000"/>
              </a:lnSpc>
              <a:spcBef>
                <a:spcPts val="1500"/>
              </a:spcBef>
              <a:spcAft>
                <a:spcPts val="0"/>
              </a:spcAft>
              <a:buClr>
                <a:srgbClr val="757575"/>
              </a:buClr>
              <a:buSzPts val="4800"/>
              <a:buNone/>
              <a:defRPr sz="4800">
                <a:solidFill>
                  <a:srgbClr val="757575"/>
                </a:solidFill>
              </a:defRPr>
            </a:lvl7pPr>
            <a:lvl8pPr indent="-228600" lvl="7" marL="3657600" algn="l">
              <a:lnSpc>
                <a:spcPct val="90000"/>
              </a:lnSpc>
              <a:spcBef>
                <a:spcPts val="1500"/>
              </a:spcBef>
              <a:spcAft>
                <a:spcPts val="0"/>
              </a:spcAft>
              <a:buClr>
                <a:srgbClr val="757575"/>
              </a:buClr>
              <a:buSzPts val="4800"/>
              <a:buNone/>
              <a:defRPr sz="4800">
                <a:solidFill>
                  <a:srgbClr val="757575"/>
                </a:solidFill>
              </a:defRPr>
            </a:lvl8pPr>
            <a:lvl9pPr indent="-228600" lvl="8" marL="4114800" algn="l">
              <a:lnSpc>
                <a:spcPct val="90000"/>
              </a:lnSpc>
              <a:spcBef>
                <a:spcPts val="1500"/>
              </a:spcBef>
              <a:spcAft>
                <a:spcPts val="0"/>
              </a:spcAft>
              <a:buClr>
                <a:srgbClr val="757575"/>
              </a:buClr>
              <a:buSzPts val="4800"/>
              <a:buNone/>
              <a:defRPr sz="4800">
                <a:solidFill>
                  <a:srgbClr val="757575"/>
                </a:solidFill>
              </a:defRPr>
            </a:lvl9pPr>
          </a:lstStyle>
          <a:p/>
        </p:txBody>
      </p:sp>
      <p:sp>
        <p:nvSpPr>
          <p:cNvPr id="37" name="Google Shape;37;p20"/>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0"/>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0"/>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0" name="Shape 40"/>
        <p:cNvGrpSpPr/>
        <p:nvPr/>
      </p:nvGrpSpPr>
      <p:grpSpPr>
        <a:xfrm>
          <a:off x="0" y="0"/>
          <a:ext cx="0" cy="0"/>
          <a:chOff x="0" y="0"/>
          <a:chExt cx="0" cy="0"/>
        </a:xfrm>
      </p:grpSpPr>
      <p:sp>
        <p:nvSpPr>
          <p:cNvPr id="41" name="Google Shape;41;p21"/>
          <p:cNvSpPr txBox="1"/>
          <p:nvPr>
            <p:ph type="title"/>
          </p:nvPr>
        </p:nvSpPr>
        <p:spPr>
          <a:xfrm>
            <a:off x="2514600" y="1095377"/>
            <a:ext cx="31546800" cy="397668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1"/>
          <p:cNvSpPr txBox="1"/>
          <p:nvPr>
            <p:ph idx="1" type="body"/>
          </p:nvPr>
        </p:nvSpPr>
        <p:spPr>
          <a:xfrm>
            <a:off x="2514600" y="5476875"/>
            <a:ext cx="15544800" cy="1305401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3000"/>
              </a:spcBef>
              <a:spcAft>
                <a:spcPts val="0"/>
              </a:spcAft>
              <a:buClr>
                <a:schemeClr val="dk1"/>
              </a:buClr>
              <a:buSzPts val="1800"/>
              <a:buChar char="•"/>
              <a:defRPr/>
            </a:lvl1pPr>
            <a:lvl2pPr indent="-342900" lvl="1" marL="914400" algn="l">
              <a:lnSpc>
                <a:spcPct val="90000"/>
              </a:lnSpc>
              <a:spcBef>
                <a:spcPts val="1500"/>
              </a:spcBef>
              <a:spcAft>
                <a:spcPts val="0"/>
              </a:spcAft>
              <a:buClr>
                <a:schemeClr val="dk1"/>
              </a:buClr>
              <a:buSzPts val="1800"/>
              <a:buChar char="•"/>
              <a:defRPr/>
            </a:lvl2pPr>
            <a:lvl3pPr indent="-342900" lvl="2" marL="1371600" algn="l">
              <a:lnSpc>
                <a:spcPct val="90000"/>
              </a:lnSpc>
              <a:spcBef>
                <a:spcPts val="1500"/>
              </a:spcBef>
              <a:spcAft>
                <a:spcPts val="0"/>
              </a:spcAft>
              <a:buClr>
                <a:schemeClr val="dk1"/>
              </a:buClr>
              <a:buSzPts val="1800"/>
              <a:buChar char="•"/>
              <a:defRPr/>
            </a:lvl3pPr>
            <a:lvl4pPr indent="-342900" lvl="3" marL="1828800" algn="l">
              <a:lnSpc>
                <a:spcPct val="90000"/>
              </a:lnSpc>
              <a:spcBef>
                <a:spcPts val="1500"/>
              </a:spcBef>
              <a:spcAft>
                <a:spcPts val="0"/>
              </a:spcAft>
              <a:buClr>
                <a:schemeClr val="dk1"/>
              </a:buClr>
              <a:buSzPts val="1800"/>
              <a:buChar char="•"/>
              <a:defRPr/>
            </a:lvl4pPr>
            <a:lvl5pPr indent="-342900" lvl="4" marL="2286000" algn="l">
              <a:lnSpc>
                <a:spcPct val="90000"/>
              </a:lnSpc>
              <a:spcBef>
                <a:spcPts val="1500"/>
              </a:spcBef>
              <a:spcAft>
                <a:spcPts val="0"/>
              </a:spcAft>
              <a:buClr>
                <a:schemeClr val="dk1"/>
              </a:buClr>
              <a:buSzPts val="1800"/>
              <a:buChar char="•"/>
              <a:defRPr/>
            </a:lvl5pPr>
            <a:lvl6pPr indent="-342900" lvl="5" marL="2743200" algn="l">
              <a:lnSpc>
                <a:spcPct val="90000"/>
              </a:lnSpc>
              <a:spcBef>
                <a:spcPts val="1500"/>
              </a:spcBef>
              <a:spcAft>
                <a:spcPts val="0"/>
              </a:spcAft>
              <a:buClr>
                <a:schemeClr val="dk1"/>
              </a:buClr>
              <a:buSzPts val="1800"/>
              <a:buChar char="•"/>
              <a:defRPr/>
            </a:lvl6pPr>
            <a:lvl7pPr indent="-342900" lvl="6" marL="3200400" algn="l">
              <a:lnSpc>
                <a:spcPct val="90000"/>
              </a:lnSpc>
              <a:spcBef>
                <a:spcPts val="1500"/>
              </a:spcBef>
              <a:spcAft>
                <a:spcPts val="0"/>
              </a:spcAft>
              <a:buClr>
                <a:schemeClr val="dk1"/>
              </a:buClr>
              <a:buSzPts val="1800"/>
              <a:buChar char="•"/>
              <a:defRPr/>
            </a:lvl7pPr>
            <a:lvl8pPr indent="-342900" lvl="7" marL="3657600" algn="l">
              <a:lnSpc>
                <a:spcPct val="90000"/>
              </a:lnSpc>
              <a:spcBef>
                <a:spcPts val="1500"/>
              </a:spcBef>
              <a:spcAft>
                <a:spcPts val="0"/>
              </a:spcAft>
              <a:buClr>
                <a:schemeClr val="dk1"/>
              </a:buClr>
              <a:buSzPts val="1800"/>
              <a:buChar char="•"/>
              <a:defRPr/>
            </a:lvl8pPr>
            <a:lvl9pPr indent="-342900" lvl="8" marL="4114800" algn="l">
              <a:lnSpc>
                <a:spcPct val="90000"/>
              </a:lnSpc>
              <a:spcBef>
                <a:spcPts val="1500"/>
              </a:spcBef>
              <a:spcAft>
                <a:spcPts val="0"/>
              </a:spcAft>
              <a:buClr>
                <a:schemeClr val="dk1"/>
              </a:buClr>
              <a:buSzPts val="1800"/>
              <a:buChar char="•"/>
              <a:defRPr/>
            </a:lvl9pPr>
          </a:lstStyle>
          <a:p/>
        </p:txBody>
      </p:sp>
      <p:sp>
        <p:nvSpPr>
          <p:cNvPr id="43" name="Google Shape;43;p21"/>
          <p:cNvSpPr txBox="1"/>
          <p:nvPr>
            <p:ph idx="2" type="body"/>
          </p:nvPr>
        </p:nvSpPr>
        <p:spPr>
          <a:xfrm>
            <a:off x="18516600" y="5476875"/>
            <a:ext cx="15544800" cy="1305401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3000"/>
              </a:spcBef>
              <a:spcAft>
                <a:spcPts val="0"/>
              </a:spcAft>
              <a:buClr>
                <a:schemeClr val="dk1"/>
              </a:buClr>
              <a:buSzPts val="1800"/>
              <a:buChar char="•"/>
              <a:defRPr/>
            </a:lvl1pPr>
            <a:lvl2pPr indent="-342900" lvl="1" marL="914400" algn="l">
              <a:lnSpc>
                <a:spcPct val="90000"/>
              </a:lnSpc>
              <a:spcBef>
                <a:spcPts val="1500"/>
              </a:spcBef>
              <a:spcAft>
                <a:spcPts val="0"/>
              </a:spcAft>
              <a:buClr>
                <a:schemeClr val="dk1"/>
              </a:buClr>
              <a:buSzPts val="1800"/>
              <a:buChar char="•"/>
              <a:defRPr/>
            </a:lvl2pPr>
            <a:lvl3pPr indent="-342900" lvl="2" marL="1371600" algn="l">
              <a:lnSpc>
                <a:spcPct val="90000"/>
              </a:lnSpc>
              <a:spcBef>
                <a:spcPts val="1500"/>
              </a:spcBef>
              <a:spcAft>
                <a:spcPts val="0"/>
              </a:spcAft>
              <a:buClr>
                <a:schemeClr val="dk1"/>
              </a:buClr>
              <a:buSzPts val="1800"/>
              <a:buChar char="•"/>
              <a:defRPr/>
            </a:lvl3pPr>
            <a:lvl4pPr indent="-342900" lvl="3" marL="1828800" algn="l">
              <a:lnSpc>
                <a:spcPct val="90000"/>
              </a:lnSpc>
              <a:spcBef>
                <a:spcPts val="1500"/>
              </a:spcBef>
              <a:spcAft>
                <a:spcPts val="0"/>
              </a:spcAft>
              <a:buClr>
                <a:schemeClr val="dk1"/>
              </a:buClr>
              <a:buSzPts val="1800"/>
              <a:buChar char="•"/>
              <a:defRPr/>
            </a:lvl4pPr>
            <a:lvl5pPr indent="-342900" lvl="4" marL="2286000" algn="l">
              <a:lnSpc>
                <a:spcPct val="90000"/>
              </a:lnSpc>
              <a:spcBef>
                <a:spcPts val="1500"/>
              </a:spcBef>
              <a:spcAft>
                <a:spcPts val="0"/>
              </a:spcAft>
              <a:buClr>
                <a:schemeClr val="dk1"/>
              </a:buClr>
              <a:buSzPts val="1800"/>
              <a:buChar char="•"/>
              <a:defRPr/>
            </a:lvl5pPr>
            <a:lvl6pPr indent="-342900" lvl="5" marL="2743200" algn="l">
              <a:lnSpc>
                <a:spcPct val="90000"/>
              </a:lnSpc>
              <a:spcBef>
                <a:spcPts val="1500"/>
              </a:spcBef>
              <a:spcAft>
                <a:spcPts val="0"/>
              </a:spcAft>
              <a:buClr>
                <a:schemeClr val="dk1"/>
              </a:buClr>
              <a:buSzPts val="1800"/>
              <a:buChar char="•"/>
              <a:defRPr/>
            </a:lvl6pPr>
            <a:lvl7pPr indent="-342900" lvl="6" marL="3200400" algn="l">
              <a:lnSpc>
                <a:spcPct val="90000"/>
              </a:lnSpc>
              <a:spcBef>
                <a:spcPts val="1500"/>
              </a:spcBef>
              <a:spcAft>
                <a:spcPts val="0"/>
              </a:spcAft>
              <a:buClr>
                <a:schemeClr val="dk1"/>
              </a:buClr>
              <a:buSzPts val="1800"/>
              <a:buChar char="•"/>
              <a:defRPr/>
            </a:lvl7pPr>
            <a:lvl8pPr indent="-342900" lvl="7" marL="3657600" algn="l">
              <a:lnSpc>
                <a:spcPct val="90000"/>
              </a:lnSpc>
              <a:spcBef>
                <a:spcPts val="1500"/>
              </a:spcBef>
              <a:spcAft>
                <a:spcPts val="0"/>
              </a:spcAft>
              <a:buClr>
                <a:schemeClr val="dk1"/>
              </a:buClr>
              <a:buSzPts val="1800"/>
              <a:buChar char="•"/>
              <a:defRPr/>
            </a:lvl8pPr>
            <a:lvl9pPr indent="-342900" lvl="8" marL="4114800" algn="l">
              <a:lnSpc>
                <a:spcPct val="90000"/>
              </a:lnSpc>
              <a:spcBef>
                <a:spcPts val="1500"/>
              </a:spcBef>
              <a:spcAft>
                <a:spcPts val="0"/>
              </a:spcAft>
              <a:buClr>
                <a:schemeClr val="dk1"/>
              </a:buClr>
              <a:buSzPts val="1800"/>
              <a:buChar char="•"/>
              <a:defRPr/>
            </a:lvl9pPr>
          </a:lstStyle>
          <a:p/>
        </p:txBody>
      </p:sp>
      <p:sp>
        <p:nvSpPr>
          <p:cNvPr id="44" name="Google Shape;44;p21"/>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21"/>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21"/>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7" name="Shape 47"/>
        <p:cNvGrpSpPr/>
        <p:nvPr/>
      </p:nvGrpSpPr>
      <p:grpSpPr>
        <a:xfrm>
          <a:off x="0" y="0"/>
          <a:ext cx="0" cy="0"/>
          <a:chOff x="0" y="0"/>
          <a:chExt cx="0" cy="0"/>
        </a:xfrm>
      </p:grpSpPr>
      <p:sp>
        <p:nvSpPr>
          <p:cNvPr id="48" name="Google Shape;48;p22"/>
          <p:cNvSpPr txBox="1"/>
          <p:nvPr>
            <p:ph type="title"/>
          </p:nvPr>
        </p:nvSpPr>
        <p:spPr>
          <a:xfrm>
            <a:off x="2519364" y="1095377"/>
            <a:ext cx="31546800" cy="397668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22"/>
          <p:cNvSpPr txBox="1"/>
          <p:nvPr>
            <p:ph idx="1" type="body"/>
          </p:nvPr>
        </p:nvSpPr>
        <p:spPr>
          <a:xfrm>
            <a:off x="2519366" y="5043489"/>
            <a:ext cx="15473361" cy="2471736"/>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3000"/>
              </a:spcBef>
              <a:spcAft>
                <a:spcPts val="0"/>
              </a:spcAft>
              <a:buClr>
                <a:schemeClr val="dk1"/>
              </a:buClr>
              <a:buSzPts val="7200"/>
              <a:buNone/>
              <a:defRPr b="1" sz="7200"/>
            </a:lvl1pPr>
            <a:lvl2pPr indent="-228600" lvl="1" marL="914400" algn="l">
              <a:lnSpc>
                <a:spcPct val="90000"/>
              </a:lnSpc>
              <a:spcBef>
                <a:spcPts val="1500"/>
              </a:spcBef>
              <a:spcAft>
                <a:spcPts val="0"/>
              </a:spcAft>
              <a:buClr>
                <a:schemeClr val="dk1"/>
              </a:buClr>
              <a:buSzPts val="6000"/>
              <a:buNone/>
              <a:defRPr b="1" sz="6000"/>
            </a:lvl2pPr>
            <a:lvl3pPr indent="-228600" lvl="2" marL="1371600" algn="l">
              <a:lnSpc>
                <a:spcPct val="90000"/>
              </a:lnSpc>
              <a:spcBef>
                <a:spcPts val="1500"/>
              </a:spcBef>
              <a:spcAft>
                <a:spcPts val="0"/>
              </a:spcAft>
              <a:buClr>
                <a:schemeClr val="dk1"/>
              </a:buClr>
              <a:buSzPts val="5400"/>
              <a:buNone/>
              <a:defRPr b="1" sz="5400"/>
            </a:lvl3pPr>
            <a:lvl4pPr indent="-228600" lvl="3" marL="1828800" algn="l">
              <a:lnSpc>
                <a:spcPct val="90000"/>
              </a:lnSpc>
              <a:spcBef>
                <a:spcPts val="1500"/>
              </a:spcBef>
              <a:spcAft>
                <a:spcPts val="0"/>
              </a:spcAft>
              <a:buClr>
                <a:schemeClr val="dk1"/>
              </a:buClr>
              <a:buSzPts val="4800"/>
              <a:buNone/>
              <a:defRPr b="1" sz="4800"/>
            </a:lvl4pPr>
            <a:lvl5pPr indent="-228600" lvl="4" marL="2286000" algn="l">
              <a:lnSpc>
                <a:spcPct val="90000"/>
              </a:lnSpc>
              <a:spcBef>
                <a:spcPts val="1500"/>
              </a:spcBef>
              <a:spcAft>
                <a:spcPts val="0"/>
              </a:spcAft>
              <a:buClr>
                <a:schemeClr val="dk1"/>
              </a:buClr>
              <a:buSzPts val="4800"/>
              <a:buNone/>
              <a:defRPr b="1" sz="4800"/>
            </a:lvl5pPr>
            <a:lvl6pPr indent="-228600" lvl="5" marL="2743200" algn="l">
              <a:lnSpc>
                <a:spcPct val="90000"/>
              </a:lnSpc>
              <a:spcBef>
                <a:spcPts val="1500"/>
              </a:spcBef>
              <a:spcAft>
                <a:spcPts val="0"/>
              </a:spcAft>
              <a:buClr>
                <a:schemeClr val="dk1"/>
              </a:buClr>
              <a:buSzPts val="4800"/>
              <a:buNone/>
              <a:defRPr b="1" sz="4800"/>
            </a:lvl6pPr>
            <a:lvl7pPr indent="-228600" lvl="6" marL="3200400" algn="l">
              <a:lnSpc>
                <a:spcPct val="90000"/>
              </a:lnSpc>
              <a:spcBef>
                <a:spcPts val="1500"/>
              </a:spcBef>
              <a:spcAft>
                <a:spcPts val="0"/>
              </a:spcAft>
              <a:buClr>
                <a:schemeClr val="dk1"/>
              </a:buClr>
              <a:buSzPts val="4800"/>
              <a:buNone/>
              <a:defRPr b="1" sz="4800"/>
            </a:lvl7pPr>
            <a:lvl8pPr indent="-228600" lvl="7" marL="3657600" algn="l">
              <a:lnSpc>
                <a:spcPct val="90000"/>
              </a:lnSpc>
              <a:spcBef>
                <a:spcPts val="1500"/>
              </a:spcBef>
              <a:spcAft>
                <a:spcPts val="0"/>
              </a:spcAft>
              <a:buClr>
                <a:schemeClr val="dk1"/>
              </a:buClr>
              <a:buSzPts val="4800"/>
              <a:buNone/>
              <a:defRPr b="1" sz="4800"/>
            </a:lvl8pPr>
            <a:lvl9pPr indent="-228600" lvl="8" marL="4114800" algn="l">
              <a:lnSpc>
                <a:spcPct val="90000"/>
              </a:lnSpc>
              <a:spcBef>
                <a:spcPts val="1500"/>
              </a:spcBef>
              <a:spcAft>
                <a:spcPts val="0"/>
              </a:spcAft>
              <a:buClr>
                <a:schemeClr val="dk1"/>
              </a:buClr>
              <a:buSzPts val="4800"/>
              <a:buNone/>
              <a:defRPr b="1" sz="4800"/>
            </a:lvl9pPr>
          </a:lstStyle>
          <a:p/>
        </p:txBody>
      </p:sp>
      <p:sp>
        <p:nvSpPr>
          <p:cNvPr id="50" name="Google Shape;50;p22"/>
          <p:cNvSpPr txBox="1"/>
          <p:nvPr>
            <p:ph idx="2" type="body"/>
          </p:nvPr>
        </p:nvSpPr>
        <p:spPr>
          <a:xfrm>
            <a:off x="2519366" y="7515225"/>
            <a:ext cx="15473361" cy="1105376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3000"/>
              </a:spcBef>
              <a:spcAft>
                <a:spcPts val="0"/>
              </a:spcAft>
              <a:buClr>
                <a:schemeClr val="dk1"/>
              </a:buClr>
              <a:buSzPts val="1800"/>
              <a:buChar char="•"/>
              <a:defRPr/>
            </a:lvl1pPr>
            <a:lvl2pPr indent="-342900" lvl="1" marL="914400" algn="l">
              <a:lnSpc>
                <a:spcPct val="90000"/>
              </a:lnSpc>
              <a:spcBef>
                <a:spcPts val="1500"/>
              </a:spcBef>
              <a:spcAft>
                <a:spcPts val="0"/>
              </a:spcAft>
              <a:buClr>
                <a:schemeClr val="dk1"/>
              </a:buClr>
              <a:buSzPts val="1800"/>
              <a:buChar char="•"/>
              <a:defRPr/>
            </a:lvl2pPr>
            <a:lvl3pPr indent="-342900" lvl="2" marL="1371600" algn="l">
              <a:lnSpc>
                <a:spcPct val="90000"/>
              </a:lnSpc>
              <a:spcBef>
                <a:spcPts val="1500"/>
              </a:spcBef>
              <a:spcAft>
                <a:spcPts val="0"/>
              </a:spcAft>
              <a:buClr>
                <a:schemeClr val="dk1"/>
              </a:buClr>
              <a:buSzPts val="1800"/>
              <a:buChar char="•"/>
              <a:defRPr/>
            </a:lvl3pPr>
            <a:lvl4pPr indent="-342900" lvl="3" marL="1828800" algn="l">
              <a:lnSpc>
                <a:spcPct val="90000"/>
              </a:lnSpc>
              <a:spcBef>
                <a:spcPts val="1500"/>
              </a:spcBef>
              <a:spcAft>
                <a:spcPts val="0"/>
              </a:spcAft>
              <a:buClr>
                <a:schemeClr val="dk1"/>
              </a:buClr>
              <a:buSzPts val="1800"/>
              <a:buChar char="•"/>
              <a:defRPr/>
            </a:lvl4pPr>
            <a:lvl5pPr indent="-342900" lvl="4" marL="2286000" algn="l">
              <a:lnSpc>
                <a:spcPct val="90000"/>
              </a:lnSpc>
              <a:spcBef>
                <a:spcPts val="1500"/>
              </a:spcBef>
              <a:spcAft>
                <a:spcPts val="0"/>
              </a:spcAft>
              <a:buClr>
                <a:schemeClr val="dk1"/>
              </a:buClr>
              <a:buSzPts val="1800"/>
              <a:buChar char="•"/>
              <a:defRPr/>
            </a:lvl5pPr>
            <a:lvl6pPr indent="-342900" lvl="5" marL="2743200" algn="l">
              <a:lnSpc>
                <a:spcPct val="90000"/>
              </a:lnSpc>
              <a:spcBef>
                <a:spcPts val="1500"/>
              </a:spcBef>
              <a:spcAft>
                <a:spcPts val="0"/>
              </a:spcAft>
              <a:buClr>
                <a:schemeClr val="dk1"/>
              </a:buClr>
              <a:buSzPts val="1800"/>
              <a:buChar char="•"/>
              <a:defRPr/>
            </a:lvl6pPr>
            <a:lvl7pPr indent="-342900" lvl="6" marL="3200400" algn="l">
              <a:lnSpc>
                <a:spcPct val="90000"/>
              </a:lnSpc>
              <a:spcBef>
                <a:spcPts val="1500"/>
              </a:spcBef>
              <a:spcAft>
                <a:spcPts val="0"/>
              </a:spcAft>
              <a:buClr>
                <a:schemeClr val="dk1"/>
              </a:buClr>
              <a:buSzPts val="1800"/>
              <a:buChar char="•"/>
              <a:defRPr/>
            </a:lvl7pPr>
            <a:lvl8pPr indent="-342900" lvl="7" marL="3657600" algn="l">
              <a:lnSpc>
                <a:spcPct val="90000"/>
              </a:lnSpc>
              <a:spcBef>
                <a:spcPts val="1500"/>
              </a:spcBef>
              <a:spcAft>
                <a:spcPts val="0"/>
              </a:spcAft>
              <a:buClr>
                <a:schemeClr val="dk1"/>
              </a:buClr>
              <a:buSzPts val="1800"/>
              <a:buChar char="•"/>
              <a:defRPr/>
            </a:lvl8pPr>
            <a:lvl9pPr indent="-342900" lvl="8" marL="4114800" algn="l">
              <a:lnSpc>
                <a:spcPct val="90000"/>
              </a:lnSpc>
              <a:spcBef>
                <a:spcPts val="1500"/>
              </a:spcBef>
              <a:spcAft>
                <a:spcPts val="0"/>
              </a:spcAft>
              <a:buClr>
                <a:schemeClr val="dk1"/>
              </a:buClr>
              <a:buSzPts val="1800"/>
              <a:buChar char="•"/>
              <a:defRPr/>
            </a:lvl9pPr>
          </a:lstStyle>
          <a:p/>
        </p:txBody>
      </p:sp>
      <p:sp>
        <p:nvSpPr>
          <p:cNvPr id="51" name="Google Shape;51;p22"/>
          <p:cNvSpPr txBox="1"/>
          <p:nvPr>
            <p:ph idx="3" type="body"/>
          </p:nvPr>
        </p:nvSpPr>
        <p:spPr>
          <a:xfrm>
            <a:off x="18516600" y="5043489"/>
            <a:ext cx="15549564" cy="2471736"/>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3000"/>
              </a:spcBef>
              <a:spcAft>
                <a:spcPts val="0"/>
              </a:spcAft>
              <a:buClr>
                <a:schemeClr val="dk1"/>
              </a:buClr>
              <a:buSzPts val="7200"/>
              <a:buNone/>
              <a:defRPr b="1" sz="7200"/>
            </a:lvl1pPr>
            <a:lvl2pPr indent="-228600" lvl="1" marL="914400" algn="l">
              <a:lnSpc>
                <a:spcPct val="90000"/>
              </a:lnSpc>
              <a:spcBef>
                <a:spcPts val="1500"/>
              </a:spcBef>
              <a:spcAft>
                <a:spcPts val="0"/>
              </a:spcAft>
              <a:buClr>
                <a:schemeClr val="dk1"/>
              </a:buClr>
              <a:buSzPts val="6000"/>
              <a:buNone/>
              <a:defRPr b="1" sz="6000"/>
            </a:lvl2pPr>
            <a:lvl3pPr indent="-228600" lvl="2" marL="1371600" algn="l">
              <a:lnSpc>
                <a:spcPct val="90000"/>
              </a:lnSpc>
              <a:spcBef>
                <a:spcPts val="1500"/>
              </a:spcBef>
              <a:spcAft>
                <a:spcPts val="0"/>
              </a:spcAft>
              <a:buClr>
                <a:schemeClr val="dk1"/>
              </a:buClr>
              <a:buSzPts val="5400"/>
              <a:buNone/>
              <a:defRPr b="1" sz="5400"/>
            </a:lvl3pPr>
            <a:lvl4pPr indent="-228600" lvl="3" marL="1828800" algn="l">
              <a:lnSpc>
                <a:spcPct val="90000"/>
              </a:lnSpc>
              <a:spcBef>
                <a:spcPts val="1500"/>
              </a:spcBef>
              <a:spcAft>
                <a:spcPts val="0"/>
              </a:spcAft>
              <a:buClr>
                <a:schemeClr val="dk1"/>
              </a:buClr>
              <a:buSzPts val="4800"/>
              <a:buNone/>
              <a:defRPr b="1" sz="4800"/>
            </a:lvl4pPr>
            <a:lvl5pPr indent="-228600" lvl="4" marL="2286000" algn="l">
              <a:lnSpc>
                <a:spcPct val="90000"/>
              </a:lnSpc>
              <a:spcBef>
                <a:spcPts val="1500"/>
              </a:spcBef>
              <a:spcAft>
                <a:spcPts val="0"/>
              </a:spcAft>
              <a:buClr>
                <a:schemeClr val="dk1"/>
              </a:buClr>
              <a:buSzPts val="4800"/>
              <a:buNone/>
              <a:defRPr b="1" sz="4800"/>
            </a:lvl5pPr>
            <a:lvl6pPr indent="-228600" lvl="5" marL="2743200" algn="l">
              <a:lnSpc>
                <a:spcPct val="90000"/>
              </a:lnSpc>
              <a:spcBef>
                <a:spcPts val="1500"/>
              </a:spcBef>
              <a:spcAft>
                <a:spcPts val="0"/>
              </a:spcAft>
              <a:buClr>
                <a:schemeClr val="dk1"/>
              </a:buClr>
              <a:buSzPts val="4800"/>
              <a:buNone/>
              <a:defRPr b="1" sz="4800"/>
            </a:lvl6pPr>
            <a:lvl7pPr indent="-228600" lvl="6" marL="3200400" algn="l">
              <a:lnSpc>
                <a:spcPct val="90000"/>
              </a:lnSpc>
              <a:spcBef>
                <a:spcPts val="1500"/>
              </a:spcBef>
              <a:spcAft>
                <a:spcPts val="0"/>
              </a:spcAft>
              <a:buClr>
                <a:schemeClr val="dk1"/>
              </a:buClr>
              <a:buSzPts val="4800"/>
              <a:buNone/>
              <a:defRPr b="1" sz="4800"/>
            </a:lvl7pPr>
            <a:lvl8pPr indent="-228600" lvl="7" marL="3657600" algn="l">
              <a:lnSpc>
                <a:spcPct val="90000"/>
              </a:lnSpc>
              <a:spcBef>
                <a:spcPts val="1500"/>
              </a:spcBef>
              <a:spcAft>
                <a:spcPts val="0"/>
              </a:spcAft>
              <a:buClr>
                <a:schemeClr val="dk1"/>
              </a:buClr>
              <a:buSzPts val="4800"/>
              <a:buNone/>
              <a:defRPr b="1" sz="4800"/>
            </a:lvl8pPr>
            <a:lvl9pPr indent="-228600" lvl="8" marL="4114800" algn="l">
              <a:lnSpc>
                <a:spcPct val="90000"/>
              </a:lnSpc>
              <a:spcBef>
                <a:spcPts val="1500"/>
              </a:spcBef>
              <a:spcAft>
                <a:spcPts val="0"/>
              </a:spcAft>
              <a:buClr>
                <a:schemeClr val="dk1"/>
              </a:buClr>
              <a:buSzPts val="4800"/>
              <a:buNone/>
              <a:defRPr b="1" sz="4800"/>
            </a:lvl9pPr>
          </a:lstStyle>
          <a:p/>
        </p:txBody>
      </p:sp>
      <p:sp>
        <p:nvSpPr>
          <p:cNvPr id="52" name="Google Shape;52;p22"/>
          <p:cNvSpPr txBox="1"/>
          <p:nvPr>
            <p:ph idx="4" type="body"/>
          </p:nvPr>
        </p:nvSpPr>
        <p:spPr>
          <a:xfrm>
            <a:off x="18516600" y="7515225"/>
            <a:ext cx="15549564" cy="1105376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3000"/>
              </a:spcBef>
              <a:spcAft>
                <a:spcPts val="0"/>
              </a:spcAft>
              <a:buClr>
                <a:schemeClr val="dk1"/>
              </a:buClr>
              <a:buSzPts val="1800"/>
              <a:buChar char="•"/>
              <a:defRPr/>
            </a:lvl1pPr>
            <a:lvl2pPr indent="-342900" lvl="1" marL="914400" algn="l">
              <a:lnSpc>
                <a:spcPct val="90000"/>
              </a:lnSpc>
              <a:spcBef>
                <a:spcPts val="1500"/>
              </a:spcBef>
              <a:spcAft>
                <a:spcPts val="0"/>
              </a:spcAft>
              <a:buClr>
                <a:schemeClr val="dk1"/>
              </a:buClr>
              <a:buSzPts val="1800"/>
              <a:buChar char="•"/>
              <a:defRPr/>
            </a:lvl2pPr>
            <a:lvl3pPr indent="-342900" lvl="2" marL="1371600" algn="l">
              <a:lnSpc>
                <a:spcPct val="90000"/>
              </a:lnSpc>
              <a:spcBef>
                <a:spcPts val="1500"/>
              </a:spcBef>
              <a:spcAft>
                <a:spcPts val="0"/>
              </a:spcAft>
              <a:buClr>
                <a:schemeClr val="dk1"/>
              </a:buClr>
              <a:buSzPts val="1800"/>
              <a:buChar char="•"/>
              <a:defRPr/>
            </a:lvl3pPr>
            <a:lvl4pPr indent="-342900" lvl="3" marL="1828800" algn="l">
              <a:lnSpc>
                <a:spcPct val="90000"/>
              </a:lnSpc>
              <a:spcBef>
                <a:spcPts val="1500"/>
              </a:spcBef>
              <a:spcAft>
                <a:spcPts val="0"/>
              </a:spcAft>
              <a:buClr>
                <a:schemeClr val="dk1"/>
              </a:buClr>
              <a:buSzPts val="1800"/>
              <a:buChar char="•"/>
              <a:defRPr/>
            </a:lvl4pPr>
            <a:lvl5pPr indent="-342900" lvl="4" marL="2286000" algn="l">
              <a:lnSpc>
                <a:spcPct val="90000"/>
              </a:lnSpc>
              <a:spcBef>
                <a:spcPts val="1500"/>
              </a:spcBef>
              <a:spcAft>
                <a:spcPts val="0"/>
              </a:spcAft>
              <a:buClr>
                <a:schemeClr val="dk1"/>
              </a:buClr>
              <a:buSzPts val="1800"/>
              <a:buChar char="•"/>
              <a:defRPr/>
            </a:lvl5pPr>
            <a:lvl6pPr indent="-342900" lvl="5" marL="2743200" algn="l">
              <a:lnSpc>
                <a:spcPct val="90000"/>
              </a:lnSpc>
              <a:spcBef>
                <a:spcPts val="1500"/>
              </a:spcBef>
              <a:spcAft>
                <a:spcPts val="0"/>
              </a:spcAft>
              <a:buClr>
                <a:schemeClr val="dk1"/>
              </a:buClr>
              <a:buSzPts val="1800"/>
              <a:buChar char="•"/>
              <a:defRPr/>
            </a:lvl6pPr>
            <a:lvl7pPr indent="-342900" lvl="6" marL="3200400" algn="l">
              <a:lnSpc>
                <a:spcPct val="90000"/>
              </a:lnSpc>
              <a:spcBef>
                <a:spcPts val="1500"/>
              </a:spcBef>
              <a:spcAft>
                <a:spcPts val="0"/>
              </a:spcAft>
              <a:buClr>
                <a:schemeClr val="dk1"/>
              </a:buClr>
              <a:buSzPts val="1800"/>
              <a:buChar char="•"/>
              <a:defRPr/>
            </a:lvl7pPr>
            <a:lvl8pPr indent="-342900" lvl="7" marL="3657600" algn="l">
              <a:lnSpc>
                <a:spcPct val="90000"/>
              </a:lnSpc>
              <a:spcBef>
                <a:spcPts val="1500"/>
              </a:spcBef>
              <a:spcAft>
                <a:spcPts val="0"/>
              </a:spcAft>
              <a:buClr>
                <a:schemeClr val="dk1"/>
              </a:buClr>
              <a:buSzPts val="1800"/>
              <a:buChar char="•"/>
              <a:defRPr/>
            </a:lvl8pPr>
            <a:lvl9pPr indent="-342900" lvl="8" marL="4114800" algn="l">
              <a:lnSpc>
                <a:spcPct val="90000"/>
              </a:lnSpc>
              <a:spcBef>
                <a:spcPts val="1500"/>
              </a:spcBef>
              <a:spcAft>
                <a:spcPts val="0"/>
              </a:spcAft>
              <a:buClr>
                <a:schemeClr val="dk1"/>
              </a:buClr>
              <a:buSzPts val="1800"/>
              <a:buChar char="•"/>
              <a:defRPr/>
            </a:lvl9pPr>
          </a:lstStyle>
          <a:p/>
        </p:txBody>
      </p:sp>
      <p:sp>
        <p:nvSpPr>
          <p:cNvPr id="53" name="Google Shape;53;p22"/>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22"/>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22"/>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6" name="Shape 56"/>
        <p:cNvGrpSpPr/>
        <p:nvPr/>
      </p:nvGrpSpPr>
      <p:grpSpPr>
        <a:xfrm>
          <a:off x="0" y="0"/>
          <a:ext cx="0" cy="0"/>
          <a:chOff x="0" y="0"/>
          <a:chExt cx="0" cy="0"/>
        </a:xfrm>
      </p:grpSpPr>
      <p:sp>
        <p:nvSpPr>
          <p:cNvPr id="57" name="Google Shape;57;p23"/>
          <p:cNvSpPr txBox="1"/>
          <p:nvPr>
            <p:ph type="title"/>
          </p:nvPr>
        </p:nvSpPr>
        <p:spPr>
          <a:xfrm>
            <a:off x="2514600" y="1095377"/>
            <a:ext cx="31546800" cy="397668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23"/>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23"/>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3"/>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1" name="Shape 61"/>
        <p:cNvGrpSpPr/>
        <p:nvPr/>
      </p:nvGrpSpPr>
      <p:grpSpPr>
        <a:xfrm>
          <a:off x="0" y="0"/>
          <a:ext cx="0" cy="0"/>
          <a:chOff x="0" y="0"/>
          <a:chExt cx="0" cy="0"/>
        </a:xfrm>
      </p:grpSpPr>
      <p:sp>
        <p:nvSpPr>
          <p:cNvPr id="62" name="Google Shape;62;p24"/>
          <p:cNvSpPr txBox="1"/>
          <p:nvPr>
            <p:ph type="title"/>
          </p:nvPr>
        </p:nvSpPr>
        <p:spPr>
          <a:xfrm>
            <a:off x="2519366" y="1371600"/>
            <a:ext cx="11796711" cy="48006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9600"/>
              <a:buFont typeface="Play"/>
              <a:buNone/>
              <a:defRPr sz="96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4"/>
          <p:cNvSpPr txBox="1"/>
          <p:nvPr>
            <p:ph idx="1" type="body"/>
          </p:nvPr>
        </p:nvSpPr>
        <p:spPr>
          <a:xfrm>
            <a:off x="15549564" y="2962277"/>
            <a:ext cx="18516600" cy="14620875"/>
          </a:xfrm>
          <a:prstGeom prst="rect">
            <a:avLst/>
          </a:prstGeom>
          <a:noFill/>
          <a:ln>
            <a:noFill/>
          </a:ln>
        </p:spPr>
        <p:txBody>
          <a:bodyPr anchorCtr="0" anchor="t" bIns="45700" lIns="91425" spcFirstLastPara="1" rIns="91425" wrap="square" tIns="45700">
            <a:normAutofit/>
          </a:bodyPr>
          <a:lstStyle>
            <a:lvl1pPr indent="-838200" lvl="0" marL="457200" algn="l">
              <a:lnSpc>
                <a:spcPct val="90000"/>
              </a:lnSpc>
              <a:spcBef>
                <a:spcPts val="3000"/>
              </a:spcBef>
              <a:spcAft>
                <a:spcPts val="0"/>
              </a:spcAft>
              <a:buClr>
                <a:schemeClr val="dk1"/>
              </a:buClr>
              <a:buSzPts val="9600"/>
              <a:buChar char="•"/>
              <a:defRPr sz="9600"/>
            </a:lvl1pPr>
            <a:lvl2pPr indent="-762000" lvl="1" marL="914400" algn="l">
              <a:lnSpc>
                <a:spcPct val="90000"/>
              </a:lnSpc>
              <a:spcBef>
                <a:spcPts val="1500"/>
              </a:spcBef>
              <a:spcAft>
                <a:spcPts val="0"/>
              </a:spcAft>
              <a:buClr>
                <a:schemeClr val="dk1"/>
              </a:buClr>
              <a:buSzPts val="8400"/>
              <a:buChar char="•"/>
              <a:defRPr sz="8400"/>
            </a:lvl2pPr>
            <a:lvl3pPr indent="-685800" lvl="2" marL="1371600" algn="l">
              <a:lnSpc>
                <a:spcPct val="90000"/>
              </a:lnSpc>
              <a:spcBef>
                <a:spcPts val="1500"/>
              </a:spcBef>
              <a:spcAft>
                <a:spcPts val="0"/>
              </a:spcAft>
              <a:buClr>
                <a:schemeClr val="dk1"/>
              </a:buClr>
              <a:buSzPts val="7200"/>
              <a:buChar char="•"/>
              <a:defRPr sz="7200"/>
            </a:lvl3pPr>
            <a:lvl4pPr indent="-609600" lvl="3" marL="1828800" algn="l">
              <a:lnSpc>
                <a:spcPct val="90000"/>
              </a:lnSpc>
              <a:spcBef>
                <a:spcPts val="1500"/>
              </a:spcBef>
              <a:spcAft>
                <a:spcPts val="0"/>
              </a:spcAft>
              <a:buClr>
                <a:schemeClr val="dk1"/>
              </a:buClr>
              <a:buSzPts val="6000"/>
              <a:buChar char="•"/>
              <a:defRPr sz="6000"/>
            </a:lvl4pPr>
            <a:lvl5pPr indent="-609600" lvl="4" marL="2286000" algn="l">
              <a:lnSpc>
                <a:spcPct val="90000"/>
              </a:lnSpc>
              <a:spcBef>
                <a:spcPts val="1500"/>
              </a:spcBef>
              <a:spcAft>
                <a:spcPts val="0"/>
              </a:spcAft>
              <a:buClr>
                <a:schemeClr val="dk1"/>
              </a:buClr>
              <a:buSzPts val="6000"/>
              <a:buChar char="•"/>
              <a:defRPr sz="6000"/>
            </a:lvl5pPr>
            <a:lvl6pPr indent="-609600" lvl="5" marL="2743200" algn="l">
              <a:lnSpc>
                <a:spcPct val="90000"/>
              </a:lnSpc>
              <a:spcBef>
                <a:spcPts val="1500"/>
              </a:spcBef>
              <a:spcAft>
                <a:spcPts val="0"/>
              </a:spcAft>
              <a:buClr>
                <a:schemeClr val="dk1"/>
              </a:buClr>
              <a:buSzPts val="6000"/>
              <a:buChar char="•"/>
              <a:defRPr sz="6000"/>
            </a:lvl6pPr>
            <a:lvl7pPr indent="-609600" lvl="6" marL="3200400" algn="l">
              <a:lnSpc>
                <a:spcPct val="90000"/>
              </a:lnSpc>
              <a:spcBef>
                <a:spcPts val="1500"/>
              </a:spcBef>
              <a:spcAft>
                <a:spcPts val="0"/>
              </a:spcAft>
              <a:buClr>
                <a:schemeClr val="dk1"/>
              </a:buClr>
              <a:buSzPts val="6000"/>
              <a:buChar char="•"/>
              <a:defRPr sz="6000"/>
            </a:lvl7pPr>
            <a:lvl8pPr indent="-609600" lvl="7" marL="3657600" algn="l">
              <a:lnSpc>
                <a:spcPct val="90000"/>
              </a:lnSpc>
              <a:spcBef>
                <a:spcPts val="1500"/>
              </a:spcBef>
              <a:spcAft>
                <a:spcPts val="0"/>
              </a:spcAft>
              <a:buClr>
                <a:schemeClr val="dk1"/>
              </a:buClr>
              <a:buSzPts val="6000"/>
              <a:buChar char="•"/>
              <a:defRPr sz="6000"/>
            </a:lvl8pPr>
            <a:lvl9pPr indent="-609600" lvl="8" marL="4114800" algn="l">
              <a:lnSpc>
                <a:spcPct val="90000"/>
              </a:lnSpc>
              <a:spcBef>
                <a:spcPts val="1500"/>
              </a:spcBef>
              <a:spcAft>
                <a:spcPts val="0"/>
              </a:spcAft>
              <a:buClr>
                <a:schemeClr val="dk1"/>
              </a:buClr>
              <a:buSzPts val="6000"/>
              <a:buChar char="•"/>
              <a:defRPr sz="6000"/>
            </a:lvl9pPr>
          </a:lstStyle>
          <a:p/>
        </p:txBody>
      </p:sp>
      <p:sp>
        <p:nvSpPr>
          <p:cNvPr id="64" name="Google Shape;64;p24"/>
          <p:cNvSpPr txBox="1"/>
          <p:nvPr>
            <p:ph idx="2" type="body"/>
          </p:nvPr>
        </p:nvSpPr>
        <p:spPr>
          <a:xfrm>
            <a:off x="2519366" y="6172200"/>
            <a:ext cx="11796711" cy="1143476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3000"/>
              </a:spcBef>
              <a:spcAft>
                <a:spcPts val="0"/>
              </a:spcAft>
              <a:buClr>
                <a:schemeClr val="dk1"/>
              </a:buClr>
              <a:buSzPts val="4800"/>
              <a:buNone/>
              <a:defRPr sz="4800"/>
            </a:lvl1pPr>
            <a:lvl2pPr indent="-228600" lvl="1" marL="914400" algn="l">
              <a:lnSpc>
                <a:spcPct val="90000"/>
              </a:lnSpc>
              <a:spcBef>
                <a:spcPts val="1500"/>
              </a:spcBef>
              <a:spcAft>
                <a:spcPts val="0"/>
              </a:spcAft>
              <a:buClr>
                <a:schemeClr val="dk1"/>
              </a:buClr>
              <a:buSzPts val="4200"/>
              <a:buNone/>
              <a:defRPr sz="4200"/>
            </a:lvl2pPr>
            <a:lvl3pPr indent="-228600" lvl="2" marL="1371600" algn="l">
              <a:lnSpc>
                <a:spcPct val="90000"/>
              </a:lnSpc>
              <a:spcBef>
                <a:spcPts val="1500"/>
              </a:spcBef>
              <a:spcAft>
                <a:spcPts val="0"/>
              </a:spcAft>
              <a:buClr>
                <a:schemeClr val="dk1"/>
              </a:buClr>
              <a:buSzPts val="3600"/>
              <a:buNone/>
              <a:defRPr sz="3600"/>
            </a:lvl3pPr>
            <a:lvl4pPr indent="-228600" lvl="3" marL="1828800" algn="l">
              <a:lnSpc>
                <a:spcPct val="90000"/>
              </a:lnSpc>
              <a:spcBef>
                <a:spcPts val="1500"/>
              </a:spcBef>
              <a:spcAft>
                <a:spcPts val="0"/>
              </a:spcAft>
              <a:buClr>
                <a:schemeClr val="dk1"/>
              </a:buClr>
              <a:buSzPts val="3000"/>
              <a:buNone/>
              <a:defRPr sz="3000"/>
            </a:lvl4pPr>
            <a:lvl5pPr indent="-228600" lvl="4" marL="2286000" algn="l">
              <a:lnSpc>
                <a:spcPct val="90000"/>
              </a:lnSpc>
              <a:spcBef>
                <a:spcPts val="1500"/>
              </a:spcBef>
              <a:spcAft>
                <a:spcPts val="0"/>
              </a:spcAft>
              <a:buClr>
                <a:schemeClr val="dk1"/>
              </a:buClr>
              <a:buSzPts val="3000"/>
              <a:buNone/>
              <a:defRPr sz="3000"/>
            </a:lvl5pPr>
            <a:lvl6pPr indent="-228600" lvl="5" marL="2743200" algn="l">
              <a:lnSpc>
                <a:spcPct val="90000"/>
              </a:lnSpc>
              <a:spcBef>
                <a:spcPts val="1500"/>
              </a:spcBef>
              <a:spcAft>
                <a:spcPts val="0"/>
              </a:spcAft>
              <a:buClr>
                <a:schemeClr val="dk1"/>
              </a:buClr>
              <a:buSzPts val="3000"/>
              <a:buNone/>
              <a:defRPr sz="3000"/>
            </a:lvl6pPr>
            <a:lvl7pPr indent="-228600" lvl="6" marL="3200400" algn="l">
              <a:lnSpc>
                <a:spcPct val="90000"/>
              </a:lnSpc>
              <a:spcBef>
                <a:spcPts val="1500"/>
              </a:spcBef>
              <a:spcAft>
                <a:spcPts val="0"/>
              </a:spcAft>
              <a:buClr>
                <a:schemeClr val="dk1"/>
              </a:buClr>
              <a:buSzPts val="3000"/>
              <a:buNone/>
              <a:defRPr sz="3000"/>
            </a:lvl7pPr>
            <a:lvl8pPr indent="-228600" lvl="7" marL="3657600" algn="l">
              <a:lnSpc>
                <a:spcPct val="90000"/>
              </a:lnSpc>
              <a:spcBef>
                <a:spcPts val="1500"/>
              </a:spcBef>
              <a:spcAft>
                <a:spcPts val="0"/>
              </a:spcAft>
              <a:buClr>
                <a:schemeClr val="dk1"/>
              </a:buClr>
              <a:buSzPts val="3000"/>
              <a:buNone/>
              <a:defRPr sz="3000"/>
            </a:lvl8pPr>
            <a:lvl9pPr indent="-228600" lvl="8" marL="4114800" algn="l">
              <a:lnSpc>
                <a:spcPct val="90000"/>
              </a:lnSpc>
              <a:spcBef>
                <a:spcPts val="1500"/>
              </a:spcBef>
              <a:spcAft>
                <a:spcPts val="0"/>
              </a:spcAft>
              <a:buClr>
                <a:schemeClr val="dk1"/>
              </a:buClr>
              <a:buSzPts val="3000"/>
              <a:buNone/>
              <a:defRPr sz="3000"/>
            </a:lvl9pPr>
          </a:lstStyle>
          <a:p/>
        </p:txBody>
      </p:sp>
      <p:sp>
        <p:nvSpPr>
          <p:cNvPr id="65" name="Google Shape;65;p24"/>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24"/>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4"/>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8" name="Shape 68"/>
        <p:cNvGrpSpPr/>
        <p:nvPr/>
      </p:nvGrpSpPr>
      <p:grpSpPr>
        <a:xfrm>
          <a:off x="0" y="0"/>
          <a:ext cx="0" cy="0"/>
          <a:chOff x="0" y="0"/>
          <a:chExt cx="0" cy="0"/>
        </a:xfrm>
      </p:grpSpPr>
      <p:sp>
        <p:nvSpPr>
          <p:cNvPr id="69" name="Google Shape;69;p25"/>
          <p:cNvSpPr txBox="1"/>
          <p:nvPr>
            <p:ph type="title"/>
          </p:nvPr>
        </p:nvSpPr>
        <p:spPr>
          <a:xfrm>
            <a:off x="2519366" y="1371600"/>
            <a:ext cx="11796711" cy="48006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9600"/>
              <a:buFont typeface="Play"/>
              <a:buNone/>
              <a:defRPr sz="96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
          <p:cNvSpPr/>
          <p:nvPr>
            <p:ph idx="2" type="pic"/>
          </p:nvPr>
        </p:nvSpPr>
        <p:spPr>
          <a:xfrm>
            <a:off x="15549564" y="2962277"/>
            <a:ext cx="18516600" cy="14620875"/>
          </a:xfrm>
          <a:prstGeom prst="rect">
            <a:avLst/>
          </a:prstGeom>
          <a:noFill/>
          <a:ln>
            <a:noFill/>
          </a:ln>
        </p:spPr>
      </p:sp>
      <p:sp>
        <p:nvSpPr>
          <p:cNvPr id="71" name="Google Shape;71;p25"/>
          <p:cNvSpPr txBox="1"/>
          <p:nvPr>
            <p:ph idx="1" type="body"/>
          </p:nvPr>
        </p:nvSpPr>
        <p:spPr>
          <a:xfrm>
            <a:off x="2519366" y="6172200"/>
            <a:ext cx="11796711" cy="1143476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3000"/>
              </a:spcBef>
              <a:spcAft>
                <a:spcPts val="0"/>
              </a:spcAft>
              <a:buClr>
                <a:schemeClr val="dk1"/>
              </a:buClr>
              <a:buSzPts val="4800"/>
              <a:buNone/>
              <a:defRPr sz="4800"/>
            </a:lvl1pPr>
            <a:lvl2pPr indent="-228600" lvl="1" marL="914400" algn="l">
              <a:lnSpc>
                <a:spcPct val="90000"/>
              </a:lnSpc>
              <a:spcBef>
                <a:spcPts val="1500"/>
              </a:spcBef>
              <a:spcAft>
                <a:spcPts val="0"/>
              </a:spcAft>
              <a:buClr>
                <a:schemeClr val="dk1"/>
              </a:buClr>
              <a:buSzPts val="4200"/>
              <a:buNone/>
              <a:defRPr sz="4200"/>
            </a:lvl2pPr>
            <a:lvl3pPr indent="-228600" lvl="2" marL="1371600" algn="l">
              <a:lnSpc>
                <a:spcPct val="90000"/>
              </a:lnSpc>
              <a:spcBef>
                <a:spcPts val="1500"/>
              </a:spcBef>
              <a:spcAft>
                <a:spcPts val="0"/>
              </a:spcAft>
              <a:buClr>
                <a:schemeClr val="dk1"/>
              </a:buClr>
              <a:buSzPts val="3600"/>
              <a:buNone/>
              <a:defRPr sz="3600"/>
            </a:lvl3pPr>
            <a:lvl4pPr indent="-228600" lvl="3" marL="1828800" algn="l">
              <a:lnSpc>
                <a:spcPct val="90000"/>
              </a:lnSpc>
              <a:spcBef>
                <a:spcPts val="1500"/>
              </a:spcBef>
              <a:spcAft>
                <a:spcPts val="0"/>
              </a:spcAft>
              <a:buClr>
                <a:schemeClr val="dk1"/>
              </a:buClr>
              <a:buSzPts val="3000"/>
              <a:buNone/>
              <a:defRPr sz="3000"/>
            </a:lvl4pPr>
            <a:lvl5pPr indent="-228600" lvl="4" marL="2286000" algn="l">
              <a:lnSpc>
                <a:spcPct val="90000"/>
              </a:lnSpc>
              <a:spcBef>
                <a:spcPts val="1500"/>
              </a:spcBef>
              <a:spcAft>
                <a:spcPts val="0"/>
              </a:spcAft>
              <a:buClr>
                <a:schemeClr val="dk1"/>
              </a:buClr>
              <a:buSzPts val="3000"/>
              <a:buNone/>
              <a:defRPr sz="3000"/>
            </a:lvl5pPr>
            <a:lvl6pPr indent="-228600" lvl="5" marL="2743200" algn="l">
              <a:lnSpc>
                <a:spcPct val="90000"/>
              </a:lnSpc>
              <a:spcBef>
                <a:spcPts val="1500"/>
              </a:spcBef>
              <a:spcAft>
                <a:spcPts val="0"/>
              </a:spcAft>
              <a:buClr>
                <a:schemeClr val="dk1"/>
              </a:buClr>
              <a:buSzPts val="3000"/>
              <a:buNone/>
              <a:defRPr sz="3000"/>
            </a:lvl6pPr>
            <a:lvl7pPr indent="-228600" lvl="6" marL="3200400" algn="l">
              <a:lnSpc>
                <a:spcPct val="90000"/>
              </a:lnSpc>
              <a:spcBef>
                <a:spcPts val="1500"/>
              </a:spcBef>
              <a:spcAft>
                <a:spcPts val="0"/>
              </a:spcAft>
              <a:buClr>
                <a:schemeClr val="dk1"/>
              </a:buClr>
              <a:buSzPts val="3000"/>
              <a:buNone/>
              <a:defRPr sz="3000"/>
            </a:lvl7pPr>
            <a:lvl8pPr indent="-228600" lvl="7" marL="3657600" algn="l">
              <a:lnSpc>
                <a:spcPct val="90000"/>
              </a:lnSpc>
              <a:spcBef>
                <a:spcPts val="1500"/>
              </a:spcBef>
              <a:spcAft>
                <a:spcPts val="0"/>
              </a:spcAft>
              <a:buClr>
                <a:schemeClr val="dk1"/>
              </a:buClr>
              <a:buSzPts val="3000"/>
              <a:buNone/>
              <a:defRPr sz="3000"/>
            </a:lvl8pPr>
            <a:lvl9pPr indent="-228600" lvl="8" marL="4114800" algn="l">
              <a:lnSpc>
                <a:spcPct val="90000"/>
              </a:lnSpc>
              <a:spcBef>
                <a:spcPts val="1500"/>
              </a:spcBef>
              <a:spcAft>
                <a:spcPts val="0"/>
              </a:spcAft>
              <a:buClr>
                <a:schemeClr val="dk1"/>
              </a:buClr>
              <a:buSzPts val="3000"/>
              <a:buNone/>
              <a:defRPr sz="3000"/>
            </a:lvl9pPr>
          </a:lstStyle>
          <a:p/>
        </p:txBody>
      </p:sp>
      <p:sp>
        <p:nvSpPr>
          <p:cNvPr id="72" name="Google Shape;72;p25"/>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25"/>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5" name="Shape 75"/>
        <p:cNvGrpSpPr/>
        <p:nvPr/>
      </p:nvGrpSpPr>
      <p:grpSpPr>
        <a:xfrm>
          <a:off x="0" y="0"/>
          <a:ext cx="0" cy="0"/>
          <a:chOff x="0" y="0"/>
          <a:chExt cx="0" cy="0"/>
        </a:xfrm>
      </p:grpSpPr>
      <p:sp>
        <p:nvSpPr>
          <p:cNvPr id="76" name="Google Shape;76;p26"/>
          <p:cNvSpPr txBox="1"/>
          <p:nvPr>
            <p:ph type="title"/>
          </p:nvPr>
        </p:nvSpPr>
        <p:spPr>
          <a:xfrm>
            <a:off x="2514600" y="1095377"/>
            <a:ext cx="31546800" cy="397668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6"/>
          <p:cNvSpPr txBox="1"/>
          <p:nvPr>
            <p:ph idx="1" type="body"/>
          </p:nvPr>
        </p:nvSpPr>
        <p:spPr>
          <a:xfrm rot="5400000">
            <a:off x="11760993" y="-3769518"/>
            <a:ext cx="13054014" cy="315468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3000"/>
              </a:spcBef>
              <a:spcAft>
                <a:spcPts val="0"/>
              </a:spcAft>
              <a:buClr>
                <a:schemeClr val="dk1"/>
              </a:buClr>
              <a:buSzPts val="1800"/>
              <a:buChar char="•"/>
              <a:defRPr/>
            </a:lvl1pPr>
            <a:lvl2pPr indent="-342900" lvl="1" marL="914400" algn="l">
              <a:lnSpc>
                <a:spcPct val="90000"/>
              </a:lnSpc>
              <a:spcBef>
                <a:spcPts val="1500"/>
              </a:spcBef>
              <a:spcAft>
                <a:spcPts val="0"/>
              </a:spcAft>
              <a:buClr>
                <a:schemeClr val="dk1"/>
              </a:buClr>
              <a:buSzPts val="1800"/>
              <a:buChar char="•"/>
              <a:defRPr/>
            </a:lvl2pPr>
            <a:lvl3pPr indent="-342900" lvl="2" marL="1371600" algn="l">
              <a:lnSpc>
                <a:spcPct val="90000"/>
              </a:lnSpc>
              <a:spcBef>
                <a:spcPts val="1500"/>
              </a:spcBef>
              <a:spcAft>
                <a:spcPts val="0"/>
              </a:spcAft>
              <a:buClr>
                <a:schemeClr val="dk1"/>
              </a:buClr>
              <a:buSzPts val="1800"/>
              <a:buChar char="•"/>
              <a:defRPr/>
            </a:lvl3pPr>
            <a:lvl4pPr indent="-342900" lvl="3" marL="1828800" algn="l">
              <a:lnSpc>
                <a:spcPct val="90000"/>
              </a:lnSpc>
              <a:spcBef>
                <a:spcPts val="1500"/>
              </a:spcBef>
              <a:spcAft>
                <a:spcPts val="0"/>
              </a:spcAft>
              <a:buClr>
                <a:schemeClr val="dk1"/>
              </a:buClr>
              <a:buSzPts val="1800"/>
              <a:buChar char="•"/>
              <a:defRPr/>
            </a:lvl4pPr>
            <a:lvl5pPr indent="-342900" lvl="4" marL="2286000" algn="l">
              <a:lnSpc>
                <a:spcPct val="90000"/>
              </a:lnSpc>
              <a:spcBef>
                <a:spcPts val="1500"/>
              </a:spcBef>
              <a:spcAft>
                <a:spcPts val="0"/>
              </a:spcAft>
              <a:buClr>
                <a:schemeClr val="dk1"/>
              </a:buClr>
              <a:buSzPts val="1800"/>
              <a:buChar char="•"/>
              <a:defRPr/>
            </a:lvl5pPr>
            <a:lvl6pPr indent="-342900" lvl="5" marL="2743200" algn="l">
              <a:lnSpc>
                <a:spcPct val="90000"/>
              </a:lnSpc>
              <a:spcBef>
                <a:spcPts val="1500"/>
              </a:spcBef>
              <a:spcAft>
                <a:spcPts val="0"/>
              </a:spcAft>
              <a:buClr>
                <a:schemeClr val="dk1"/>
              </a:buClr>
              <a:buSzPts val="1800"/>
              <a:buChar char="•"/>
              <a:defRPr/>
            </a:lvl6pPr>
            <a:lvl7pPr indent="-342900" lvl="6" marL="3200400" algn="l">
              <a:lnSpc>
                <a:spcPct val="90000"/>
              </a:lnSpc>
              <a:spcBef>
                <a:spcPts val="1500"/>
              </a:spcBef>
              <a:spcAft>
                <a:spcPts val="0"/>
              </a:spcAft>
              <a:buClr>
                <a:schemeClr val="dk1"/>
              </a:buClr>
              <a:buSzPts val="1800"/>
              <a:buChar char="•"/>
              <a:defRPr/>
            </a:lvl7pPr>
            <a:lvl8pPr indent="-342900" lvl="7" marL="3657600" algn="l">
              <a:lnSpc>
                <a:spcPct val="90000"/>
              </a:lnSpc>
              <a:spcBef>
                <a:spcPts val="1500"/>
              </a:spcBef>
              <a:spcAft>
                <a:spcPts val="0"/>
              </a:spcAft>
              <a:buClr>
                <a:schemeClr val="dk1"/>
              </a:buClr>
              <a:buSzPts val="1800"/>
              <a:buChar char="•"/>
              <a:defRPr/>
            </a:lvl8pPr>
            <a:lvl9pPr indent="-342900" lvl="8" marL="4114800" algn="l">
              <a:lnSpc>
                <a:spcPct val="90000"/>
              </a:lnSpc>
              <a:spcBef>
                <a:spcPts val="1500"/>
              </a:spcBef>
              <a:spcAft>
                <a:spcPts val="0"/>
              </a:spcAft>
              <a:buClr>
                <a:schemeClr val="dk1"/>
              </a:buClr>
              <a:buSzPts val="1800"/>
              <a:buChar char="•"/>
              <a:defRPr/>
            </a:lvl9pPr>
          </a:lstStyle>
          <a:p/>
        </p:txBody>
      </p:sp>
      <p:sp>
        <p:nvSpPr>
          <p:cNvPr id="78" name="Google Shape;78;p26"/>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26"/>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6"/>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1" name="Shape 81"/>
        <p:cNvGrpSpPr/>
        <p:nvPr/>
      </p:nvGrpSpPr>
      <p:grpSpPr>
        <a:xfrm>
          <a:off x="0" y="0"/>
          <a:ext cx="0" cy="0"/>
          <a:chOff x="0" y="0"/>
          <a:chExt cx="0" cy="0"/>
        </a:xfrm>
      </p:grpSpPr>
      <p:sp>
        <p:nvSpPr>
          <p:cNvPr id="82" name="Google Shape;82;p27"/>
          <p:cNvSpPr txBox="1"/>
          <p:nvPr>
            <p:ph type="title"/>
          </p:nvPr>
        </p:nvSpPr>
        <p:spPr>
          <a:xfrm rot="5400000">
            <a:off x="21400293" y="5869782"/>
            <a:ext cx="17435514" cy="7886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7"/>
          <p:cNvSpPr txBox="1"/>
          <p:nvPr>
            <p:ph idx="1" type="body"/>
          </p:nvPr>
        </p:nvSpPr>
        <p:spPr>
          <a:xfrm rot="5400000">
            <a:off x="5398293" y="-1788318"/>
            <a:ext cx="17435514" cy="232029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3000"/>
              </a:spcBef>
              <a:spcAft>
                <a:spcPts val="0"/>
              </a:spcAft>
              <a:buClr>
                <a:schemeClr val="dk1"/>
              </a:buClr>
              <a:buSzPts val="1800"/>
              <a:buChar char="•"/>
              <a:defRPr/>
            </a:lvl1pPr>
            <a:lvl2pPr indent="-342900" lvl="1" marL="914400" algn="l">
              <a:lnSpc>
                <a:spcPct val="90000"/>
              </a:lnSpc>
              <a:spcBef>
                <a:spcPts val="1500"/>
              </a:spcBef>
              <a:spcAft>
                <a:spcPts val="0"/>
              </a:spcAft>
              <a:buClr>
                <a:schemeClr val="dk1"/>
              </a:buClr>
              <a:buSzPts val="1800"/>
              <a:buChar char="•"/>
              <a:defRPr/>
            </a:lvl2pPr>
            <a:lvl3pPr indent="-342900" lvl="2" marL="1371600" algn="l">
              <a:lnSpc>
                <a:spcPct val="90000"/>
              </a:lnSpc>
              <a:spcBef>
                <a:spcPts val="1500"/>
              </a:spcBef>
              <a:spcAft>
                <a:spcPts val="0"/>
              </a:spcAft>
              <a:buClr>
                <a:schemeClr val="dk1"/>
              </a:buClr>
              <a:buSzPts val="1800"/>
              <a:buChar char="•"/>
              <a:defRPr/>
            </a:lvl3pPr>
            <a:lvl4pPr indent="-342900" lvl="3" marL="1828800" algn="l">
              <a:lnSpc>
                <a:spcPct val="90000"/>
              </a:lnSpc>
              <a:spcBef>
                <a:spcPts val="1500"/>
              </a:spcBef>
              <a:spcAft>
                <a:spcPts val="0"/>
              </a:spcAft>
              <a:buClr>
                <a:schemeClr val="dk1"/>
              </a:buClr>
              <a:buSzPts val="1800"/>
              <a:buChar char="•"/>
              <a:defRPr/>
            </a:lvl4pPr>
            <a:lvl5pPr indent="-342900" lvl="4" marL="2286000" algn="l">
              <a:lnSpc>
                <a:spcPct val="90000"/>
              </a:lnSpc>
              <a:spcBef>
                <a:spcPts val="1500"/>
              </a:spcBef>
              <a:spcAft>
                <a:spcPts val="0"/>
              </a:spcAft>
              <a:buClr>
                <a:schemeClr val="dk1"/>
              </a:buClr>
              <a:buSzPts val="1800"/>
              <a:buChar char="•"/>
              <a:defRPr/>
            </a:lvl5pPr>
            <a:lvl6pPr indent="-342900" lvl="5" marL="2743200" algn="l">
              <a:lnSpc>
                <a:spcPct val="90000"/>
              </a:lnSpc>
              <a:spcBef>
                <a:spcPts val="1500"/>
              </a:spcBef>
              <a:spcAft>
                <a:spcPts val="0"/>
              </a:spcAft>
              <a:buClr>
                <a:schemeClr val="dk1"/>
              </a:buClr>
              <a:buSzPts val="1800"/>
              <a:buChar char="•"/>
              <a:defRPr/>
            </a:lvl6pPr>
            <a:lvl7pPr indent="-342900" lvl="6" marL="3200400" algn="l">
              <a:lnSpc>
                <a:spcPct val="90000"/>
              </a:lnSpc>
              <a:spcBef>
                <a:spcPts val="1500"/>
              </a:spcBef>
              <a:spcAft>
                <a:spcPts val="0"/>
              </a:spcAft>
              <a:buClr>
                <a:schemeClr val="dk1"/>
              </a:buClr>
              <a:buSzPts val="1800"/>
              <a:buChar char="•"/>
              <a:defRPr/>
            </a:lvl7pPr>
            <a:lvl8pPr indent="-342900" lvl="7" marL="3657600" algn="l">
              <a:lnSpc>
                <a:spcPct val="90000"/>
              </a:lnSpc>
              <a:spcBef>
                <a:spcPts val="1500"/>
              </a:spcBef>
              <a:spcAft>
                <a:spcPts val="0"/>
              </a:spcAft>
              <a:buClr>
                <a:schemeClr val="dk1"/>
              </a:buClr>
              <a:buSzPts val="1800"/>
              <a:buChar char="•"/>
              <a:defRPr/>
            </a:lvl8pPr>
            <a:lvl9pPr indent="-342900" lvl="8" marL="4114800" algn="l">
              <a:lnSpc>
                <a:spcPct val="90000"/>
              </a:lnSpc>
              <a:spcBef>
                <a:spcPts val="1500"/>
              </a:spcBef>
              <a:spcAft>
                <a:spcPts val="0"/>
              </a:spcAft>
              <a:buClr>
                <a:schemeClr val="dk1"/>
              </a:buClr>
              <a:buSzPts val="1800"/>
              <a:buChar char="•"/>
              <a:defRPr/>
            </a:lvl9pPr>
          </a:lstStyle>
          <a:p/>
        </p:txBody>
      </p:sp>
      <p:sp>
        <p:nvSpPr>
          <p:cNvPr id="84" name="Google Shape;84;p27"/>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27"/>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27"/>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14:warp dir="in"/>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9.xml"/><Relationship Id="rId10" Type="http://schemas.openxmlformats.org/officeDocument/2006/relationships/slideLayout" Target="../slideLayouts/slideLayout8.xml"/><Relationship Id="rId13" Type="http://schemas.openxmlformats.org/officeDocument/2006/relationships/slideLayout" Target="../slideLayouts/slideLayout11.xml"/><Relationship Id="rId12" Type="http://schemas.openxmlformats.org/officeDocument/2006/relationships/slideLayout" Target="../slideLayouts/slideLayout10.xml"/><Relationship Id="rId1" Type="http://schemas.openxmlformats.org/officeDocument/2006/relationships/image" Target="../media/image4.png"/><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 Id="rId9" Type="http://schemas.openxmlformats.org/officeDocument/2006/relationships/slideLayout" Target="../slideLayouts/slideLayout7.xml"/><Relationship Id="rId14" Type="http://schemas.openxmlformats.org/officeDocument/2006/relationships/theme" Target="../theme/theme1.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9" name="Shape 9"/>
        <p:cNvGrpSpPr/>
        <p:nvPr/>
      </p:nvGrpSpPr>
      <p:grpSpPr>
        <a:xfrm>
          <a:off x="0" y="0"/>
          <a:ext cx="0" cy="0"/>
          <a:chOff x="0" y="0"/>
          <a:chExt cx="0" cy="0"/>
        </a:xfrm>
      </p:grpSpPr>
      <p:sp>
        <p:nvSpPr>
          <p:cNvPr id="10" name="Google Shape;10;p16"/>
          <p:cNvSpPr txBox="1"/>
          <p:nvPr>
            <p:ph type="title"/>
          </p:nvPr>
        </p:nvSpPr>
        <p:spPr>
          <a:xfrm>
            <a:off x="2514600" y="1095377"/>
            <a:ext cx="31546800" cy="397668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13200"/>
              <a:buFont typeface="Play"/>
              <a:buNone/>
              <a:defRPr b="0" i="0" sz="132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6"/>
          <p:cNvSpPr txBox="1"/>
          <p:nvPr>
            <p:ph idx="1" type="body"/>
          </p:nvPr>
        </p:nvSpPr>
        <p:spPr>
          <a:xfrm>
            <a:off x="2514600" y="5476875"/>
            <a:ext cx="31546800" cy="13054014"/>
          </a:xfrm>
          <a:prstGeom prst="rect">
            <a:avLst/>
          </a:prstGeom>
          <a:noFill/>
          <a:ln>
            <a:noFill/>
          </a:ln>
        </p:spPr>
        <p:txBody>
          <a:bodyPr anchorCtr="0" anchor="t" bIns="45700" lIns="91425" spcFirstLastPara="1" rIns="91425" wrap="square" tIns="45700">
            <a:normAutofit/>
          </a:bodyPr>
          <a:lstStyle>
            <a:lvl1pPr indent="-762000" lvl="0" marL="457200" marR="0" rtl="0" algn="l">
              <a:lnSpc>
                <a:spcPct val="90000"/>
              </a:lnSpc>
              <a:spcBef>
                <a:spcPts val="3000"/>
              </a:spcBef>
              <a:spcAft>
                <a:spcPts val="0"/>
              </a:spcAft>
              <a:buClr>
                <a:schemeClr val="dk1"/>
              </a:buClr>
              <a:buSzPts val="8400"/>
              <a:buFont typeface="Arial"/>
              <a:buChar char="•"/>
              <a:defRPr b="0" i="0" sz="8400" u="none" cap="none" strike="noStrike">
                <a:solidFill>
                  <a:schemeClr val="dk1"/>
                </a:solidFill>
                <a:latin typeface="Arial"/>
                <a:ea typeface="Arial"/>
                <a:cs typeface="Arial"/>
                <a:sym typeface="Arial"/>
              </a:defRPr>
            </a:lvl1pPr>
            <a:lvl2pPr indent="-685800" lvl="1" marL="914400" marR="0" rtl="0" algn="l">
              <a:lnSpc>
                <a:spcPct val="90000"/>
              </a:lnSpc>
              <a:spcBef>
                <a:spcPts val="1500"/>
              </a:spcBef>
              <a:spcAft>
                <a:spcPts val="0"/>
              </a:spcAft>
              <a:buClr>
                <a:schemeClr val="dk1"/>
              </a:buClr>
              <a:buSzPts val="7200"/>
              <a:buFont typeface="Arial"/>
              <a:buChar char="•"/>
              <a:defRPr b="0" i="0" sz="7200" u="none" cap="none" strike="noStrike">
                <a:solidFill>
                  <a:schemeClr val="dk1"/>
                </a:solidFill>
                <a:latin typeface="Arial"/>
                <a:ea typeface="Arial"/>
                <a:cs typeface="Arial"/>
                <a:sym typeface="Arial"/>
              </a:defRPr>
            </a:lvl2pPr>
            <a:lvl3pPr indent="-609600" lvl="2" marL="1371600" marR="0" rtl="0" algn="l">
              <a:lnSpc>
                <a:spcPct val="90000"/>
              </a:lnSpc>
              <a:spcBef>
                <a:spcPts val="1500"/>
              </a:spcBef>
              <a:spcAft>
                <a:spcPts val="0"/>
              </a:spcAft>
              <a:buClr>
                <a:schemeClr val="dk1"/>
              </a:buClr>
              <a:buSzPts val="6000"/>
              <a:buFont typeface="Arial"/>
              <a:buChar char="•"/>
              <a:defRPr b="0" i="0" sz="6000" u="none" cap="none" strike="noStrike">
                <a:solidFill>
                  <a:schemeClr val="dk1"/>
                </a:solidFill>
                <a:latin typeface="Arial"/>
                <a:ea typeface="Arial"/>
                <a:cs typeface="Arial"/>
                <a:sym typeface="Arial"/>
              </a:defRPr>
            </a:lvl3pPr>
            <a:lvl4pPr indent="-571500" lvl="3" marL="1828800" marR="0" rtl="0" algn="l">
              <a:lnSpc>
                <a:spcPct val="90000"/>
              </a:lnSpc>
              <a:spcBef>
                <a:spcPts val="1500"/>
              </a:spcBef>
              <a:spcAft>
                <a:spcPts val="0"/>
              </a:spcAft>
              <a:buClr>
                <a:schemeClr val="dk1"/>
              </a:buClr>
              <a:buSzPts val="5400"/>
              <a:buFont typeface="Arial"/>
              <a:buChar char="•"/>
              <a:defRPr b="0" i="0" sz="5400" u="none" cap="none" strike="noStrike">
                <a:solidFill>
                  <a:schemeClr val="dk1"/>
                </a:solidFill>
                <a:latin typeface="Arial"/>
                <a:ea typeface="Arial"/>
                <a:cs typeface="Arial"/>
                <a:sym typeface="Arial"/>
              </a:defRPr>
            </a:lvl4pPr>
            <a:lvl5pPr indent="-571500" lvl="4" marL="2286000" marR="0" rtl="0" algn="l">
              <a:lnSpc>
                <a:spcPct val="90000"/>
              </a:lnSpc>
              <a:spcBef>
                <a:spcPts val="1500"/>
              </a:spcBef>
              <a:spcAft>
                <a:spcPts val="0"/>
              </a:spcAft>
              <a:buClr>
                <a:schemeClr val="dk1"/>
              </a:buClr>
              <a:buSzPts val="5400"/>
              <a:buFont typeface="Arial"/>
              <a:buChar char="•"/>
              <a:defRPr b="0" i="0" sz="5400" u="none" cap="none" strike="noStrike">
                <a:solidFill>
                  <a:schemeClr val="dk1"/>
                </a:solidFill>
                <a:latin typeface="Arial"/>
                <a:ea typeface="Arial"/>
                <a:cs typeface="Arial"/>
                <a:sym typeface="Arial"/>
              </a:defRPr>
            </a:lvl5pPr>
            <a:lvl6pPr indent="-571500" lvl="5" marL="2743200" marR="0" rtl="0" algn="l">
              <a:lnSpc>
                <a:spcPct val="90000"/>
              </a:lnSpc>
              <a:spcBef>
                <a:spcPts val="1500"/>
              </a:spcBef>
              <a:spcAft>
                <a:spcPts val="0"/>
              </a:spcAft>
              <a:buClr>
                <a:schemeClr val="dk1"/>
              </a:buClr>
              <a:buSzPts val="5400"/>
              <a:buFont typeface="Arial"/>
              <a:buChar char="•"/>
              <a:defRPr b="0" i="0" sz="5400" u="none" cap="none" strike="noStrike">
                <a:solidFill>
                  <a:schemeClr val="dk1"/>
                </a:solidFill>
                <a:latin typeface="Arial"/>
                <a:ea typeface="Arial"/>
                <a:cs typeface="Arial"/>
                <a:sym typeface="Arial"/>
              </a:defRPr>
            </a:lvl6pPr>
            <a:lvl7pPr indent="-571500" lvl="6" marL="3200400" marR="0" rtl="0" algn="l">
              <a:lnSpc>
                <a:spcPct val="90000"/>
              </a:lnSpc>
              <a:spcBef>
                <a:spcPts val="1500"/>
              </a:spcBef>
              <a:spcAft>
                <a:spcPts val="0"/>
              </a:spcAft>
              <a:buClr>
                <a:schemeClr val="dk1"/>
              </a:buClr>
              <a:buSzPts val="5400"/>
              <a:buFont typeface="Arial"/>
              <a:buChar char="•"/>
              <a:defRPr b="0" i="0" sz="5400" u="none" cap="none" strike="noStrike">
                <a:solidFill>
                  <a:schemeClr val="dk1"/>
                </a:solidFill>
                <a:latin typeface="Arial"/>
                <a:ea typeface="Arial"/>
                <a:cs typeface="Arial"/>
                <a:sym typeface="Arial"/>
              </a:defRPr>
            </a:lvl7pPr>
            <a:lvl8pPr indent="-571500" lvl="7" marL="3657600" marR="0" rtl="0" algn="l">
              <a:lnSpc>
                <a:spcPct val="90000"/>
              </a:lnSpc>
              <a:spcBef>
                <a:spcPts val="1500"/>
              </a:spcBef>
              <a:spcAft>
                <a:spcPts val="0"/>
              </a:spcAft>
              <a:buClr>
                <a:schemeClr val="dk1"/>
              </a:buClr>
              <a:buSzPts val="5400"/>
              <a:buFont typeface="Arial"/>
              <a:buChar char="•"/>
              <a:defRPr b="0" i="0" sz="5400" u="none" cap="none" strike="noStrike">
                <a:solidFill>
                  <a:schemeClr val="dk1"/>
                </a:solidFill>
                <a:latin typeface="Arial"/>
                <a:ea typeface="Arial"/>
                <a:cs typeface="Arial"/>
                <a:sym typeface="Arial"/>
              </a:defRPr>
            </a:lvl8pPr>
            <a:lvl9pPr indent="-571500" lvl="8" marL="4114800" marR="0" rtl="0" algn="l">
              <a:lnSpc>
                <a:spcPct val="90000"/>
              </a:lnSpc>
              <a:spcBef>
                <a:spcPts val="1500"/>
              </a:spcBef>
              <a:spcAft>
                <a:spcPts val="0"/>
              </a:spcAft>
              <a:buClr>
                <a:schemeClr val="dk1"/>
              </a:buClr>
              <a:buSzPts val="5400"/>
              <a:buFont typeface="Arial"/>
              <a:buChar char="•"/>
              <a:defRPr b="0" i="0" sz="5400" u="none" cap="none" strike="noStrike">
                <a:solidFill>
                  <a:schemeClr val="dk1"/>
                </a:solidFill>
                <a:latin typeface="Arial"/>
                <a:ea typeface="Arial"/>
                <a:cs typeface="Arial"/>
                <a:sym typeface="Arial"/>
              </a:defRPr>
            </a:lvl9pPr>
          </a:lstStyle>
          <a:p/>
        </p:txBody>
      </p:sp>
      <p:sp>
        <p:nvSpPr>
          <p:cNvPr id="12" name="Google Shape;12;p16"/>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36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16"/>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36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16"/>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grpSp>
        <p:nvGrpSpPr>
          <p:cNvPr id="15" name="Google Shape;15;p16"/>
          <p:cNvGrpSpPr/>
          <p:nvPr/>
        </p:nvGrpSpPr>
        <p:grpSpPr>
          <a:xfrm>
            <a:off x="33712347" y="-2"/>
            <a:ext cx="2057358" cy="2669535"/>
            <a:chOff x="11306724" y="96065"/>
            <a:chExt cx="685786" cy="889845"/>
          </a:xfrm>
        </p:grpSpPr>
        <p:sp>
          <p:nvSpPr>
            <p:cNvPr id="16" name="Google Shape;16;p16"/>
            <p:cNvSpPr/>
            <p:nvPr/>
          </p:nvSpPr>
          <p:spPr>
            <a:xfrm flipH="1" rot="10800000">
              <a:off x="11306724" y="96065"/>
              <a:ext cx="685786" cy="889845"/>
            </a:xfrm>
            <a:prstGeom prst="round2SameRect">
              <a:avLst>
                <a:gd fmla="val 50000" name="adj1"/>
                <a:gd fmla="val 0" name="adj2"/>
              </a:avLst>
            </a:prstGeom>
            <a:solidFill>
              <a:schemeClr val="lt1"/>
            </a:solidFill>
            <a:ln>
              <a:noFill/>
            </a:ln>
            <a:effectLst>
              <a:outerShdw blurRad="50800" rotWithShape="0" algn="t" dir="5400000" dist="38100">
                <a:srgbClr val="000000">
                  <a:alpha val="6941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200"/>
                <a:buFont typeface="Arial"/>
                <a:buNone/>
              </a:pPr>
              <a:r>
                <a:t/>
              </a:r>
              <a:endParaRPr b="0" i="0" sz="16200" u="none" cap="none" strike="noStrike">
                <a:solidFill>
                  <a:schemeClr val="lt1"/>
                </a:solidFill>
                <a:latin typeface="Arial"/>
                <a:ea typeface="Arial"/>
                <a:cs typeface="Arial"/>
                <a:sym typeface="Arial"/>
              </a:endParaRPr>
            </a:p>
          </p:txBody>
        </p:sp>
        <p:pic>
          <p:nvPicPr>
            <p:cNvPr id="17" name="Google Shape;17;p16"/>
            <p:cNvPicPr preferRelativeResize="0"/>
            <p:nvPr/>
          </p:nvPicPr>
          <p:blipFill rotWithShape="1">
            <a:blip r:embed="rId2">
              <a:alphaModFix/>
            </a:blip>
            <a:srcRect b="9836" l="8081" r="10621" t="7836"/>
            <a:stretch/>
          </p:blipFill>
          <p:spPr>
            <a:xfrm>
              <a:off x="11373763" y="365125"/>
              <a:ext cx="551707" cy="546550"/>
            </a:xfrm>
            <a:prstGeom prst="ellipse">
              <a:avLst/>
            </a:prstGeom>
            <a:noFill/>
            <a:ln>
              <a:noFill/>
            </a:ln>
          </p:spPr>
        </p:pic>
      </p:grpSp>
    </p:spTree>
  </p:cSld>
  <p:clrMap accent1="accent1" accent2="accent2" accent3="accent3" accent4="accent4" accent5="accent5" accent6="accent6" bg1="lt1" bg2="dk2" tx1="dk1" tx2="lt2" folHlink="folHlink" hlink="hlink"/>
  <p:sldLayoutIdLst>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Lst>
  <mc:AlternateContent>
    <mc:Choice Requires="p14">
      <p:transition spd="slow" p14:dur="900">
        <p14:warp dir="in"/>
      </p:transition>
    </mc:Choice>
    <mc:Fallback>
      <p:transition spd="med">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Pic9006" Type="http://schemas.openxmlformats.org/officeDocument/2006/relationships/image" Target="../media/input_pic_1.png"/><ns0:Relationship Id="rIdPic9007" Type="http://schemas.openxmlformats.org/officeDocument/2006/relationships/image" Target="../media/input_pic_2.png"/><ns0:Relationship Id="rIdPic9008" Type="http://schemas.openxmlformats.org/officeDocument/2006/relationships/image" Target="../media/input_pic_3.png"/><ns0:Relationship Id="rIdPic9009" Type="http://schemas.openxmlformats.org/officeDocument/2006/relationships/image" Target="../media/input_pic_4.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2.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Pic9006" Type="http://schemas.openxmlformats.org/officeDocument/2006/relationships/image" Target="../media/input_pic_5.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3.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4.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5.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6.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Pic9006" Type="http://schemas.openxmlformats.org/officeDocument/2006/relationships/image" Target="../media/input_pic_6.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7.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8.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9.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Pic9006" Type="http://schemas.openxmlformats.org/officeDocument/2006/relationships/image" Target="../media/input_pic_7.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0.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Pic9006" Type="http://schemas.openxmlformats.org/officeDocument/2006/relationships/image" Target="../media/input_pic_8.png"/><ns0:Relationship Id="rIdPic9007" Type="http://schemas.openxmlformats.org/officeDocument/2006/relationships/image" Target="../media/input_pic_9.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1.xml.rels><?xml version='1.0' encoding='UTF-8' standalone='yes'?>
<ns0:Relationships xmlns:ns0="http://schemas.openxmlformats.org/package/2006/relationships"><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2.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3.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4.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5.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Pic9006" Type="http://schemas.openxmlformats.org/officeDocument/2006/relationships/image" Target="../media/input_pic_10.png"/><ns0:Relationship Id="rIdPic9007" Type="http://schemas.openxmlformats.org/officeDocument/2006/relationships/image" Target="../media/input_pic_11.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6.xml.rels><?xml version='1.0' encoding='UTF-8' standalone='yes'?>
<ns0:Relationships xmlns:ns0="http://schemas.openxmlformats.org/package/2006/relationships"><ns0:Relationship Id="rIdPic9014" Type="http://schemas.openxmlformats.org/officeDocument/2006/relationships/image" Target="../media/input_pic_12.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7.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8.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Pic9006" Type="http://schemas.openxmlformats.org/officeDocument/2006/relationships/image" Target="../media/input_pic_13.png"/><ns0:Relationship Id="rIdPic9007" Type="http://schemas.openxmlformats.org/officeDocument/2006/relationships/image" Target="../media/input_pic_14.png"/><ns0:Relationship Id="rIdPic9008" Type="http://schemas.openxmlformats.org/officeDocument/2006/relationships/image" Target="../media/input_pic_15.png"/><ns0:Relationship Id="rIdPic9009" Type="http://schemas.openxmlformats.org/officeDocument/2006/relationships/image" Target="../media/input_pic_16.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19.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Pic9006" Type="http://schemas.openxmlformats.org/officeDocument/2006/relationships/image" Target="../media/input_pic_17.png"/><ns0:Relationship Id="rIdPic9007" Type="http://schemas.openxmlformats.org/officeDocument/2006/relationships/image" Target="../media/input_pic_18.png"/><ns0:Relationship Id="rIdPic9008" Type="http://schemas.openxmlformats.org/officeDocument/2006/relationships/image" Target="../media/input_pic_19.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20.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_rels/slide21.xml.rels><?xml version='1.0' encoding='UTF-8' standalone='yes'?>
<ns0:Relationships xmlns:ns0="http://schemas.openxmlformats.org/package/2006/relationships"><ns0:Relationship Id="rIdTitleIcon9003" Type="http://schemas.openxmlformats.org/officeDocument/2006/relationships/image" Target="../media/design_spec_title_icon.png"/><ns0:Relationship Id="rIdPic9006" Type="http://schemas.openxmlformats.org/officeDocument/2006/relationships/image" Target="../media/input_pic_20.png"/><ns0:Relationship Id="rIdPic9007" Type="http://schemas.openxmlformats.org/officeDocument/2006/relationships/image" Target="../media/input_pic_21.png"/><ns0:Relationship Id="rIdLayout1" Type="http://schemas.openxmlformats.org/officeDocument/2006/relationships/slideLayout" Target="../slideLayouts/slideLayout2.xml"/><ns0:Relationship Id="rId3" Type="http://schemas.openxmlformats.org/officeDocument/2006/relationships/image" Target="../media/image2.png"/><ns0:Relationship Id="rId4" Type="http://schemas.openxmlformats.org/officeDocument/2006/relationships/image" Target="../media/image3.png"/></ns0: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लुईस अम्ल - क्षार सिद्धांत</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21409273" cy="17393675"/>
          </a:xfrm>
          <a:prstGeom prst="rect">
            <a:avLst/>
          </a:prstGeom>
          <a:noFill/>
          <a:ln>
            <a:noFill/>
          </a:ln>
        </p:spPr>
        <p:txBody>
          <a:bodyPr spcFirstLastPara="1" wrap="square" lIns="91425" tIns="45700" rIns="91425" bIns="45700" anchor="t" anchorCtr="0">
            <a:spAutoFit/>
          </a:bodyPr>
          <a:lstStyle/>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N</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NH</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में नाइट्रोजन पर एकाकी इलेक्ट्रॉन युग्म होता है तथा तीन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N-H </m:t>
                    </m:r>
                  </m:oMath>
                </a14:m>
              </mc:Choice>
              <mc:Fallback>
                <a:r>
                  <a:rPr lang="en-IN" sz="5000" dirty="0">
                    <a:solidFill>
                      <a:srgbClr val="FFFFFF"/>
                    </a:solidFill>
                    <a:latin typeface="Cambria"/>
                    <a:ea typeface="Cambria"/>
                    <a:cs typeface="Cambria"/>
                    <a:sym typeface="Cambria"/>
                  </a:rPr>
                  <a:t> N-H </a:t>
                </a:r>
              </mc:Fallback>
            </mc:AlternateContent>
            <a:r>
              <a:rPr lang="hi-IN" altLang="en-US" sz="5000" dirty="0">
                <a:solidFill>
                  <a:srgbClr val="FFFFFF"/>
                </a:solidFill>
                <a:latin typeface="Cambria"/>
                <a:ea typeface="Cambria"/>
                <a:cs typeface="Cambria"/>
                <a:sym typeface="Cambria"/>
              </a:rPr>
              <a:t> बंधीय युग्म होते हैं।</a:t>
            </a:r>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BC</m:t>
                    </m:r>
                    <m:sSub>
                      <m:sSubPr/>
                      <m:e>
                        <m:r>
                          <a:rPr lang="en-IN" sz="5000" dirty="0">
                            <a:solidFill>
                              <a:srgbClr val="FFFFFF"/>
                            </a:solidFill>
                            <a:latin typeface="Cambria"/>
                            <a:ea typeface="Cambria"/>
                            <a:cs typeface="Cambria"/>
                            <a:sym typeface="Cambria"/>
                          </a:rPr>
                          <m:t xml:space="preserve">l</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BCl</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में बोरॉन के पास केवल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6</m:t>
                    </m:r>
                    <m:sSup>
                      <m:sSupPr/>
                      <m:e>
                        <m:r>
                          <a:rPr lang="en-IN" sz="5000" dirty="0">
                            <a:solidFill>
                              <a:srgbClr val="FFFFFF"/>
                            </a:solidFill>
                            <a:latin typeface="Cambria"/>
                            <a:ea typeface="Cambria"/>
                            <a:cs typeface="Cambria"/>
                            <a:sym typeface="Cambria"/>
                          </a:rPr>
                          <m:t xml:space="preserve">e</m:t>
                        </m:r>
                      </m:e>
                      <m:sup>
                        <m:r>
                          <a:rPr lang="en-IN" sz="5000" dirty="0">
                            <a:solidFill>
                              <a:srgbClr val="FFFFFF"/>
                            </a:solidFill>
                            <a:latin typeface="Cambria"/>
                            <a:ea typeface="Cambria"/>
                            <a:cs typeface="Cambria"/>
                            <a:sym typeface="Cambria"/>
                          </a:rPr>
                          <m:t xml:space="preserve">-</m:t>
                        </m:r>
                      </m:sup>
                    </m:sSup>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6e</a:t>
                </a:r>
                <a:r>
                  <a:rPr baseline="52000" lang="en-IN" sz="3600" dirty="0">
                    <a:solidFill>
                      <a:srgbClr val="FFFFFF"/>
                    </a:solidFill>
                    <a:latin typeface="Cambria"/>
                    <a:ea typeface="Cambria"/>
                    <a:cs typeface="Cambria"/>
                    <a:sym typeface="Cambria"/>
                  </a:rPr>
                  <a:t>-</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होते हैं (अपूर्ण अष्टक)।</a:t>
            </a:r>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N</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NH</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का एकाकी इलेक्ट्रॉन युग्म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BC</m:t>
                    </m:r>
                    <m:sSub>
                      <m:sSubPr/>
                      <m:e>
                        <m:r>
                          <a:rPr lang="en-IN" sz="5000" dirty="0">
                            <a:solidFill>
                              <a:srgbClr val="FFFFFF"/>
                            </a:solidFill>
                            <a:latin typeface="Cambria"/>
                            <a:ea typeface="Cambria"/>
                            <a:cs typeface="Cambria"/>
                            <a:sym typeface="Cambria"/>
                          </a:rPr>
                          <m:t xml:space="preserve">l</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BCl</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को दान करके उपसहसंयोजी बंध बनाता है:</a:t>
            </a:r>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N → BC</m:t>
                    </m:r>
                    <m:sSub>
                      <m:sSubPr/>
                      <m:e>
                        <m:r>
                          <a:rPr lang="en-IN" sz="5000" dirty="0">
                            <a:solidFill>
                              <a:srgbClr val="FFFFFF"/>
                            </a:solidFill>
                            <a:latin typeface="Cambria"/>
                            <a:ea typeface="Cambria"/>
                            <a:cs typeface="Cambria"/>
                            <a:sym typeface="Cambria"/>
                          </a:rPr>
                          <m:t xml:space="preserve">l</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H</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N </a:t>
                </a:r>
                <a:r>
                  <a:rPr lang="en-IN" sz="5000" dirty="0">
                    <a:solidFill>
                      <a:srgbClr val="FFFFFF"/>
                    </a:solidFill>
                    <a:latin typeface="Cambria"/>
                    <a:ea typeface="Cambria"/>
                    <a:cs typeface="Cambria"/>
                    <a:sym typeface="Cambria"/>
                  </a:rPr>
                  <a:t>→</a:t>
                </a:r>
                <a:r>
                  <a:rPr lang="en-IN" sz="5000" dirty="0">
                    <a:solidFill>
                      <a:srgbClr val="FFFFFF"/>
                    </a:solidFill>
                    <a:latin typeface="Cambria"/>
                    <a:ea typeface="Cambria"/>
                    <a:cs typeface="Cambria"/>
                    <a:sym typeface="Cambria"/>
                  </a:rPr>
                  <a:t> BCl</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p>
        </p:txBody>
      </p:sp>
      <p:pic>
        <p:nvPicPr>
          <p:cNvPr id="9006" name="slide_001_1_enhanced.png"/>
          <p:cNvPicPr preferRelativeResize="0"/>
          <p:nvPr/>
        </p:nvPicPr>
        <p:blipFill rotWithShape="1">
          <a:blip r:embed="rIdPic9006"/>
          <a:srcRect/>
          <a:stretch>
            <a:fillRect/>
          </a:stretch>
        </p:blipFill>
        <p:spPr>
          <a:xfrm>
            <a:off x="27718953" y="4711025"/>
            <a:ext cx="2552753" cy="3143639"/>
          </a:xfrm>
          <a:prstGeom prst="rect">
            <a:avLst/>
          </a:prstGeom>
          <a:noFill/>
          <a:ln>
            <a:noFill/>
          </a:ln>
        </p:spPr>
      </p:pic>
      <p:pic>
        <p:nvPicPr>
          <p:cNvPr id="9007" name="slide_001_2_enhanced.png"/>
          <p:cNvPicPr preferRelativeResize="0"/>
          <p:nvPr/>
        </p:nvPicPr>
        <p:blipFill rotWithShape="1">
          <a:blip r:embed="rIdPic9007"/>
          <a:srcRect/>
          <a:stretch>
            <a:fillRect/>
          </a:stretch>
        </p:blipFill>
        <p:spPr>
          <a:xfrm>
            <a:off x="26922254" y="7299334"/>
            <a:ext cx="4146151" cy="3143639"/>
          </a:xfrm>
          <a:prstGeom prst="rect">
            <a:avLst/>
          </a:prstGeom>
          <a:noFill/>
          <a:ln>
            <a:noFill/>
          </a:ln>
        </p:spPr>
      </p:pic>
      <p:pic>
        <p:nvPicPr>
          <p:cNvPr id="9008" name="slide_001_3_enhanced.png"/>
          <p:cNvPicPr preferRelativeResize="0"/>
          <p:nvPr/>
        </p:nvPicPr>
        <p:blipFill rotWithShape="1">
          <a:blip r:embed="rIdPic9008"/>
          <a:srcRect/>
          <a:stretch>
            <a:fillRect/>
          </a:stretch>
        </p:blipFill>
        <p:spPr>
          <a:xfrm>
            <a:off x="25729738" y="10602973"/>
            <a:ext cx="6531182" cy="3143639"/>
          </a:xfrm>
          <a:prstGeom prst="rect">
            <a:avLst/>
          </a:prstGeom>
          <a:noFill/>
          <a:ln>
            <a:noFill/>
          </a:ln>
        </p:spPr>
      </p:pic>
      <p:pic>
        <p:nvPicPr>
          <p:cNvPr id="9009" name="slide_001_4_enhanced.png"/>
          <p:cNvPicPr preferRelativeResize="0"/>
          <p:nvPr/>
        </p:nvPicPr>
        <p:blipFill rotWithShape="1">
          <a:blip r:embed="rIdPic9009"/>
          <a:srcRect/>
          <a:stretch>
            <a:fillRect/>
          </a:stretch>
        </p:blipFill>
        <p:spPr>
          <a:xfrm>
            <a:off x="27336090" y="13906612"/>
            <a:ext cx="3318479" cy="3143639"/>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उपसहसंयोजी बंध का निर्माण</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8348964"/>
          </a:xfrm>
          <a:prstGeom prst="rect">
            <a:avLst/>
          </a:prstGeom>
          <a:noFill/>
          <a:ln>
            <a:noFill/>
          </a:ln>
        </p:spPr>
        <p:txBody>
          <a:bodyPr spcFirstLastPara="1" wrap="square" lIns="91425" tIns="45700" rIns="91425" bIns="45700" anchor="t" anchorCtr="0">
            <a:spAutoFit/>
          </a:bodyPr>
          <a:lstStyle/>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N</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NH</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 लुईस क्षार (एकाकी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p>
                      <m:sSupPr/>
                      <m:e>
                        <m:r>
                          <a:rPr lang="en-IN" sz="5000" dirty="0">
                            <a:solidFill>
                              <a:srgbClr val="FFFFFF"/>
                            </a:solidFill>
                            <a:latin typeface="Cambria"/>
                            <a:ea typeface="Cambria"/>
                            <a:cs typeface="Cambria"/>
                            <a:sym typeface="Cambria"/>
                          </a:rPr>
                          <m:t xml:space="preserve">e</m:t>
                        </m:r>
                      </m:e>
                      <m:sup>
                        <m:r>
                          <a:rPr lang="en-IN" sz="5000" dirty="0">
                            <a:solidFill>
                              <a:srgbClr val="FFFFFF"/>
                            </a:solidFill>
                            <a:latin typeface="Cambria"/>
                            <a:ea typeface="Cambria"/>
                            <a:cs typeface="Cambria"/>
                            <a:sym typeface="Cambria"/>
                          </a:rPr>
                          <m:t xml:space="preserve">-</m:t>
                        </m:r>
                      </m:sup>
                    </m:sSup>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e</a:t>
                </a:r>
                <a:r>
                  <a:rPr baseline="52000" lang="en-IN" sz="3600" dirty="0">
                    <a:solidFill>
                      <a:srgbClr val="FFFFFF"/>
                    </a:solidFill>
                    <a:latin typeface="Cambria"/>
                    <a:ea typeface="Cambria"/>
                    <a:cs typeface="Cambria"/>
                    <a:sym typeface="Cambria"/>
                  </a:rPr>
                  <a:t>-</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युग्म दाता)</a:t>
            </a:r>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BC</m:t>
                    </m:r>
                    <m:sSub>
                      <m:sSubPr/>
                      <m:e>
                        <m:r>
                          <a:rPr lang="en-IN" sz="5000" dirty="0">
                            <a:solidFill>
                              <a:srgbClr val="FFFFFF"/>
                            </a:solidFill>
                            <a:latin typeface="Cambria"/>
                            <a:ea typeface="Cambria"/>
                            <a:cs typeface="Cambria"/>
                            <a:sym typeface="Cambria"/>
                          </a:rPr>
                          <m:t xml:space="preserve">l</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BCl</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 लुईस अम्ल (एकाकी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p>
                      <m:sSupPr/>
                      <m:e>
                        <m:r>
                          <a:rPr lang="en-IN" sz="5000" dirty="0">
                            <a:solidFill>
                              <a:srgbClr val="FFFFFF"/>
                            </a:solidFill>
                            <a:latin typeface="Cambria"/>
                            <a:ea typeface="Cambria"/>
                            <a:cs typeface="Cambria"/>
                            <a:sym typeface="Cambria"/>
                          </a:rPr>
                          <m:t xml:space="preserve">e</m:t>
                        </m:r>
                      </m:e>
                      <m:sup>
                        <m:r>
                          <a:rPr lang="en-IN" sz="5000" dirty="0">
                            <a:solidFill>
                              <a:srgbClr val="FFFFFF"/>
                            </a:solidFill>
                            <a:latin typeface="Cambria"/>
                            <a:ea typeface="Cambria"/>
                            <a:cs typeface="Cambria"/>
                            <a:sym typeface="Cambria"/>
                          </a:rPr>
                          <m:t xml:space="preserve">-</m:t>
                        </m:r>
                      </m:sup>
                    </m:sSup>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e</a:t>
                </a:r>
                <a:r>
                  <a:rPr baseline="52000" lang="en-IN" sz="3600" dirty="0">
                    <a:solidFill>
                      <a:srgbClr val="FFFFFF"/>
                    </a:solidFill>
                    <a:latin typeface="Cambria"/>
                    <a:ea typeface="Cambria"/>
                    <a:cs typeface="Cambria"/>
                    <a:sym typeface="Cambria"/>
                  </a:rPr>
                  <a:t>-</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युग्म ग्राही)</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नाइट्रोजन का एकाकी इलेक्ट्रॉन युग्म बोरॉन की ओर दान होकर उपसहसंयोजी बंध बनाता है।</a:t>
            </a:r>
          </a:p>
        </p:txBody>
      </p:sp>
      <p:pic>
        <p:nvPicPr>
          <p:cNvPr id="9006" name="slide_002_1_enhanced.png"/>
          <p:cNvPicPr preferRelativeResize="0"/>
          <p:nvPr/>
        </p:nvPicPr>
        <p:blipFill rotWithShape="1">
          <a:blip r:embed="rIdPic9006"/>
          <a:srcRect/>
          <a:stretch>
            <a:fillRect/>
          </a:stretch>
        </p:blipFill>
        <p:spPr>
          <a:xfrm>
            <a:off x="15490585" y="10957769"/>
            <a:ext cx="5594829" cy="8724711"/>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लुईस अम्ल</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17393675"/>
          </a:xfrm>
          <a:prstGeom prst="rect">
            <a:avLst/>
          </a:prstGeom>
          <a:noFill/>
          <a:ln>
            <a:noFill/>
          </a:ln>
        </p:spPr>
        <p:txBody>
          <a:bodyPr spcFirstLastPara="1" wrap="square" lIns="91425" tIns="45700" rIns="91425" bIns="45700" anchor="ctr" anchorCtr="0">
            <a:spAutoFit/>
          </a:bodyPr>
          <a:lstStyle/>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ऐसे अणु, आयन जिनके केन्द्रीय परमाणु को अष्टक पूर्ण करने के लिये एकाकी इलेक्ट्रॉन युग्म की आवश्यकता होती है लुईस अम्ल कहलाते हैं अर्थात इलेक्ट्रॉन युग्म ग्राही लुईस अम्ल कहलाते हैं।</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उदाहरण :-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BC</m:t>
                    </m:r>
                    <m:sSub>
                      <m:sSubPr/>
                      <m:e>
                        <m:r>
                          <a:rPr lang="en-IN" sz="5000" dirty="0">
                            <a:solidFill>
                              <a:srgbClr val="FFFFFF"/>
                            </a:solidFill>
                            <a:latin typeface="Cambria"/>
                            <a:ea typeface="Cambria"/>
                            <a:cs typeface="Cambria"/>
                            <a:sym typeface="Cambria"/>
                          </a:rPr>
                          <m:t xml:space="preserve">l</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BCl</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(बोरॉन ट्राइ क्लोराइड),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AlC</m:t>
                    </m:r>
                    <m:sSub>
                      <m:sSubPr/>
                      <m:e>
                        <m:r>
                          <a:rPr lang="en-IN" sz="5000" dirty="0">
                            <a:solidFill>
                              <a:srgbClr val="FFFFFF"/>
                            </a:solidFill>
                            <a:latin typeface="Cambria"/>
                            <a:ea typeface="Cambria"/>
                            <a:cs typeface="Cambria"/>
                            <a:sym typeface="Cambria"/>
                          </a:rPr>
                          <m:t xml:space="preserve">l</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AlCl</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(एल्युमीनियम ट्राइ क्लोराइड) आदि</a:t>
            </a:r>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लुईस क्षार</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17393675"/>
          </a:xfrm>
          <a:prstGeom prst="rect">
            <a:avLst/>
          </a:prstGeom>
          <a:noFill/>
          <a:ln>
            <a:noFill/>
          </a:ln>
        </p:spPr>
        <p:txBody>
          <a:bodyPr spcFirstLastPara="1" wrap="square" lIns="91425" tIns="45700" rIns="91425" bIns="45700" anchor="ctr" anchorCtr="0">
            <a:spAutoFit/>
          </a:bodyPr>
          <a:lstStyle/>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ऐसे अणु, आयन या धातु जिनके केन्द्रीय परमाणु का अष्टक पूर्ण होता है तथा इनके पास एकाकी इलेक्ट्रॉन युग्म होते हैं जिसे ये रासायनिक अभिक्रिया में दान करके उपसहसंयोजी बंध बना सकते हैं, लुईस क्षार कहलाते हैं अर्थात इलेक्ट्रॉन युग्म दाता लुईस क्षार कहलाते हैं।</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उदाहरण :-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N</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NH</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(अमोनिया) आदि।</a:t>
            </a:r>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बॉन्ड पैरामीटर</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17393675"/>
          </a:xfrm>
          <a:prstGeom prst="rect">
            <a:avLst/>
          </a:prstGeom>
          <a:noFill/>
          <a:ln>
            <a:noFill/>
          </a:ln>
        </p:spPr>
        <p:txBody>
          <a:bodyPr spcFirstLastPara="1" wrap="square" lIns="91425" tIns="45700" rIns="91425" bIns="45700" anchor="ctr" anchorCtr="0">
            <a:spAutoFit/>
          </a:bodyPr>
          <a:lstStyle/>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बॉन्ड पैरामीटर</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बन्ध लंबाई</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बन्ध कोण</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बन्ध एन्थैल्पी</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बॉन्ड आर्डर</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अनुनादी संरचना</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बन्धों की ध्रुवता</a:t>
            </a:r>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बन्ध लंबाई</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21409273" cy="17393675"/>
          </a:xfrm>
          <a:prstGeom prst="rect">
            <a:avLst/>
          </a:prstGeom>
          <a:noFill/>
          <a:ln>
            <a:noFill/>
          </a:ln>
        </p:spPr>
        <p:txBody>
          <a:bodyPr spcFirstLastPara="1" wrap="square" lIns="91425" tIns="45700" rIns="91425" bIns="45700" anchor="t" anchorCtr="0">
            <a:spAutoFit/>
          </a:bodyPr>
          <a:lstStyle/>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बंध लंबाई को एक अणु में दो बंधित परमाणुओं के नाभिक के बीच संतुलन दूरी के रूप में परिभाषित किया जाता है।</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बंध लंबाई को स्पेक्ट्रोस्कोपिक, एक्स–रे विवर्तन और इलेक्ट्रॉन विवर्तन तकनीकों द्वारा मापा जाता है।</a:t>
            </a:r>
          </a:p>
        </p:txBody>
      </p:sp>
      <p:pic>
        <p:nvPicPr>
          <p:cNvPr id="9006" name="slide_006_1_enhanced.png"/>
          <p:cNvPicPr preferRelativeResize="0"/>
          <p:nvPr/>
        </p:nvPicPr>
        <p:blipFill rotWithShape="1">
          <a:blip r:embed="rIdPic9006"/>
          <a:srcRect/>
          <a:stretch>
            <a:fillRect/>
          </a:stretch>
        </p:blipFill>
        <p:spPr>
          <a:xfrm>
            <a:off x="23055193" y="6783665"/>
            <a:ext cx="11880273" cy="7478618"/>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30387623"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26456639"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बंध लंबाई: कुछ सामान्य अणुओं में बंध लंबाई</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graphicFrame>
        <p:nvGraphicFramePr>
          <p:cNvPr id="3" name="ContentTable"/>
          <p:cNvGraphicFramePr>
            <a:graphicFrameLocks noGrp="1"/>
          </p:cNvGraphicFramePr>
          <p:nvPr/>
        </p:nvGraphicFramePr>
        <p:xfrm>
          <a:off x="6096000" y="4711025"/>
          <a:ext cx="24384000" cy="9240000"/>
        </p:xfrm>
        <a:graphic>
          <a:graphicData uri="http://schemas.openxmlformats.org/drawingml/2006/table">
            <a:tbl>
              <a:tblPr firstRow="1" bandRow="1">
                <a:tableStyleId>{5C22544A-7EE6-4342-B048-85BDC9FD1C3A}</a:tableStyleId>
              </a:tblPr>
              <a:tblGrid>
                <a:gridCol w="12192000"/>
                <a:gridCol w="12192000"/>
              </a:tblGrid>
              <a:tr h="1320000">
                <a:tc>
                  <a:txBody>
                    <a:bodyPr/>
                    <a:lstStyle/>
                    <a:p>
                      <a:pPr algn="l" marL="0" marR="0" lvl="0" indent="0" rtl="0">
                        <a:lnSpc>
                          <a:spcPct val="110000"/>
                        </a:lnSpc>
                        <a:spcBef>
                          <a:spcPts val="600"/>
                        </a:spcBef>
                        <a:spcAft>
                          <a:spcPts val="0"/>
                        </a:spcAft>
                        <a:buClr>
                          <a:srgbClr val="000000"/>
                        </a:buClr>
                        <a:buFont typeface="Arial"/>
                        <a:buNone/>
                      </a:pPr>
                      <a:r>
                        <a:rPr lang="hi-IN" altLang="en-US" sz="5000" b="1" i="0" u="none" strike="noStrike" cap="none" dirty="0">
                          <a:solidFill>
                            <a:srgbClr val="FFFFFF"/>
                          </a:solidFill>
                          <a:cs typeface="Noto Sans Devanagari"/>
                          <a:latin typeface="Cambria"/>
                          <a:ea typeface="Noto Sans Devanagari"/>
                          <a:sym typeface="Arial"/>
                        </a:rPr>
                        <a:t>अणु</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15500"/>
                    </a:solidFill>
                  </a:tcPr>
                </a:tc>
                <a:tc>
                  <a:txBody>
                    <a:bodyPr/>
                    <a:lstStyle/>
                    <a:p>
                      <a:pPr algn="l" marL="0" marR="0" lvl="0" indent="0" rtl="0">
                        <a:lnSpc>
                          <a:spcPct val="110000"/>
                        </a:lnSpc>
                        <a:spcBef>
                          <a:spcPts val="600"/>
                        </a:spcBef>
                        <a:spcAft>
                          <a:spcPts val="0"/>
                        </a:spcAft>
                        <a:buClr>
                          <a:srgbClr val="000000"/>
                        </a:buClr>
                        <a:buFont typeface="Arial"/>
                        <a:buNone/>
                      </a:pPr>
                      <a:r>
                        <a:rPr lang="hi-IN" altLang="en-US" sz="5000" b="1" i="0" u="none" strike="noStrike" cap="none" dirty="0">
                          <a:solidFill>
                            <a:srgbClr val="FFFFFF"/>
                          </a:solidFill>
                          <a:cs typeface="Noto Sans Devanagari"/>
                          <a:latin typeface="Cambria"/>
                          <a:ea typeface="Noto Sans Devanagari"/>
                          <a:sym typeface="Arial"/>
                        </a:rPr>
                        <a:t>बंध लंबाई(pm)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15500"/>
                    </a:solidFill>
                  </a:tcPr>
                </a:tc>
              </a:tr>
              <a:tr h="1320000">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mc:AlternateContent>
                        <mc:Choice xmlns:a14="http://schemas.microsoft.com/office/drawing/2010/main" Requires="a14">
                          <a14:m xmlns:m="http://schemas.openxmlformats.org/officeDocument/2006/math">
                            <m:oMath>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sSub>
                                <m:sSubPr/>
                                <m:e>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H</m:t>
                                  </m:r>
                                </m:e>
                                <m: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2</m:t>
                                  </m:r>
                                </m:sub>
                              </m:s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oMath>
                          </a14:m>
                        </mc:Choice>
                        <mc:Fallback>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H</a:t>
                          </a:r>
                          <a:r>
                            <a:rPr kumimoji="0" lang="en-IN" sz="3600" b="0" i="0" u="none" strike="noStrike" kern="0" cap="none" spc="0" normalizeH="0" baseline="-25000" noProof="0" dirty="0">
                              <a:ln>
                                <a:noFill/>
                              </a:ln>
                              <a:solidFill>
                                <a:srgbClr val="000000"/>
                              </a:solidFill>
                              <a:effectLst/>
                              <a:uLnTx/>
                              <a:uFillTx/>
                              <a:latin typeface="Cambria"/>
                              <a:ea typeface="Cambria"/>
                              <a:cs typeface="+mn-cs"/>
                              <a:sym typeface="Arial"/>
                            </a:rPr>
                            <a:t>2</a:t>
                          </a: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a:t>
                          </a:r>
                        </mc:Fallback>
                      </mc:AlternateContent>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20000">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mc:AlternateContent>
                        <mc:Choice xmlns:a14="http://schemas.microsoft.com/office/drawing/2010/main" Requires="a14">
                          <a14:m xmlns:m="http://schemas.openxmlformats.org/officeDocument/2006/math">
                            <m:oMath>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sSub>
                                <m:sSubPr/>
                                <m:e>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F</m:t>
                                  </m:r>
                                </m:e>
                                <m: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2</m:t>
                                  </m:r>
                                </m:sub>
                              </m:s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oMath>
                          </a14:m>
                        </mc:Choice>
                        <mc:Fallback>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F</a:t>
                          </a:r>
                          <a:r>
                            <a:rPr kumimoji="0" lang="en-IN" sz="3600" b="0" i="0" u="none" strike="noStrike" kern="0" cap="none" spc="0" normalizeH="0" baseline="-25000" noProof="0" dirty="0">
                              <a:ln>
                                <a:noFill/>
                              </a:ln>
                              <a:solidFill>
                                <a:srgbClr val="000000"/>
                              </a:solidFill>
                              <a:effectLst/>
                              <a:uLnTx/>
                              <a:uFillTx/>
                              <a:latin typeface="Cambria"/>
                              <a:ea typeface="Cambria"/>
                              <a:cs typeface="+mn-cs"/>
                              <a:sym typeface="Arial"/>
                            </a:rPr>
                            <a:t>2</a:t>
                          </a: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a:t>
                          </a:r>
                        </mc:Fallback>
                      </mc:AlternateContent>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144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20000">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mc:AlternateContent>
                        <mc:Choice xmlns:a14="http://schemas.microsoft.com/office/drawing/2010/main" Requires="a14">
                          <a14:m xmlns:m="http://schemas.openxmlformats.org/officeDocument/2006/math">
                            <m:oMath>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C</m:t>
                              </m:r>
                              <m:sSub>
                                <m:sSubPr/>
                                <m:e>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l</m:t>
                                  </m:r>
                                </m:e>
                                <m: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2</m:t>
                                  </m:r>
                                </m:sub>
                              </m:s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oMath>
                          </a14:m>
                        </mc:Choice>
                        <mc:Fallback>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Cl</a:t>
                          </a:r>
                          <a:r>
                            <a:rPr kumimoji="0" lang="en-IN" sz="3600" b="0" i="0" u="none" strike="noStrike" kern="0" cap="none" spc="0" normalizeH="0" baseline="-25000" noProof="0" dirty="0">
                              <a:ln>
                                <a:noFill/>
                              </a:ln>
                              <a:solidFill>
                                <a:srgbClr val="000000"/>
                              </a:solidFill>
                              <a:effectLst/>
                              <a:uLnTx/>
                              <a:uFillTx/>
                              <a:latin typeface="Cambria"/>
                              <a:ea typeface="Cambria"/>
                              <a:cs typeface="+mn-cs"/>
                              <a:sym typeface="Arial"/>
                            </a:rPr>
                            <a:t>2</a:t>
                          </a: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a:t>
                          </a:r>
                        </mc:Fallback>
                      </mc:AlternateContent>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199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20000">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mc:AlternateContent>
                        <mc:Choice xmlns:a14="http://schemas.microsoft.com/office/drawing/2010/main" Requires="a14">
                          <a14:m xmlns:m="http://schemas.openxmlformats.org/officeDocument/2006/math">
                            <m:oMath>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B</m:t>
                              </m:r>
                              <m:sSub>
                                <m:sSubPr/>
                                <m:e>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r</m:t>
                                  </m:r>
                                </m:e>
                                <m: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2</m:t>
                                  </m:r>
                                </m:sub>
                              </m:s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oMath>
                          </a14:m>
                        </mc:Choice>
                        <mc:Fallback>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Br</a:t>
                          </a:r>
                          <a:r>
                            <a:rPr kumimoji="0" lang="en-IN" sz="3600" b="0" i="0" u="none" strike="noStrike" kern="0" cap="none" spc="0" normalizeH="0" baseline="-25000" noProof="0" dirty="0">
                              <a:ln>
                                <a:noFill/>
                              </a:ln>
                              <a:solidFill>
                                <a:srgbClr val="000000"/>
                              </a:solidFill>
                              <a:effectLst/>
                              <a:uLnTx/>
                              <a:uFillTx/>
                              <a:latin typeface="Cambria"/>
                              <a:ea typeface="Cambria"/>
                              <a:cs typeface="+mn-cs"/>
                              <a:sym typeface="Arial"/>
                            </a:rPr>
                            <a:t>2</a:t>
                          </a: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a:t>
                          </a:r>
                        </mc:Fallback>
                      </mc:AlternateContent>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228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20000">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mc:AlternateContent>
                        <mc:Choice xmlns:a14="http://schemas.microsoft.com/office/drawing/2010/main" Requires="a14">
                          <a14:m xmlns:m="http://schemas.openxmlformats.org/officeDocument/2006/math">
                            <m:oMath>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sSub>
                                <m:sSubPr/>
                                <m:e>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I</m:t>
                                  </m:r>
                                </m:e>
                                <m: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2</m:t>
                                  </m:r>
                                </m:sub>
                              </m:s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oMath>
                          </a14:m>
                        </mc:Choice>
                        <mc:Fallback>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I</a:t>
                          </a:r>
                          <a:r>
                            <a:rPr kumimoji="0" lang="en-IN" sz="3600" b="0" i="0" u="none" strike="noStrike" kern="0" cap="none" spc="0" normalizeH="0" baseline="-25000" noProof="0" dirty="0">
                              <a:ln>
                                <a:noFill/>
                              </a:ln>
                              <a:solidFill>
                                <a:srgbClr val="000000"/>
                              </a:solidFill>
                              <a:effectLst/>
                              <a:uLnTx/>
                              <a:uFillTx/>
                              <a:latin typeface="Cambria"/>
                              <a:ea typeface="Cambria"/>
                              <a:cs typeface="+mn-cs"/>
                              <a:sym typeface="Arial"/>
                            </a:rPr>
                            <a:t>2</a:t>
                          </a: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a:t>
                          </a:r>
                        </mc:Fallback>
                      </mc:AlternateContent>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267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20000">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mc:AlternateContent>
                        <mc:Choice xmlns:a14="http://schemas.microsoft.com/office/drawing/2010/main" Requires="a14">
                          <a14:m xmlns:m="http://schemas.openxmlformats.org/officeDocument/2006/math">
                            <m:oMath>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sSub>
                                <m:sSubPr/>
                                <m:e>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N</m:t>
                                  </m:r>
                                </m:e>
                                <m: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2</m:t>
                                  </m:r>
                                </m:sub>
                              </m:sSub>
                              <m:r>
                                <a:rPr kumimoji="0" lang="en-IN" sz="5000" b="0" i="0" u="none" strike="noStrike" kern="0" cap="none" spc="0" normalizeH="0" baseline="0" noProof="0" dirty="0">
                                  <a:ln>
                                    <a:noFill/>
                                  </a:ln>
                                  <a:solidFill>
                                    <a:srgbClr val="000000"/>
                                  </a:solidFill>
                                  <a:effectLst/>
                                  <a:uLnTx/>
                                  <a:uFillTx/>
                                  <a:latin typeface="Cambria Math"/>
                                  <a:ea typeface="Cambria Math"/>
                                  <a:cs typeface="Cambria Math"/>
                                  <a:sym typeface="Cambria Math"/>
                                </a:rPr>
                                <m:t xml:space="preserve"> </m:t>
                              </m:r>
                            </m:oMath>
                          </a14:m>
                        </mc:Choice>
                        <mc:Fallback>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N</a:t>
                          </a:r>
                          <a:r>
                            <a:rPr kumimoji="0" lang="en-IN" sz="3600" b="0" i="0" u="none" strike="noStrike" kern="0" cap="none" spc="0" normalizeH="0" baseline="-25000" noProof="0" dirty="0">
                              <a:ln>
                                <a:noFill/>
                              </a:ln>
                              <a:solidFill>
                                <a:srgbClr val="000000"/>
                              </a:solidFill>
                              <a:effectLst/>
                              <a:uLnTx/>
                              <a:uFillTx/>
                              <a:latin typeface="Cambria"/>
                              <a:ea typeface="Cambria"/>
                              <a:cs typeface="+mn-cs"/>
                              <a:sym typeface="Arial"/>
                            </a:rPr>
                            <a:t>2</a:t>
                          </a: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 </a:t>
                          </a:r>
                        </mc:Fallback>
                      </mc:AlternateContent>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marL="0" marR="0" lvl="0" indent="0" defTabSz="914400" rtl="0" eaLnBrk="1" fontAlgn="auto" latinLnBrk="0" hangingPunct="1">
                        <a:lnSpc>
                          <a:spcPct val="110000"/>
                        </a:lnSpc>
                        <a:spcBef>
                          <a:spcPts val="600"/>
                        </a:spcBef>
                        <a:spcAft>
                          <a:spcPts val="0"/>
                        </a:spcAft>
                        <a:buClr>
                          <a:srgbClr val="000000"/>
                        </a:buClr>
                        <a:buSzTx/>
                        <a:buFont typeface="Arial"/>
                        <a:buNone/>
                        <a:tabLst/>
                        <a:defRPr/>
                      </a:pPr>
                      <a:r>
                        <a:rPr kumimoji="0" lang="en-IN" sz="5000" b="0" i="0" u="none" strike="noStrike" kern="0" cap="none" spc="0" normalizeH="0" baseline="0" noProof="0" dirty="0">
                          <a:ln>
                            <a:noFill/>
                          </a:ln>
                          <a:solidFill>
                            <a:srgbClr val="000000"/>
                          </a:solidFill>
                          <a:effectLst/>
                          <a:uLnTx/>
                          <a:uFillTx/>
                          <a:latin typeface="Cambria"/>
                          <a:ea typeface="Cambria"/>
                          <a:cs typeface="+mn-cs"/>
                          <a:sym typeface="Arial"/>
                        </a:rPr>
                        <a:t>109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mc:AlternateContent>
    <mc:Choice Requires="p14">
      <p:transition spd="slow" p14:dur="900">
        <p14:warp dir="in"/>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बंध लंबाई</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17393675"/>
          </a:xfrm>
          <a:prstGeom prst="rect">
            <a:avLst/>
          </a:prstGeom>
          <a:noFill/>
          <a:ln>
            <a:noFill/>
          </a:ln>
        </p:spPr>
        <p:txBody>
          <a:bodyPr spcFirstLastPara="1" wrap="square" lIns="91425" tIns="45700" rIns="91425" bIns="45700" anchor="ctr" anchorCtr="0">
            <a:spAutoFit/>
          </a:bodyPr>
          <a:lstStyle/>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एकल बंध &gt; द्विबंध &gt; त्रिबंध</a:t>
            </a:r>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F-F &gt; O=O &gt; N≡ N </m:t>
                    </m:r>
                  </m:oMath>
                </a14:m>
              </mc:Choice>
              <mc:Fallback>
                <a:r>
                  <a:rPr lang="en-IN" sz="5000" dirty="0">
                    <a:solidFill>
                      <a:srgbClr val="FFFFFF"/>
                    </a:solidFill>
                    <a:latin typeface="Cambria"/>
                    <a:ea typeface="Cambria"/>
                    <a:cs typeface="Cambria"/>
                    <a:sym typeface="Cambria"/>
                  </a:rPr>
                  <a:t> F-F &gt; O=O &gt; N</a:t>
                </a:r>
                <a:r>
                  <a:rPr lang="en-IN" sz="5000" dirty="0">
                    <a:solidFill>
                      <a:srgbClr val="FFFFFF"/>
                    </a:solidFill>
                    <a:latin typeface="Cambria"/>
                    <a:ea typeface="Cambria"/>
                    <a:cs typeface="Cambria"/>
                    <a:sym typeface="Cambria"/>
                  </a:rPr>
                  <a:t>≡</a:t>
                </a:r>
                <a:r>
                  <a:rPr lang="en-IN" sz="5000" dirty="0">
                    <a:solidFill>
                      <a:srgbClr val="FFFFFF"/>
                    </a:solidFill>
                    <a:latin typeface="Cambria"/>
                    <a:ea typeface="Cambria"/>
                    <a:cs typeface="Cambria"/>
                    <a:sym typeface="Cambria"/>
                  </a:rPr>
                  <a:t> N </a:t>
                </a:r>
              </mc:Fallback>
            </mc:AlternateContent>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बंध लंबाई</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9566521"/>
          </a:xfrm>
          <a:prstGeom prst="rect">
            <a:avLst/>
          </a:prstGeom>
          <a:noFill/>
          <a:ln>
            <a:noFill/>
          </a:ln>
        </p:spPr>
        <p:txBody>
          <a:bodyPr spcFirstLastPara="1" wrap="square" lIns="91425" tIns="45700" rIns="91425" bIns="45700" anchor="t" anchorCtr="0">
            <a:spAutoFit/>
          </a:bodyPr>
          <a:lstStyle/>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R = </m:t>
                    </m:r>
                    <m:sSub>
                      <m:sSubPr/>
                      <m:e>
                        <m:r>
                          <a:rPr lang="en-IN" sz="5000" dirty="0">
                            <a:solidFill>
                              <a:srgbClr val="FFFFFF"/>
                            </a:solidFill>
                            <a:latin typeface="Cambria"/>
                            <a:ea typeface="Cambria"/>
                            <a:cs typeface="Cambria"/>
                            <a:sym typeface="Cambria"/>
                          </a:rPr>
                          <m:t xml:space="preserve">r</m:t>
                        </m:r>
                      </m:e>
                      <m:sub>
                        <m:r>
                          <a:rPr lang="en-IN" sz="5000" dirty="0">
                            <a:solidFill>
                              <a:srgbClr val="FFFFFF"/>
                            </a:solidFill>
                            <a:latin typeface="Cambria"/>
                            <a:ea typeface="Cambria"/>
                            <a:cs typeface="Cambria"/>
                            <a:sym typeface="Cambria"/>
                          </a:rPr>
                          <m:t xml:space="preserve">A</m:t>
                        </m:r>
                      </m:sub>
                    </m:sSub>
                    <m:r>
                      <a:rPr lang="en-IN" sz="5000" dirty="0">
                        <a:solidFill>
                          <a:srgbClr val="FFFFFF"/>
                        </a:solidFill>
                        <a:latin typeface="Cambria"/>
                        <a:ea typeface="Cambria"/>
                        <a:cs typeface="Cambria"/>
                        <a:sym typeface="Cambria"/>
                      </a:rPr>
                      <m:t xml:space="preserve"> + </m:t>
                    </m:r>
                    <m:sSub>
                      <m:sSubPr/>
                      <m:e>
                        <m:r>
                          <a:rPr lang="en-IN" sz="5000" dirty="0">
                            <a:solidFill>
                              <a:srgbClr val="FFFFFF"/>
                            </a:solidFill>
                            <a:latin typeface="Cambria"/>
                            <a:ea typeface="Cambria"/>
                            <a:cs typeface="Cambria"/>
                            <a:sym typeface="Cambria"/>
                          </a:rPr>
                          <m:t xml:space="preserve">r</m:t>
                        </m:r>
                      </m:e>
                      <m:sub>
                        <m:r>
                          <a:rPr lang="en-IN" sz="5000" dirty="0">
                            <a:solidFill>
                              <a:srgbClr val="FFFFFF"/>
                            </a:solidFill>
                            <a:latin typeface="Cambria"/>
                            <a:ea typeface="Cambria"/>
                            <a:cs typeface="Cambria"/>
                            <a:sym typeface="Cambria"/>
                          </a:rPr>
                          <m:t xml:space="preserve">B</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R = r</a:t>
                </a:r>
                <a:r>
                  <a:rPr baseline="-25000" lang="en-IN" sz="3600" dirty="0">
                    <a:solidFill>
                      <a:srgbClr val="FFFFFF"/>
                    </a:solidFill>
                    <a:latin typeface="Cambria"/>
                    <a:ea typeface="Cambria"/>
                    <a:cs typeface="Cambria"/>
                    <a:sym typeface="Cambria"/>
                  </a:rPr>
                  <a:t>A</a:t>
                </a:r>
                <a:r>
                  <a:rPr lang="en-IN" sz="5000" dirty="0">
                    <a:solidFill>
                      <a:srgbClr val="FFFFFF"/>
                    </a:solidFill>
                    <a:latin typeface="Cambria"/>
                    <a:ea typeface="Cambria"/>
                    <a:cs typeface="Cambria"/>
                    <a:sym typeface="Cambria"/>
                  </a:rPr>
                  <a:t> + r</a:t>
                </a:r>
                <a:r>
                  <a:rPr baseline="-25000" lang="en-IN" sz="3600" dirty="0">
                    <a:solidFill>
                      <a:srgbClr val="FFFFFF"/>
                    </a:solidFill>
                    <a:latin typeface="Cambria"/>
                    <a:ea typeface="Cambria"/>
                    <a:cs typeface="Cambria"/>
                    <a:sym typeface="Cambria"/>
                  </a:rPr>
                  <a:t>B</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 R बंध लंबाई है और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r</m:t>
                        </m:r>
                      </m:e>
                      <m:sub>
                        <m:r>
                          <a:rPr lang="en-IN" sz="5000" dirty="0">
                            <a:solidFill>
                              <a:srgbClr val="FFFFFF"/>
                            </a:solidFill>
                            <a:latin typeface="Cambria"/>
                            <a:ea typeface="Cambria"/>
                            <a:cs typeface="Cambria"/>
                            <a:sym typeface="Cambria"/>
                          </a:rPr>
                          <m:t xml:space="preserve">A</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r</a:t>
                </a:r>
                <a:r>
                  <a:rPr baseline="-25000" lang="en-IN" sz="3600" dirty="0">
                    <a:solidFill>
                      <a:srgbClr val="FFFFFF"/>
                    </a:solidFill>
                    <a:latin typeface="Cambria"/>
                    <a:ea typeface="Cambria"/>
                    <a:cs typeface="Cambria"/>
                    <a:sym typeface="Cambria"/>
                  </a:rPr>
                  <a:t>A</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और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r</m:t>
                        </m:r>
                      </m:e>
                      <m:sub>
                        <m:r>
                          <a:rPr lang="en-IN" sz="5000" dirty="0">
                            <a:solidFill>
                              <a:srgbClr val="FFFFFF"/>
                            </a:solidFill>
                            <a:latin typeface="Cambria"/>
                            <a:ea typeface="Cambria"/>
                            <a:cs typeface="Cambria"/>
                            <a:sym typeface="Cambria"/>
                          </a:rPr>
                          <m:t xml:space="preserve">B</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r</a:t>
                </a:r>
                <a:r>
                  <a:rPr baseline="-25000" lang="en-IN" sz="3600" dirty="0">
                    <a:solidFill>
                      <a:srgbClr val="FFFFFF"/>
                    </a:solidFill>
                    <a:latin typeface="Cambria"/>
                    <a:ea typeface="Cambria"/>
                    <a:cs typeface="Cambria"/>
                    <a:sym typeface="Cambria"/>
                  </a:rPr>
                  <a:t>B</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क्रमशः परमाणु A और B की सहसंयोजक त्रिज्याएँ हैं।</a:t>
            </a:r>
          </a:p>
        </p:txBody>
      </p:sp>
      <p:pic>
        <p:nvPicPr>
          <p:cNvPr id="9006" name="slide_009_1_enhanced.png"/>
          <p:cNvPicPr preferRelativeResize="0"/>
          <p:nvPr/>
        </p:nvPicPr>
        <p:blipFill rotWithShape="1">
          <a:blip r:embed="rIdPic9006"/>
          <a:srcRect/>
          <a:stretch>
            <a:fillRect/>
          </a:stretch>
        </p:blipFill>
        <p:spPr>
          <a:xfrm>
            <a:off x="14348457" y="12175326"/>
            <a:ext cx="7879086" cy="7507154"/>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बन्ध कोण</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21409273" cy="17393675"/>
          </a:xfrm>
          <a:prstGeom prst="rect">
            <a:avLst/>
          </a:prstGeom>
          <a:noFill/>
          <a:ln>
            <a:noFill/>
          </a:ln>
        </p:spPr>
        <p:txBody>
          <a:bodyPr spcFirstLastPara="1" wrap="square" lIns="91425" tIns="45700" rIns="91425" bIns="45700" anchor="t" anchorCtr="0">
            <a:spAutoFit/>
          </a:bodyPr>
          <a:lstStyle/>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इसे एक अणु/जटिल आयन में केंद्रीय परमाणु के चारों ओर बंधन इलेक्ट्रॉन युग्मों वाले कक्षकों के बीच के कोण के रूप में परिभाषित किया जाता है।</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बंधन कोण को डिग्री में व्यक्त किया जाता है जिसे स्पेक्ट्रोस्कोपिक विधियों द्वारा प्रयोगात्मक रूप से निर्धारित किया जा सकता है।</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यह अणु के आकार को निर्धारित करने में मदद करता है।</a:t>
            </a:r>
          </a:p>
        </p:txBody>
      </p:sp>
      <p:pic>
        <p:nvPicPr>
          <p:cNvPr id="9006" name="slide_010_1_enhanced.png"/>
          <p:cNvPicPr preferRelativeResize="0"/>
          <p:nvPr/>
        </p:nvPicPr>
        <p:blipFill rotWithShape="1">
          <a:blip r:embed="rIdPic9006"/>
          <a:srcRect/>
          <a:stretch>
            <a:fillRect/>
          </a:stretch>
        </p:blipFill>
        <p:spPr>
          <a:xfrm>
            <a:off x="25955898" y="4711025"/>
            <a:ext cx="6078863" cy="6447279"/>
          </a:xfrm>
          <a:prstGeom prst="rect">
            <a:avLst/>
          </a:prstGeom>
          <a:noFill/>
          <a:ln>
            <a:noFill/>
          </a:ln>
        </p:spPr>
      </p:pic>
      <p:pic>
        <p:nvPicPr>
          <p:cNvPr id="9007" name="slide_010_2_enhanced.png"/>
          <p:cNvPicPr preferRelativeResize="0"/>
          <p:nvPr/>
        </p:nvPicPr>
        <p:blipFill rotWithShape="1">
          <a:blip r:embed="rIdPic9007"/>
          <a:srcRect/>
          <a:stretch>
            <a:fillRect/>
          </a:stretch>
        </p:blipFill>
        <p:spPr>
          <a:xfrm>
            <a:off x="24127714" y="10602974"/>
            <a:ext cx="9735230" cy="6447279"/>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2" name="Google Shape;129;p29"/>
          <p:cNvSpPr txBox="1"/>
          <p:nvPr/>
        </p:nvSpPr>
        <p:spPr>
          <a:xfrm>
            <a:off x="1104806" y="2396709"/>
            <a:ext cx="34747200" cy="1645920"/>
          </a:xfrm>
          <a:prstGeom prst="rect">
            <a:avLst/>
          </a:prstGeom>
          <a:noFill/>
          <a:ln>
            <a:noFill/>
          </a:ln>
        </p:spPr>
        <p:txBody>
          <a:bodyPr spcFirstLastPara="1" wrap="square" lIns="91425" tIns="45700" rIns="91425" bIns="45700" anchor="t" anchorCtr="0">
            <a:spAutoFit/>
          </a:bodyPr>
          <a:lstStyle/>
          <a:p>
            <a:pPr algn="l" marL="0" lvl="0" indent="0">
              <a:buSzPts val="8400"/>
              <a:buFont typeface="Arial"/>
              <a:buNone/>
            </a:pPr>
            <mc:AlternateContent>
              <mc:Choice xmlns:a14="http://schemas.microsoft.com/office/drawing/2010/main" Requires="a14">
                <a14:m xmlns:m="http://schemas.openxmlformats.org/officeDocument/2006/math">
                  <m:oMath>
                    <m:r>
                      <a:rPr lang="en-IN" sz="6000" b="1" dirty="0">
                        <a:solidFill>
                          <a:srgbClr val="FFFFFF"/>
                        </a:solidFill>
                        <a:latin typeface="Cambria"/>
                        <a:ea typeface="Cambria"/>
                        <a:cs typeface="Cambria"/>
                        <a:sym typeface="Cambria"/>
                      </a:rPr>
                      <m:t xml:space="preserve"> </m:t>
                    </m:r>
                    <m:sSub>
                      <m:sSubPr/>
                      <m:e>
                        <m:r>
                          <a:rPr lang="en-IN" sz="6000" b="1" dirty="0">
                            <a:solidFill>
                              <a:srgbClr val="FFFFFF"/>
                            </a:solidFill>
                            <a:latin typeface="Cambria"/>
                            <a:ea typeface="Cambria"/>
                            <a:cs typeface="Cambria"/>
                            <a:sym typeface="Cambria"/>
                          </a:rPr>
                          <m:t xml:space="preserve">H</m:t>
                        </m:r>
                      </m:e>
                      <m:sub>
                        <m:r>
                          <a:rPr lang="en-IN" sz="6000" b="1" dirty="0">
                            <a:solidFill>
                              <a:srgbClr val="FFFFFF"/>
                            </a:solidFill>
                            <a:latin typeface="Cambria"/>
                            <a:ea typeface="Cambria"/>
                            <a:cs typeface="Cambria"/>
                            <a:sym typeface="Cambria"/>
                          </a:rPr>
                          <m:t xml:space="preserve">2</m:t>
                        </m:r>
                      </m:sub>
                    </m:sSub>
                    <m:r>
                      <a:rPr lang="en-IN" sz="6000" b="1" dirty="0">
                        <a:solidFill>
                          <a:srgbClr val="FFFFFF"/>
                        </a:solidFill>
                        <a:latin typeface="Cambria"/>
                        <a:ea typeface="Cambria"/>
                        <a:cs typeface="Cambria"/>
                        <a:sym typeface="Cambria"/>
                      </a:rPr>
                      <m:t xml:space="preserve">O </m:t>
                    </m:r>
                  </m:oMath>
                </a14:m>
              </mc:Choice>
              <mc:Fallback>
                <a:r>
                  <a:rPr lang="en-IN" sz="6000" b="1" dirty="0">
                    <a:solidFill>
                      <a:srgbClr val="FFFFFF"/>
                    </a:solidFill>
                    <a:latin typeface="Cambria"/>
                    <a:ea typeface="Cambria"/>
                    <a:cs typeface="Cambria"/>
                    <a:sym typeface="Cambria"/>
                  </a:rPr>
                  <a:t> H</a:t>
                </a:r>
                <a:r>
                  <a:rPr baseline="-25000" lang="en-IN" sz="4320" b="1" dirty="0">
                    <a:solidFill>
                      <a:srgbClr val="FFFFFF"/>
                    </a:solidFill>
                    <a:latin typeface="Cambria"/>
                    <a:ea typeface="Cambria"/>
                    <a:cs typeface="Cambria"/>
                    <a:sym typeface="Cambria"/>
                  </a:rPr>
                  <a:t>2</a:t>
                </a:r>
                <a:r>
                  <a:rPr lang="en-IN" sz="6000" b="1" dirty="0">
                    <a:solidFill>
                      <a:srgbClr val="FFFFFF"/>
                    </a:solidFill>
                    <a:latin typeface="Cambria"/>
                    <a:ea typeface="Cambria"/>
                    <a:cs typeface="Cambria"/>
                    <a:sym typeface="Cambria"/>
                  </a:rPr>
                  <a:t>O </a:t>
                </a:r>
              </mc:Fallback>
            </mc:AlternateContent>
            <a:r>
              <a:rPr lang="hi-IN" altLang="en-US" sz="6000" b="1" dirty="0">
                <a:solidFill>
                  <a:srgbClr val="FFFFFF"/>
                </a:solidFill>
                <a:latin typeface="Cambria"/>
                <a:ea typeface="Cambria"/>
                <a:cs typeface="Cambria"/>
                <a:sym typeface="Cambria"/>
              </a:rPr>
              <a:t> में बंध कोण है...</a:t>
            </a:r>
          </a:p>
        </p:txBody>
      </p:sp>
      <p:sp>
        <p:nvSpPr>
          <p:cNvPr id="3" name="Google Shape;130;p29"/>
          <p:cNvSpPr txBox="1"/>
          <p:nvPr/>
        </p:nvSpPr>
        <p:spPr>
          <a:xfrm>
            <a:off x="3107605" y="5653418"/>
            <a:ext cx="32744401" cy="1597340"/>
          </a:xfrm>
          <a:prstGeom prst="rect">
            <a:avLst/>
          </a:prstGeom>
          <a:noFill/>
          <a:ln>
            <a:noFill/>
          </a:ln>
        </p:spPr>
        <p:txBody>
          <a:bodyPr spcFirstLastPara="1" wrap="square" lIns="91425" tIns="45700" rIns="91425" bIns="45700" anchor="t" anchorCtr="0">
            <a:spAutoFit/>
          </a:bodyPr>
          <a:lstStyle/>
          <a:p>
            <a:pPr algn="l" marL="0" indent="0">
              <a:buSzPts val="8400"/>
            </a:pPr>
            <mc:AlternateContent>
              <mc:Choice xmlns:a14="http://schemas.microsoft.com/office/drawing/2010/main" Requires="a14">
                <a14:m xmlns:m="http://schemas.openxmlformats.org/officeDocument/2006/math">
                  <m:oMath>
                    <m:r>
                      <a:rPr lang="en-IN" sz="6000" b="1" dirty="0">
                        <a:solidFill>
                          <a:srgbClr val="FFFFFF"/>
                        </a:solidFill>
                        <a:latin typeface="Cambria"/>
                        <a:ea typeface="Cambria"/>
                        <a:cs typeface="Cambria"/>
                        <a:sym typeface="Cambria"/>
                      </a:rPr>
                      <m:t xml:space="preserve"> 109°</m:t>
                    </m:r>
                    <m:sSup>
                      <m:sSupPr/>
                      <m:e>
                        <m:r>
                          <a:rPr lang="en-IN" sz="6000" b="1" dirty="0">
                            <a:solidFill>
                              <a:srgbClr val="FFFFFF"/>
                            </a:solidFill>
                            <a:latin typeface="Cambria"/>
                            <a:ea typeface="Cambria"/>
                            <a:cs typeface="Cambria"/>
                            <a:sym typeface="Cambria"/>
                          </a:rPr>
                          <m:t xml:space="preserve">2</m:t>
                        </m:r>
                      </m:e>
                      <m:sup>
                        <m:r>
                          <a:rPr lang="en-IN" sz="6000" b="1" dirty="0">
                            <a:solidFill>
                              <a:srgbClr val="FFFFFF"/>
                            </a:solidFill>
                            <a:latin typeface="Cambria"/>
                            <a:ea typeface="Cambria"/>
                            <a:cs typeface="Cambria"/>
                            <a:sym typeface="Cambria"/>
                          </a:rPr>
                          <m:t xml:space="preserve">1</m:t>
                        </m:r>
                      </m:sup>
                    </m:sSup>
                    <m:r>
                      <a:rPr lang="en-IN" sz="6000" b="1" dirty="0">
                        <a:solidFill>
                          <a:srgbClr val="FFFFFF"/>
                        </a:solidFill>
                        <a:latin typeface="Cambria"/>
                        <a:ea typeface="Cambria"/>
                        <a:cs typeface="Cambria"/>
                        <a:sym typeface="Cambria"/>
                      </a:rPr>
                      <m:t xml:space="preserve"> </m:t>
                    </m:r>
                  </m:oMath>
                </a14:m>
              </mc:Choice>
              <mc:Fallback>
                <a:r>
                  <a:rPr lang="en-IN" sz="6000" b="1" dirty="0">
                    <a:solidFill>
                      <a:srgbClr val="FFFFFF"/>
                    </a:solidFill>
                    <a:latin typeface="Cambria"/>
                    <a:ea typeface="Cambria"/>
                    <a:cs typeface="Cambria"/>
                    <a:sym typeface="Cambria"/>
                  </a:rPr>
                  <a:t> 109</a:t>
                </a:r>
                <a:r>
                  <a:rPr lang="en-IN" sz="6000" b="1" dirty="0">
                    <a:solidFill>
                      <a:srgbClr val="FFFFFF"/>
                    </a:solidFill>
                    <a:latin typeface="Cambria"/>
                    <a:ea typeface="Cambria"/>
                    <a:cs typeface="Cambria"/>
                    <a:sym typeface="Cambria"/>
                  </a:rPr>
                  <a:t>°</a:t>
                </a:r>
                <a:r>
                  <a:rPr lang="en-IN" sz="6000" b="1" dirty="0">
                    <a:solidFill>
                      <a:srgbClr val="FFFFFF"/>
                    </a:solidFill>
                    <a:latin typeface="Cambria"/>
                    <a:ea typeface="Cambria"/>
                    <a:cs typeface="Cambria"/>
                    <a:sym typeface="Cambria"/>
                  </a:rPr>
                  <a:t>2</a:t>
                </a:r>
                <a:r>
                  <a:rPr baseline="52000" lang="en-IN" sz="4320" b="1" dirty="0">
                    <a:solidFill>
                      <a:srgbClr val="FFFFFF"/>
                    </a:solidFill>
                    <a:latin typeface="Cambria"/>
                    <a:ea typeface="Cambria"/>
                    <a:cs typeface="Cambria"/>
                    <a:sym typeface="Cambria"/>
                  </a:rPr>
                  <a:t>1</a:t>
                </a:r>
                <a:r>
                  <a:rPr lang="en-IN" sz="6000" b="1" dirty="0">
                    <a:solidFill>
                      <a:srgbClr val="FFFFFF"/>
                    </a:solidFill>
                    <a:latin typeface="Cambria"/>
                    <a:ea typeface="Cambria"/>
                    <a:cs typeface="Cambria"/>
                    <a:sym typeface="Cambria"/>
                  </a:rPr>
                  <a:t> </a:t>
                </a:r>
              </mc:Fallback>
            </mc:AlternateContent>
            <a:endParaRPr sz="6000" b="1" dirty="0">
              <a:solidFill>
                <a:srgbClr val="FFFFFF"/>
              </a:solidFill>
              <a:latin typeface="Cambria"/>
              <a:ea typeface="Cambria"/>
              <a:cs typeface="Cambria"/>
              <a:sym typeface="Cambria"/>
            </a:endParaRPr>
          </a:p>
        </p:txBody>
      </p:sp>
      <p:sp>
        <p:nvSpPr>
          <p:cNvPr id="9001" name="Google Shape;148;p5"/>
          <p:cNvSpPr/>
          <p:nvPr/>
        </p:nvSpPr>
        <p:spPr>
          <a:xfrm>
            <a:off x="-1864528" y="681774"/>
            <a:ext cx="7081988" cy="1569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49;p5"/>
          <p:cNvSpPr txBox="1"/>
          <p:nvPr/>
        </p:nvSpPr>
        <p:spPr>
          <a:xfrm>
            <a:off x="1039500" y="827049"/>
            <a:ext cx="4562190" cy="101562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6000" u="none" cap="none" strike="noStrike">
                <a:solidFill>
                  <a:srgbClr val="FFFFFF"/>
                </a:solidFill>
                <a:latin typeface="Cambria"/>
                <a:ea typeface="Cambria"/>
                <a:cs typeface="Cambria"/>
                <a:sym typeface="Cambria"/>
              </a:rPr>
              <a:t>Question</a:t>
            </a:r>
            <a:endParaRPr b="1" i="0" sz="6000" u="none" cap="none" strike="noStrike">
              <a:solidFill>
                <a:srgbClr val="FFFFFF"/>
              </a:solidFill>
              <a:latin typeface="Cambria"/>
              <a:ea typeface="Cambria"/>
              <a:cs typeface="Cambria"/>
              <a:sym typeface="Cambria"/>
            </a:endParaRPr>
          </a:p>
        </p:txBody>
      </p:sp>
      <p:sp>
        <p:nvSpPr>
          <p:cNvPr id="9003" name="Google Shape;111;p2"/>
          <p:cNvSpPr/>
          <p:nvPr/>
        </p:nvSpPr>
        <p:spPr>
          <a:xfrm>
            <a:off x="1039499" y="5362629"/>
            <a:ext cx="1597200" cy="1597200"/>
          </a:xfrm>
          <a:prstGeom prst="ellipse">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4" name="Google Shape;112;p2"/>
          <p:cNvSpPr txBox="1"/>
          <p:nvPr/>
        </p:nvSpPr>
        <p:spPr>
          <a:xfrm>
            <a:off x="1104807" y="5561134"/>
            <a:ext cx="1466700" cy="1169511"/>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400"/>
              <a:buFont typeface="Arial"/>
              <a:buNone/>
            </a:pPr>
            <a:r>
              <a:rPr b="1" i="0" lang="en-IN" sz="7000" u="none" cap="none" strike="noStrike">
                <a:solidFill>
                  <a:srgbClr val="FFFFFF"/>
                </a:solidFill>
                <a:latin typeface="Cambria"/>
                <a:ea typeface="Cambria"/>
                <a:cs typeface="Cambria"/>
                <a:sym typeface="Cambria"/>
              </a:rPr>
              <a:t>A</a:t>
            </a:r>
            <a:endParaRPr b="1" i="0" sz="7000" u="none" cap="none" strike="noStrike">
              <a:solidFill>
                <a:srgbClr val="FFFFFF"/>
              </a:solidFill>
              <a:latin typeface="Cambria"/>
              <a:ea typeface="Cambria"/>
              <a:cs typeface="Cambria"/>
              <a:sym typeface="Cambria"/>
            </a:endParaRPr>
          </a:p>
        </p:txBody>
      </p:sp>
      <p:grpSp>
        <p:nvGrpSpPr>
          <p:cNvPr id="9005" name="Google Shape;113;p2"/>
          <p:cNvGrpSpPr/>
          <p:nvPr/>
        </p:nvGrpSpPr>
        <p:grpSpPr>
          <a:xfrm>
            <a:off x="1039499" y="7479969"/>
            <a:ext cx="1597200" cy="1597200"/>
            <a:chOff x="1039499" y="8887793"/>
            <a:chExt cx="1597200" cy="1597200"/>
          </a:xfrm>
        </p:grpSpPr>
        <p:sp>
          <p:nvSpPr>
            <p:cNvPr id="9006" name="Google Shape;114;p2"/>
            <p:cNvSpPr/>
            <p:nvPr/>
          </p:nvSpPr>
          <p:spPr>
            <a:xfrm>
              <a:off x="1039499" y="8887793"/>
              <a:ext cx="1597200" cy="1597200"/>
            </a:xfrm>
            <a:prstGeom prst="ellipse">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7" name="Google Shape;115;p2"/>
            <p:cNvSpPr txBox="1"/>
            <p:nvPr/>
          </p:nvSpPr>
          <p:spPr>
            <a:xfrm>
              <a:off x="1104806" y="9086298"/>
              <a:ext cx="1466700" cy="1200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000" u="none" cap="none" strike="noStrike">
                  <a:solidFill>
                    <a:srgbClr val="FFFFFF"/>
                  </a:solidFill>
                  <a:latin typeface="Cambria"/>
                  <a:ea typeface="Cambria"/>
                  <a:cs typeface="Cambria"/>
                  <a:sym typeface="Cambria"/>
                </a:rPr>
                <a:t>B</a:t>
              </a:r>
              <a:endParaRPr b="1" i="0" sz="7000" u="none" cap="none" strike="noStrike">
                <a:solidFill>
                  <a:srgbClr val="FFFFFF"/>
                </a:solidFill>
                <a:latin typeface="Cambria"/>
                <a:ea typeface="Cambria"/>
                <a:cs typeface="Cambria"/>
                <a:sym typeface="Cambria"/>
              </a:endParaRPr>
            </a:p>
          </p:txBody>
        </p:sp>
      </p:grpSp>
      <p:grpSp>
        <p:nvGrpSpPr>
          <p:cNvPr id="9008" name="Google Shape;113;p2"/>
          <p:cNvGrpSpPr/>
          <p:nvPr/>
        </p:nvGrpSpPr>
        <p:grpSpPr>
          <a:xfrm>
            <a:off x="1039499" y="9597309"/>
            <a:ext cx="1597200" cy="1597200"/>
            <a:chOff x="1039499" y="8887793"/>
            <a:chExt cx="1597200" cy="1597200"/>
          </a:xfrm>
        </p:grpSpPr>
        <p:sp>
          <p:nvSpPr>
            <p:cNvPr id="9009" name="Google Shape;114;p2"/>
            <p:cNvSpPr/>
            <p:nvPr/>
          </p:nvSpPr>
          <p:spPr>
            <a:xfrm>
              <a:off x="1039499" y="8887793"/>
              <a:ext cx="1597200" cy="1597200"/>
            </a:xfrm>
            <a:prstGeom prst="ellipse">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10" name="Google Shape;115;p2"/>
            <p:cNvSpPr txBox="1"/>
            <p:nvPr/>
          </p:nvSpPr>
          <p:spPr>
            <a:xfrm>
              <a:off x="1104806" y="9086298"/>
              <a:ext cx="1466700" cy="1200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000" u="none" cap="none" strike="noStrike">
                  <a:solidFill>
                    <a:srgbClr val="FFFFFF"/>
                  </a:solidFill>
                  <a:latin typeface="Cambria"/>
                  <a:ea typeface="Cambria"/>
                  <a:cs typeface="Cambria"/>
                  <a:sym typeface="Cambria"/>
                </a:rPr>
                <a:t>C</a:t>
              </a:r>
              <a:endParaRPr b="1" i="0" sz="7000" u="none" cap="none" strike="noStrike">
                <a:solidFill>
                  <a:srgbClr val="FFFFFF"/>
                </a:solidFill>
                <a:latin typeface="Cambria"/>
                <a:ea typeface="Cambria"/>
                <a:cs typeface="Cambria"/>
                <a:sym typeface="Cambria"/>
              </a:endParaRPr>
            </a:p>
          </p:txBody>
        </p:sp>
      </p:grpSp>
      <p:grpSp>
        <p:nvGrpSpPr>
          <p:cNvPr id="9011" name="Google Shape;113;p2"/>
          <p:cNvGrpSpPr/>
          <p:nvPr/>
        </p:nvGrpSpPr>
        <p:grpSpPr>
          <a:xfrm>
            <a:off x="1039499" y="11714649"/>
            <a:ext cx="1597200" cy="1597200"/>
            <a:chOff x="1039499" y="8887793"/>
            <a:chExt cx="1597200" cy="1597200"/>
          </a:xfrm>
        </p:grpSpPr>
        <p:sp>
          <p:nvSpPr>
            <p:cNvPr id="9012" name="Google Shape;114;p2"/>
            <p:cNvSpPr/>
            <p:nvPr/>
          </p:nvSpPr>
          <p:spPr>
            <a:xfrm>
              <a:off x="1039499" y="8887793"/>
              <a:ext cx="1597200" cy="1597200"/>
            </a:xfrm>
            <a:prstGeom prst="ellipse">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13" name="Google Shape;115;p2"/>
            <p:cNvSpPr txBox="1"/>
            <p:nvPr/>
          </p:nvSpPr>
          <p:spPr>
            <a:xfrm>
              <a:off x="1104806" y="9086298"/>
              <a:ext cx="1466700" cy="1200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000" u="none" cap="none" strike="noStrike">
                  <a:solidFill>
                    <a:srgbClr val="FFFFFF"/>
                  </a:solidFill>
                  <a:latin typeface="Cambria"/>
                  <a:ea typeface="Cambria"/>
                  <a:cs typeface="Cambria"/>
                  <a:sym typeface="Cambria"/>
                </a:rPr>
                <a:t>D</a:t>
              </a:r>
              <a:endParaRPr b="1" i="0" sz="7000" u="none" cap="none" strike="noStrike">
                <a:solidFill>
                  <a:srgbClr val="FFFFFF"/>
                </a:solidFill>
                <a:latin typeface="Cambria"/>
                <a:ea typeface="Cambria"/>
                <a:cs typeface="Cambria"/>
                <a:sym typeface="Cambria"/>
              </a:endParaRPr>
            </a:p>
          </p:txBody>
        </p:sp>
      </p:grpSp>
      <p:sp>
        <p:nvSpPr>
          <p:cNvPr id="17" name="Google Shape;130;p29">
            <a:extLst>
              <a:ext uri="{FF2B5EF4-FFF2-40B4-BE49-F238E27FC236}">
                <a16:creationId xmlns:a16="http://schemas.microsoft.com/office/drawing/2014/main" id="{359EC1B9-8B0A-CB48-A9AA-6F6EAF44500B}"/>
              </a:ext>
            </a:extLst>
          </p:cNvPr>
          <p:cNvSpPr txBox="1"/>
          <p:nvPr/>
        </p:nvSpPr>
        <p:spPr>
          <a:xfrm>
            <a:off x="3107605" y="7710560"/>
            <a:ext cx="32744401" cy="1597340"/>
          </a:xfrm>
          <a:prstGeom prst="rect">
            <a:avLst/>
          </a:prstGeom>
          <a:noFill/>
          <a:ln>
            <a:noFill/>
          </a:ln>
        </p:spPr>
        <p:txBody>
          <a:bodyPr spcFirstLastPara="1" wrap="square" lIns="91425" tIns="45700" rIns="91425" bIns="45700" anchor="t" anchorCtr="0">
            <a:spAutoFit/>
          </a:bodyPr>
          <a:lstStyle/>
          <a:p>
            <a:pPr algn="l" marL="0" indent="0">
              <a:buSzPts val="8400"/>
            </a:pPr>
            <mc:AlternateContent>
              <mc:Choice xmlns:a14="http://schemas.microsoft.com/office/drawing/2010/main" Requires="a14">
                <a14:m xmlns:m="http://schemas.openxmlformats.org/officeDocument/2006/math">
                  <m:oMath>
                    <m:r>
                      <a:rPr lang="en-IN" sz="6000" b="1" dirty="0">
                        <a:solidFill>
                          <a:srgbClr val="FFFFFF"/>
                        </a:solidFill>
                        <a:latin typeface="Cambria"/>
                        <a:ea typeface="Cambria"/>
                        <a:cs typeface="Cambria"/>
                        <a:sym typeface="Cambria"/>
                      </a:rPr>
                      <m:t xml:space="preserve"> 107° </m:t>
                    </m:r>
                  </m:oMath>
                </a14:m>
              </mc:Choice>
              <mc:Fallback>
                <a:r>
                  <a:rPr lang="en-IN" sz="6000" b="1" dirty="0">
                    <a:solidFill>
                      <a:srgbClr val="FFFFFF"/>
                    </a:solidFill>
                    <a:latin typeface="Cambria"/>
                    <a:ea typeface="Cambria"/>
                    <a:cs typeface="Cambria"/>
                    <a:sym typeface="Cambria"/>
                  </a:rPr>
                  <a:t> 107</a:t>
                </a:r>
                <a:r>
                  <a:rPr lang="en-IN" sz="6000" b="1" dirty="0">
                    <a:solidFill>
                      <a:srgbClr val="FFFFFF"/>
                    </a:solidFill>
                    <a:latin typeface="Cambria"/>
                    <a:ea typeface="Cambria"/>
                    <a:cs typeface="Cambria"/>
                    <a:sym typeface="Cambria"/>
                  </a:rPr>
                  <a:t>°</a:t>
                </a:r>
                <a:r>
                  <a:rPr lang="en-IN" sz="6000" b="1" dirty="0">
                    <a:solidFill>
                      <a:srgbClr val="FFFFFF"/>
                    </a:solidFill>
                    <a:latin typeface="Cambria"/>
                    <a:ea typeface="Cambria"/>
                    <a:cs typeface="Cambria"/>
                    <a:sym typeface="Cambria"/>
                  </a:rPr>
                  <a:t> </a:t>
                </a:r>
              </mc:Fallback>
            </mc:AlternateContent>
            <a:endParaRPr sz="6000" b="1" dirty="0">
              <a:solidFill>
                <a:srgbClr val="FFFFFF"/>
              </a:solidFill>
              <a:latin typeface="Cambria"/>
              <a:ea typeface="Cambria"/>
              <a:cs typeface="Cambria"/>
              <a:sym typeface="Cambria"/>
            </a:endParaRPr>
          </a:p>
        </p:txBody>
      </p:sp>
      <p:sp>
        <p:nvSpPr>
          <p:cNvPr id="18" name="Google Shape;130;p29">
            <a:extLst>
              <a:ext uri="{FF2B5EF4-FFF2-40B4-BE49-F238E27FC236}">
                <a16:creationId xmlns:a16="http://schemas.microsoft.com/office/drawing/2014/main" id="{7A900CAF-02A4-EA2C-D5AE-61E805D388DB}"/>
              </a:ext>
            </a:extLst>
          </p:cNvPr>
          <p:cNvSpPr txBox="1"/>
          <p:nvPr/>
        </p:nvSpPr>
        <p:spPr>
          <a:xfrm>
            <a:off x="3107605" y="9777875"/>
            <a:ext cx="32744401" cy="1597340"/>
          </a:xfrm>
          <a:prstGeom prst="rect">
            <a:avLst/>
          </a:prstGeom>
          <a:noFill/>
          <a:ln>
            <a:noFill/>
          </a:ln>
        </p:spPr>
        <p:txBody>
          <a:bodyPr spcFirstLastPara="1" wrap="square" lIns="91425" tIns="45700" rIns="91425" bIns="45700" anchor="t" anchorCtr="0">
            <a:spAutoFit/>
          </a:bodyPr>
          <a:lstStyle/>
          <a:p>
            <a:pPr algn="l" marL="0" indent="0">
              <a:buSzPts val="8400"/>
            </a:pPr>
            <mc:AlternateContent>
              <mc:Choice xmlns:a14="http://schemas.microsoft.com/office/drawing/2010/main" Requires="a14">
                <a14:m xmlns:m="http://schemas.openxmlformats.org/officeDocument/2006/math">
                  <m:oMath>
                    <m:r>
                      <a:rPr lang="en-IN" sz="6000" b="1" dirty="0">
                        <a:solidFill>
                          <a:srgbClr val="FFFFFF"/>
                        </a:solidFill>
                        <a:latin typeface="Cambria"/>
                        <a:ea typeface="Cambria"/>
                        <a:cs typeface="Cambria"/>
                        <a:sym typeface="Cambria"/>
                      </a:rPr>
                      <m:t xml:space="preserve"> 120° </m:t>
                    </m:r>
                  </m:oMath>
                </a14:m>
              </mc:Choice>
              <mc:Fallback>
                <a:r>
                  <a:rPr lang="en-IN" sz="6000" b="1" dirty="0">
                    <a:solidFill>
                      <a:srgbClr val="FFFFFF"/>
                    </a:solidFill>
                    <a:latin typeface="Cambria"/>
                    <a:ea typeface="Cambria"/>
                    <a:cs typeface="Cambria"/>
                    <a:sym typeface="Cambria"/>
                  </a:rPr>
                  <a:t> 120</a:t>
                </a:r>
                <a:r>
                  <a:rPr lang="en-IN" sz="6000" b="1" dirty="0">
                    <a:solidFill>
                      <a:srgbClr val="FFFFFF"/>
                    </a:solidFill>
                    <a:latin typeface="Cambria"/>
                    <a:ea typeface="Cambria"/>
                    <a:cs typeface="Cambria"/>
                    <a:sym typeface="Cambria"/>
                  </a:rPr>
                  <a:t>°</a:t>
                </a:r>
                <a:r>
                  <a:rPr lang="en-IN" sz="6000" b="1" dirty="0">
                    <a:solidFill>
                      <a:srgbClr val="FFFFFF"/>
                    </a:solidFill>
                    <a:latin typeface="Cambria"/>
                    <a:ea typeface="Cambria"/>
                    <a:cs typeface="Cambria"/>
                    <a:sym typeface="Cambria"/>
                  </a:rPr>
                  <a:t> </a:t>
                </a:r>
              </mc:Fallback>
            </mc:AlternateContent>
            <a:endParaRPr sz="6000" b="1" dirty="0">
              <a:solidFill>
                <a:srgbClr val="FFFFFF"/>
              </a:solidFill>
              <a:latin typeface="Cambria"/>
              <a:ea typeface="Cambria"/>
              <a:cs typeface="Cambria"/>
              <a:sym typeface="Cambria"/>
            </a:endParaRPr>
          </a:p>
        </p:txBody>
      </p:sp>
      <p:sp>
        <p:nvSpPr>
          <p:cNvPr id="19" name="Google Shape;130;p29">
            <a:extLst>
              <a:ext uri="{FF2B5EF4-FFF2-40B4-BE49-F238E27FC236}">
                <a16:creationId xmlns:a16="http://schemas.microsoft.com/office/drawing/2014/main" id="{14CC97B5-99F4-9A71-2E1A-0ED3B3F0A5F1}"/>
              </a:ext>
            </a:extLst>
          </p:cNvPr>
          <p:cNvSpPr txBox="1"/>
          <p:nvPr/>
        </p:nvSpPr>
        <p:spPr>
          <a:xfrm>
            <a:off x="3107605" y="11913154"/>
            <a:ext cx="32744401" cy="1597340"/>
          </a:xfrm>
          <a:prstGeom prst="rect">
            <a:avLst/>
          </a:prstGeom>
          <a:noFill/>
          <a:ln>
            <a:noFill/>
          </a:ln>
        </p:spPr>
        <p:txBody>
          <a:bodyPr spcFirstLastPara="1" wrap="square" lIns="91425" tIns="45700" rIns="91425" bIns="45700" anchor="t" anchorCtr="0">
            <a:spAutoFit/>
          </a:bodyPr>
          <a:lstStyle/>
          <a:p>
            <a:pPr algn="l" marL="0" indent="0">
              <a:buSzPts val="8400"/>
            </a:pPr>
            <mc:AlternateContent>
              <mc:Choice xmlns:a14="http://schemas.microsoft.com/office/drawing/2010/main" Requires="a14">
                <a14:m xmlns:m="http://schemas.openxmlformats.org/officeDocument/2006/math">
                  <m:oMath>
                    <m:r>
                      <a:rPr lang="en-IN" sz="6000" b="1" dirty="0">
                        <a:solidFill>
                          <a:srgbClr val="FFFFFF"/>
                        </a:solidFill>
                        <a:latin typeface="Cambria"/>
                        <a:ea typeface="Cambria"/>
                        <a:cs typeface="Cambria"/>
                        <a:sym typeface="Cambria"/>
                      </a:rPr>
                      <m:t xml:space="preserve"> 104.5° </m:t>
                    </m:r>
                  </m:oMath>
                </a14:m>
              </mc:Choice>
              <mc:Fallback>
                <a:r>
                  <a:rPr lang="en-IN" sz="6000" b="1" dirty="0">
                    <a:solidFill>
                      <a:srgbClr val="FFFFFF"/>
                    </a:solidFill>
                    <a:latin typeface="Cambria"/>
                    <a:ea typeface="Cambria"/>
                    <a:cs typeface="Cambria"/>
                    <a:sym typeface="Cambria"/>
                  </a:rPr>
                  <a:t> 104.5</a:t>
                </a:r>
                <a:r>
                  <a:rPr lang="en-IN" sz="6000" b="1" dirty="0">
                    <a:solidFill>
                      <a:srgbClr val="FFFFFF"/>
                    </a:solidFill>
                    <a:latin typeface="Cambria"/>
                    <a:ea typeface="Cambria"/>
                    <a:cs typeface="Cambria"/>
                    <a:sym typeface="Cambria"/>
                  </a:rPr>
                  <a:t>°</a:t>
                </a:r>
                <a:r>
                  <a:rPr lang="en-IN" sz="6000" b="1" dirty="0">
                    <a:solidFill>
                      <a:srgbClr val="FFFFFF"/>
                    </a:solidFill>
                    <a:latin typeface="Cambria"/>
                    <a:ea typeface="Cambria"/>
                    <a:cs typeface="Cambria"/>
                    <a:sym typeface="Cambria"/>
                  </a:rPr>
                  <a:t> </a:t>
                </a:r>
              </mc:Fallback>
            </mc:AlternateContent>
            <a:endParaRPr sz="6000" b="1" dirty="0">
              <a:solidFill>
                <a:srgbClr val="FFFFFF"/>
              </a:solidFill>
              <a:latin typeface="Cambria"/>
              <a:ea typeface="Cambria"/>
              <a:cs typeface="Cambria"/>
              <a:sym typeface="Cambria"/>
            </a:endParaRPr>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Solution</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17393675"/>
          </a:xfrm>
          <a:prstGeom prst="rect">
            <a:avLst/>
          </a:prstGeom>
          <a:noFill/>
          <a:ln>
            <a:noFill/>
          </a:ln>
        </p:spPr>
        <p:txBody>
          <a:bodyPr spcFirstLastPara="1" wrap="square" lIns="91425" tIns="45700" rIns="91425" bIns="45700" anchor="ctr" anchorCtr="0">
            <a:spAutoFit/>
          </a:bodyPr>
          <a:lstStyle/>
          <a:p>
            <a:pPr algn="l" marL="1062038" indent="-1062038">
              <a:lnSpc>
                <a:spcPct val="150000"/>
              </a:lnSpc>
              <a:buClr>
                <a:schemeClr val="bg1"/>
              </a:buClr>
              <a:buSzPct val="80000"/>
              <a:buFont typeface="Wingdings" panose="05000000000000000000" pitchFamily="2" charset="2"/>
              <a:buChar char="Ø"/>
            </a:pPr>
            <a:r>
              <a:rPr lang="en-IN" sz="5000" dirty="0">
                <a:solidFill>
                  <a:srgbClr val="FFFFFF"/>
                </a:solidFill>
                <a:latin typeface="Cambria"/>
                <a:ea typeface="Cambria"/>
                <a:cs typeface="Cambria"/>
                <a:sym typeface="Cambria"/>
              </a:rPr>
              <a:t>Answer: (D)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104.5° </m:t>
                    </m:r>
                  </m:oMath>
                </a14:m>
              </mc:Choice>
              <mc:Fallback>
                <a:r>
                  <a:rPr lang="en-IN" sz="5000" dirty="0">
                    <a:solidFill>
                      <a:srgbClr val="FFFFFF"/>
                    </a:solidFill>
                    <a:latin typeface="Cambria"/>
                    <a:ea typeface="Cambria"/>
                    <a:cs typeface="Cambria"/>
                    <a:sym typeface="Cambria"/>
                  </a:rPr>
                  <a:t> 104.5</a:t>
                </a:r>
                <a:r>
                  <a:rPr lang="en-IN" sz="5000" dirty="0">
                    <a:solidFill>
                      <a:srgbClr val="FFFFFF"/>
                    </a:solidFill>
                    <a:latin typeface="Cambria"/>
                    <a:ea typeface="Cambria"/>
                    <a:cs typeface="Cambria"/>
                    <a:sym typeface="Cambria"/>
                  </a:rPr>
                  <a:t>°</a:t>
                </a:r>
                <a:r>
                  <a:rPr lang="en-IN" sz="5000" dirty="0">
                    <a:solidFill>
                      <a:srgbClr val="FFFFFF"/>
                    </a:solidFill>
                    <a:latin typeface="Cambria"/>
                    <a:ea typeface="Cambria"/>
                    <a:cs typeface="Cambria"/>
                    <a:sym typeface="Cambria"/>
                  </a:rPr>
                  <a:t> </a:t>
                </a:r>
              </mc:Fallback>
            </mc:AlternateContent>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बॉन्ड एन्थैल्पी</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17393675"/>
          </a:xfrm>
          <a:prstGeom prst="rect">
            <a:avLst/>
          </a:prstGeom>
          <a:noFill/>
          <a:ln>
            <a:noFill/>
          </a:ln>
        </p:spPr>
        <p:txBody>
          <a:bodyPr spcFirstLastPara="1" wrap="square" lIns="91425" tIns="45700" rIns="91425" bIns="45700" anchor="ctr" anchorCtr="0">
            <a:spAutoFit/>
          </a:bodyPr>
          <a:lstStyle/>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इसे गैसीय अवस्था में दो परमाणुओं के बीच एक मोल बंधन को तोड़ने के लिए आवश्यक ऊर्जा की मात्रा के रूप में परिभाषित किया जाता है।</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बंध एन्थैल्पी की इकाई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kJ mo</m:t>
                    </m:r>
                    <m:sSup>
                      <m:sSupPr/>
                      <m:e>
                        <m:r>
                          <a:rPr lang="en-IN" sz="5000" dirty="0">
                            <a:solidFill>
                              <a:srgbClr val="FFFFFF"/>
                            </a:solidFill>
                            <a:latin typeface="Cambria"/>
                            <a:ea typeface="Cambria"/>
                            <a:cs typeface="Cambria"/>
                            <a:sym typeface="Cambria"/>
                          </a:rPr>
                          <m:t xml:space="preserve">l</m:t>
                        </m:r>
                      </m:e>
                      <m:sup>
                        <m:r>
                          <a:rPr lang="en-IN" sz="5000" dirty="0">
                            <a:solidFill>
                              <a:srgbClr val="FFFFFF"/>
                            </a:solidFill>
                            <a:latin typeface="Cambria"/>
                            <a:ea typeface="Cambria"/>
                            <a:cs typeface="Cambria"/>
                            <a:sym typeface="Cambria"/>
                          </a:rPr>
                          <m:t xml:space="preserve">-1</m:t>
                        </m:r>
                      </m:sup>
                    </m:sSup>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kJ mol</a:t>
                </a:r>
                <a:r>
                  <a:rPr baseline="52000" lang="en-IN" sz="3600" dirty="0">
                    <a:solidFill>
                      <a:srgbClr val="FFFFFF"/>
                    </a:solidFill>
                    <a:latin typeface="Cambria"/>
                    <a:ea typeface="Cambria"/>
                    <a:cs typeface="Cambria"/>
                    <a:sym typeface="Cambria"/>
                  </a:rPr>
                  <a:t>-1</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है। उदाहरण के लिए, हाइड्रोजन अणु में H – H बंध एन्थैल्पी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435.8 kJ mo</m:t>
                    </m:r>
                    <m:sSup>
                      <m:sSupPr/>
                      <m:e>
                        <m:r>
                          <a:rPr lang="en-IN" sz="5000" dirty="0">
                            <a:solidFill>
                              <a:srgbClr val="FFFFFF"/>
                            </a:solidFill>
                            <a:latin typeface="Cambria"/>
                            <a:ea typeface="Cambria"/>
                            <a:cs typeface="Cambria"/>
                            <a:sym typeface="Cambria"/>
                          </a:rPr>
                          <m:t xml:space="preserve">l</m:t>
                        </m:r>
                      </m:e>
                      <m:sup>
                        <m:r>
                          <a:rPr lang="en-IN" sz="5000" dirty="0">
                            <a:solidFill>
                              <a:srgbClr val="FFFFFF"/>
                            </a:solidFill>
                            <a:latin typeface="Cambria"/>
                            <a:ea typeface="Cambria"/>
                            <a:cs typeface="Cambria"/>
                            <a:sym typeface="Cambria"/>
                          </a:rPr>
                          <m:t xml:space="preserve">-1</m:t>
                        </m:r>
                      </m:sup>
                    </m:sSup>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435.8 kJ mol</a:t>
                </a:r>
                <a:r>
                  <a:rPr baseline="52000" lang="en-IN" sz="3600" dirty="0">
                    <a:solidFill>
                      <a:srgbClr val="FFFFFF"/>
                    </a:solidFill>
                    <a:latin typeface="Cambria"/>
                    <a:ea typeface="Cambria"/>
                    <a:cs typeface="Cambria"/>
                    <a:sym typeface="Cambria"/>
                  </a:rPr>
                  <a:t>-1</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है।</a:t>
            </a:r>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2(g)</m:t>
                        </m:r>
                      </m:sub>
                    </m:sSub>
                    <m:r>
                      <a:rPr lang="en-IN" sz="5000" dirty="0">
                        <a:solidFill>
                          <a:srgbClr val="FFFFFF"/>
                        </a:solidFill>
                        <a:latin typeface="Cambria"/>
                        <a:ea typeface="Cambria"/>
                        <a:cs typeface="Cambria"/>
                        <a:sym typeface="Cambria"/>
                      </a:rPr>
                      <m:t xml:space="preserve"> → </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(g)</m:t>
                        </m:r>
                      </m:sub>
                    </m:sSub>
                    <m:r>
                      <a:rPr lang="en-IN" sz="5000" dirty="0">
                        <a:solidFill>
                          <a:srgbClr val="FFFFFF"/>
                        </a:solidFill>
                        <a:latin typeface="Cambria"/>
                        <a:ea typeface="Cambria"/>
                        <a:cs typeface="Cambria"/>
                        <a:sym typeface="Cambria"/>
                      </a:rPr>
                      <m:t xml:space="preserve"> + </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(g)</m:t>
                        </m:r>
                      </m:sub>
                    </m:sSub>
                    <m:r>
                      <a:rPr lang="en-IN" sz="5000" dirty="0">
                        <a:solidFill>
                          <a:srgbClr val="FFFFFF"/>
                        </a:solidFill>
                        <a:latin typeface="Cambria"/>
                        <a:ea typeface="Cambria"/>
                        <a:cs typeface="Cambria"/>
                        <a:sym typeface="Cambria"/>
                      </a:rPr>
                      <m:t xml:space="preserve"> : Δ H = 435.8 kJ/mol </m:t>
                    </m:r>
                  </m:oMath>
                </a14:m>
              </mc:Choice>
              <mc:Fallback>
                <a:r>
                  <a:rPr lang="en-IN" sz="5000" dirty="0">
                    <a:solidFill>
                      <a:srgbClr val="FFFFFF"/>
                    </a:solidFill>
                    <a:latin typeface="Cambria"/>
                    <a:ea typeface="Cambria"/>
                    <a:cs typeface="Cambria"/>
                    <a:sym typeface="Cambria"/>
                  </a:rPr>
                  <a:t> H</a:t>
                </a:r>
                <a:r>
                  <a:rPr baseline="-25000" lang="en-IN" sz="3600" dirty="0">
                    <a:solidFill>
                      <a:srgbClr val="FFFFFF"/>
                    </a:solidFill>
                    <a:latin typeface="Cambria"/>
                    <a:ea typeface="Cambria"/>
                    <a:cs typeface="Cambria"/>
                    <a:sym typeface="Cambria"/>
                  </a:rPr>
                  <a:t>2(g)</a:t>
                </a:r>
                <a:r>
                  <a:rPr lang="en-IN" sz="5000" dirty="0">
                    <a:solidFill>
                      <a:srgbClr val="FFFFFF"/>
                    </a:solidFill>
                    <a:latin typeface="Cambria"/>
                    <a:ea typeface="Cambria"/>
                    <a:cs typeface="Cambria"/>
                    <a:sym typeface="Cambria"/>
                  </a:rPr>
                  <a:t> </a:t>
                </a:r>
                <a:r>
                  <a:rPr lang="en-IN" sz="5000" dirty="0">
                    <a:solidFill>
                      <a:srgbClr val="FFFFFF"/>
                    </a:solidFill>
                    <a:latin typeface="Cambria"/>
                    <a:ea typeface="Cambria"/>
                    <a:cs typeface="Cambria"/>
                    <a:sym typeface="Cambria"/>
                  </a:rPr>
                  <a:t>→</a:t>
                </a:r>
                <a:r>
                  <a:rPr lang="en-IN" sz="5000" dirty="0">
                    <a:solidFill>
                      <a:srgbClr val="FFFFFF"/>
                    </a:solidFill>
                    <a:latin typeface="Cambria"/>
                    <a:ea typeface="Cambria"/>
                    <a:cs typeface="Cambria"/>
                    <a:sym typeface="Cambria"/>
                  </a:rPr>
                  <a:t> H</a:t>
                </a:r>
                <a:r>
                  <a:rPr baseline="-25000" lang="en-IN" sz="3600" dirty="0">
                    <a:solidFill>
                      <a:srgbClr val="FFFFFF"/>
                    </a:solidFill>
                    <a:latin typeface="Cambria"/>
                    <a:ea typeface="Cambria"/>
                    <a:cs typeface="Cambria"/>
                    <a:sym typeface="Cambria"/>
                  </a:rPr>
                  <a:t>(g)</a:t>
                </a:r>
                <a:r>
                  <a:rPr lang="en-IN" sz="5000" dirty="0">
                    <a:solidFill>
                      <a:srgbClr val="FFFFFF"/>
                    </a:solidFill>
                    <a:latin typeface="Cambria"/>
                    <a:ea typeface="Cambria"/>
                    <a:cs typeface="Cambria"/>
                    <a:sym typeface="Cambria"/>
                  </a:rPr>
                  <a:t> + H</a:t>
                </a:r>
                <a:r>
                  <a:rPr baseline="-25000" lang="en-IN" sz="3600" dirty="0">
                    <a:solidFill>
                      <a:srgbClr val="FFFFFF"/>
                    </a:solidFill>
                    <a:latin typeface="Cambria"/>
                    <a:ea typeface="Cambria"/>
                    <a:cs typeface="Cambria"/>
                    <a:sym typeface="Cambria"/>
                  </a:rPr>
                  <a:t>(g)</a:t>
                </a:r>
                <a:r>
                  <a:rPr lang="en-IN" sz="5000" dirty="0">
                    <a:solidFill>
                      <a:srgbClr val="FFFFFF"/>
                    </a:solidFill>
                    <a:latin typeface="Cambria"/>
                    <a:ea typeface="Cambria"/>
                    <a:cs typeface="Cambria"/>
                    <a:sym typeface="Cambria"/>
                  </a:rPr>
                  <a:t> : </a:t>
                </a:r>
                <a:r>
                  <a:rPr lang="en-IN" sz="5000" dirty="0">
                    <a:solidFill>
                      <a:srgbClr val="FFFFFF"/>
                    </a:solidFill>
                    <a:latin typeface="Cambria"/>
                    <a:ea typeface="Cambria"/>
                    <a:cs typeface="Cambria"/>
                    <a:sym typeface="Cambria"/>
                  </a:rPr>
                  <a:t>Δ</a:t>
                </a:r>
                <a:r>
                  <a:rPr lang="en-IN" sz="5000" dirty="0">
                    <a:solidFill>
                      <a:srgbClr val="FFFFFF"/>
                    </a:solidFill>
                    <a:latin typeface="Cambria"/>
                    <a:ea typeface="Cambria"/>
                    <a:cs typeface="Cambria"/>
                    <a:sym typeface="Cambria"/>
                  </a:rPr>
                  <a:t> H = 435.8 kJ/mol </a:t>
                </a:r>
              </mc:Fallback>
            </mc:AlternateContent>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बॉन्ड एन्थैल्पी</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17393675"/>
          </a:xfrm>
          <a:prstGeom prst="rect">
            <a:avLst/>
          </a:prstGeom>
          <a:noFill/>
          <a:ln>
            <a:noFill/>
          </a:ln>
        </p:spPr>
        <p:txBody>
          <a:bodyPr spcFirstLastPara="1" wrap="square" lIns="91425" tIns="45700" rIns="91425" bIns="45700" anchor="ctr" anchorCtr="0">
            <a:spAutoFit/>
          </a:bodyPr>
          <a:lstStyle/>
          <a:p>
            <a:pPr algn="l" marL="1062038" indent="-1062038">
              <a:lnSpc>
                <a:spcPct val="150000"/>
              </a:lnSpc>
              <a:buClr>
                <a:schemeClr val="bg1"/>
              </a:buClr>
              <a:buSzPct val="80000"/>
              <a:buFont typeface="Wingdings" panose="05000000000000000000" pitchFamily="2" charset="2"/>
              <a:buChar char="Ø"/>
            </a:pPr>
            <a:r>
              <a:rPr b="1" lang="hi-IN" altLang="en-US" sz="5000" dirty="0">
                <a:solidFill>
                  <a:srgbClr val="FFFFFF"/>
                </a:solidFill>
                <a:latin typeface="Cambria"/>
                <a:ea typeface="Cambria"/>
                <a:cs typeface="Cambria"/>
                <a:sym typeface="Cambria"/>
              </a:rPr>
              <a:t>बॉन्ड एन्थैल्पी</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बहुपरमाणुक अणुओं के मामले में, बंधन शक्ति का मापन अधिक जटिल है।</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उदाहरण के लिए :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2</m:t>
                        </m:r>
                      </m:sub>
                    </m:sSub>
                    <m:r>
                      <a:rPr lang="en-IN" sz="5000" dirty="0">
                        <a:solidFill>
                          <a:srgbClr val="FFFFFF"/>
                        </a:solidFill>
                        <a:latin typeface="Cambria"/>
                        <a:ea typeface="Cambria"/>
                        <a:cs typeface="Cambria"/>
                        <a:sym typeface="Cambria"/>
                      </a:rPr>
                      <m:t xml:space="preserve">O </m:t>
                    </m:r>
                  </m:oMath>
                </a14:m>
              </mc:Choice>
              <mc:Fallback>
                <a:r>
                  <a:rPr lang="en-IN" sz="5000" dirty="0">
                    <a:solidFill>
                      <a:srgbClr val="FFFFFF"/>
                    </a:solidFill>
                    <a:latin typeface="Cambria"/>
                    <a:ea typeface="Cambria"/>
                    <a:cs typeface="Cambria"/>
                    <a:sym typeface="Cambria"/>
                  </a:rPr>
                  <a:t> H</a:t>
                </a:r>
                <a:r>
                  <a:rPr baseline="-25000" lang="en-IN" sz="3600" dirty="0">
                    <a:solidFill>
                      <a:srgbClr val="FFFFFF"/>
                    </a:solidFill>
                    <a:latin typeface="Cambria"/>
                    <a:ea typeface="Cambria"/>
                    <a:cs typeface="Cambria"/>
                    <a:sym typeface="Cambria"/>
                  </a:rPr>
                  <a:t>2</a:t>
                </a:r>
                <a:r>
                  <a:rPr lang="en-IN" sz="5000" dirty="0">
                    <a:solidFill>
                      <a:srgbClr val="FFFFFF"/>
                    </a:solidFill>
                    <a:latin typeface="Cambria"/>
                    <a:ea typeface="Cambria"/>
                    <a:cs typeface="Cambria"/>
                    <a:sym typeface="Cambria"/>
                  </a:rPr>
                  <a:t>O </a:t>
                </a:r>
              </mc:Fallback>
            </mc:AlternateContent>
            <a:r>
              <a:rPr lang="hi-IN" altLang="en-US" sz="5000" dirty="0">
                <a:solidFill>
                  <a:srgbClr val="FFFFFF"/>
                </a:solidFill>
                <a:latin typeface="Cambria"/>
                <a:ea typeface="Cambria"/>
                <a:cs typeface="Cambria"/>
                <a:sym typeface="Cambria"/>
              </a:rPr>
              <a:t> अणु के मामले में, दो O–H बंधों को तोड़ने के लिए आवश्यक एन्थैल्पी समान नहीं होती है।</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इसलिए बहुपरमाणुक अणुओं में औसत बंध एन्थैल्पी शब्द का प्रयोग किया जाता है।</a:t>
            </a:r>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बॉन्ड आर्डर</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21409273" cy="17393675"/>
          </a:xfrm>
          <a:prstGeom prst="rect">
            <a:avLst/>
          </a:prstGeom>
          <a:noFill/>
          <a:ln>
            <a:noFill/>
          </a:ln>
        </p:spPr>
        <p:txBody>
          <a:bodyPr spcFirstLastPara="1" wrap="square" lIns="91425" tIns="45700" rIns="91425" bIns="45700" anchor="t" anchorCtr="0">
            <a:spAutoFit/>
          </a:bodyPr>
          <a:lstStyle/>
          <a:p>
            <a:pPr algn="l" marL="1062038" indent="-1062038">
              <a:lnSpc>
                <a:spcPct val="150000"/>
              </a:lnSpc>
              <a:buClr>
                <a:schemeClr val="bg1"/>
              </a:buClr>
              <a:buSzPct val="80000"/>
              <a:buFont typeface="Wingdings" panose="05000000000000000000" pitchFamily="2" charset="2"/>
              <a:buChar char="Ø"/>
            </a:pPr>
            <a:r>
              <a:rPr b="1" lang="hi-IN" altLang="en-US" sz="5000" dirty="0">
                <a:solidFill>
                  <a:srgbClr val="FFFFFF"/>
                </a:solidFill>
                <a:latin typeface="Cambria"/>
                <a:ea typeface="Cambria"/>
                <a:cs typeface="Cambria"/>
                <a:sym typeface="Cambria"/>
              </a:rPr>
              <a:t>बान्ड आर्डर</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सहसंयोजक बंधन के लुईस विवरण में, बंधन क्रम एक अणु में दो परमाणुओं के बीच बंधनों की संख्या द्वारा दिया जाता है।</a:t>
            </a:r>
          </a:p>
          <a:p>
            <a:pPr algn="l" marL="1062038" indent="-1062038">
              <a:lnSpc>
                <a:spcPct val="150000"/>
              </a:lnSpc>
              <a:buClr>
                <a:schemeClr val="bg1"/>
              </a:buClr>
              <a:buSzPct val="80000"/>
              <a:buFont typeface="Wingdings" panose="05000000000000000000" pitchFamily="2" charset="2"/>
              <a:buChar char="Ø"/>
            </a:pPr>
            <a:r>
              <a:rPr lang="en-IN" sz="5000" dirty="0">
                <a:solidFill>
                  <a:srgbClr val="FFFFFF"/>
                </a:solidFill>
                <a:latin typeface="Cambria"/>
                <a:ea typeface="Cambria"/>
                <a:cs typeface="Cambria"/>
                <a:sym typeface="Cambria"/>
              </a:rPr>
              <a:t>Example:</a:t>
            </a:r>
          </a:p>
          <a:p>
            <a:pPr algn="l" marL="1062038" indent="-1062038">
              <a:lnSpc>
                <a:spcPct val="150000"/>
              </a:lnSpc>
              <a:buClr>
                <a:schemeClr val="bg1"/>
              </a:buClr>
              <a:buSzPct val="80000"/>
              <a:buFont typeface="Wingdings" panose="05000000000000000000" pitchFamily="2" charset="2"/>
              <a:buChar char="Ø"/>
            </a:pPr>
            <a:r>
              <a:rPr lang="en-IN" sz="5000" dirty="0">
                <a:solidFill>
                  <a:srgbClr val="FFFFFF"/>
                </a:solidFill>
                <a:latin typeface="Cambria"/>
                <a:ea typeface="Cambria"/>
                <a:cs typeface="Cambria"/>
                <a:sym typeface="Cambria"/>
              </a:rPr>
              <a:t>1)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H</m:t>
                        </m:r>
                      </m:e>
                      <m:sub>
                        <m:r>
                          <a:rPr lang="en-IN" sz="5000" dirty="0">
                            <a:solidFill>
                              <a:srgbClr val="FFFFFF"/>
                            </a:solidFill>
                            <a:latin typeface="Cambria"/>
                            <a:ea typeface="Cambria"/>
                            <a:cs typeface="Cambria"/>
                            <a:sym typeface="Cambria"/>
                          </a:rPr>
                          <m:t xml:space="preserve">2</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H</a:t>
                </a:r>
                <a:r>
                  <a:rPr baseline="-25000" lang="en-IN" sz="3600" dirty="0">
                    <a:solidFill>
                      <a:srgbClr val="FFFFFF"/>
                    </a:solidFill>
                    <a:latin typeface="Cambria"/>
                    <a:ea typeface="Cambria"/>
                    <a:cs typeface="Cambria"/>
                    <a:sym typeface="Cambria"/>
                  </a:rPr>
                  <a:t>2</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बान्ड आर्डर = 1</a:t>
            </a:r>
          </a:p>
          <a:p>
            <a:pPr algn="l" marL="1062038" indent="-1062038">
              <a:lnSpc>
                <a:spcPct val="150000"/>
              </a:lnSpc>
              <a:buClr>
                <a:schemeClr val="bg1"/>
              </a:buClr>
              <a:buSzPct val="80000"/>
              <a:buFont typeface="Wingdings" panose="05000000000000000000" pitchFamily="2" charset="2"/>
              <a:buChar char="Ø"/>
            </a:pPr>
            <a:r>
              <a:rPr lang="en-IN" sz="5000" dirty="0">
                <a:solidFill>
                  <a:srgbClr val="FFFFFF"/>
                </a:solidFill>
                <a:latin typeface="Cambria"/>
                <a:ea typeface="Cambria"/>
                <a:cs typeface="Cambria"/>
                <a:sym typeface="Cambria"/>
              </a:rPr>
              <a:t>2)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O</m:t>
                        </m:r>
                      </m:e>
                      <m:sub>
                        <m:r>
                          <a:rPr lang="en-IN" sz="5000" dirty="0">
                            <a:solidFill>
                              <a:srgbClr val="FFFFFF"/>
                            </a:solidFill>
                            <a:latin typeface="Cambria"/>
                            <a:ea typeface="Cambria"/>
                            <a:cs typeface="Cambria"/>
                            <a:sym typeface="Cambria"/>
                          </a:rPr>
                          <m:t xml:space="preserve">2</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O</a:t>
                </a:r>
                <a:r>
                  <a:rPr baseline="-25000" lang="en-IN" sz="3600" dirty="0">
                    <a:solidFill>
                      <a:srgbClr val="FFFFFF"/>
                    </a:solidFill>
                    <a:latin typeface="Cambria"/>
                    <a:ea typeface="Cambria"/>
                    <a:cs typeface="Cambria"/>
                    <a:sym typeface="Cambria"/>
                  </a:rPr>
                  <a:t>2</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बान्ड आर्डर = 2</a:t>
            </a:r>
          </a:p>
          <a:p>
            <a:pPr algn="l" marL="1062038" indent="-1062038">
              <a:lnSpc>
                <a:spcPct val="150000"/>
              </a:lnSpc>
              <a:buClr>
                <a:schemeClr val="bg1"/>
              </a:buClr>
              <a:buSzPct val="80000"/>
              <a:buFont typeface="Wingdings" panose="05000000000000000000" pitchFamily="2" charset="2"/>
              <a:buChar char="Ø"/>
            </a:pPr>
            <a:r>
              <a:rPr lang="en-IN" sz="5000" dirty="0">
                <a:solidFill>
                  <a:srgbClr val="FFFFFF"/>
                </a:solidFill>
                <a:latin typeface="Cambria"/>
                <a:ea typeface="Cambria"/>
                <a:cs typeface="Cambria"/>
                <a:sym typeface="Cambria"/>
              </a:rPr>
              <a:t>3)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N</m:t>
                        </m:r>
                      </m:e>
                      <m:sub>
                        <m:r>
                          <a:rPr lang="en-IN" sz="5000" dirty="0">
                            <a:solidFill>
                              <a:srgbClr val="FFFFFF"/>
                            </a:solidFill>
                            <a:latin typeface="Cambria"/>
                            <a:ea typeface="Cambria"/>
                            <a:cs typeface="Cambria"/>
                            <a:sym typeface="Cambria"/>
                          </a:rPr>
                          <m:t xml:space="preserve">2</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N</a:t>
                </a:r>
                <a:r>
                  <a:rPr baseline="-25000" lang="en-IN" sz="3600" dirty="0">
                    <a:solidFill>
                      <a:srgbClr val="FFFFFF"/>
                    </a:solidFill>
                    <a:latin typeface="Cambria"/>
                    <a:ea typeface="Cambria"/>
                    <a:cs typeface="Cambria"/>
                    <a:sym typeface="Cambria"/>
                  </a:rPr>
                  <a:t>2</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बान्ड आर्डर = 3</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समइलेक्ट्रॉनिक अणुओं और आयनों में समान बंध क्रम होते हैं।</a:t>
            </a:r>
          </a:p>
          <a:p>
            <a:pPr algn="l" marL="1062038" indent="-1062038">
              <a:lnSpc>
                <a:spcPct val="150000"/>
              </a:lnSpc>
              <a:buClr>
                <a:schemeClr val="bg1"/>
              </a:buClr>
              <a:buSzPct val="80000"/>
              <a:buFont typeface="Wingdings" panose="05000000000000000000" pitchFamily="2" charset="2"/>
              <a:buChar char="Ø"/>
            </a:pPr>
            <a:r>
              <a:rPr lang="en-IN" sz="5000" dirty="0">
                <a:solidFill>
                  <a:srgbClr val="FFFFFF"/>
                </a:solidFill>
                <a:latin typeface="Cambria"/>
                <a:ea typeface="Cambria"/>
                <a:cs typeface="Cambria"/>
                <a:sym typeface="Cambria"/>
              </a:rPr>
              <a:t>Example: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F</m:t>
                        </m:r>
                      </m:e>
                      <m:sub>
                        <m:r>
                          <a:rPr lang="en-IN" sz="5000" dirty="0">
                            <a:solidFill>
                              <a:srgbClr val="FFFFFF"/>
                            </a:solidFill>
                            <a:latin typeface="Cambria"/>
                            <a:ea typeface="Cambria"/>
                            <a:cs typeface="Cambria"/>
                            <a:sym typeface="Cambria"/>
                          </a:rPr>
                          <m:t xml:space="preserve">2</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F</a:t>
                </a:r>
                <a:r>
                  <a:rPr baseline="-25000" lang="en-IN" sz="3600" dirty="0">
                    <a:solidFill>
                      <a:srgbClr val="FFFFFF"/>
                    </a:solidFill>
                    <a:latin typeface="Cambria"/>
                    <a:ea typeface="Cambria"/>
                    <a:cs typeface="Cambria"/>
                    <a:sym typeface="Cambria"/>
                  </a:rPr>
                  <a:t>2</a:t>
                </a:r>
                <a:r>
                  <a:rPr lang="en-IN" sz="5000" dirty="0">
                    <a:solidFill>
                      <a:srgbClr val="FFFFFF"/>
                    </a:solidFill>
                    <a:latin typeface="Cambria"/>
                    <a:ea typeface="Cambria"/>
                    <a:cs typeface="Cambria"/>
                    <a:sym typeface="Cambria"/>
                  </a:rPr>
                  <a:t> </a:t>
                </a:r>
              </mc:Fallback>
            </mc:AlternateContent>
            <a:r>
              <a:rPr lang="en-IN" sz="5000" dirty="0">
                <a:solidFill>
                  <a:srgbClr val="FFFFFF"/>
                </a:solidFill>
                <a:latin typeface="Cambria"/>
                <a:ea typeface="Cambria"/>
                <a:cs typeface="Cambria"/>
                <a:sym typeface="Cambria"/>
              </a:rPr>
              <a:t> and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Sup>
                      <m:sSubSupPr/>
                      <m:e>
                        <m:r>
                          <a:rPr lang="en-IN" sz="5000" dirty="0">
                            <a:solidFill>
                              <a:srgbClr val="FFFFFF"/>
                            </a:solidFill>
                            <a:latin typeface="Cambria"/>
                            <a:ea typeface="Cambria"/>
                            <a:cs typeface="Cambria"/>
                            <a:sym typeface="Cambria"/>
                          </a:rPr>
                          <m:t xml:space="preserve">O</m:t>
                        </m:r>
                      </m:e>
                      <m:sub>
                        <m:r>
                          <a:rPr lang="en-IN" sz="5000" dirty="0">
                            <a:solidFill>
                              <a:srgbClr val="FFFFFF"/>
                            </a:solidFill>
                            <a:latin typeface="Cambria"/>
                            <a:ea typeface="Cambria"/>
                            <a:cs typeface="Cambria"/>
                            <a:sym typeface="Cambria"/>
                          </a:rPr>
                          <m:t xml:space="preserve">2</m:t>
                        </m:r>
                      </m:sub>
                      <m:sup>
                        <m:r>
                          <a:rPr lang="en-IN" sz="5000" dirty="0">
                            <a:solidFill>
                              <a:srgbClr val="FFFFFF"/>
                            </a:solidFill>
                            <a:latin typeface="Cambria"/>
                            <a:ea typeface="Cambria"/>
                            <a:cs typeface="Cambria"/>
                            <a:sym typeface="Cambria"/>
                          </a:rPr>
                          <m:t xml:space="preserve">-2</m:t>
                        </m:r>
                      </m:sup>
                    </m:sSubSup>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O</a:t>
                </a:r>
                <a:r>
                  <a:rPr baseline="-25000" lang="en-IN" sz="3600" dirty="0">
                    <a:solidFill>
                      <a:srgbClr val="FFFFFF"/>
                    </a:solidFill>
                    <a:latin typeface="Cambria"/>
                    <a:ea typeface="Cambria"/>
                    <a:cs typeface="Cambria"/>
                    <a:sym typeface="Cambria"/>
                  </a:rPr>
                  <a:t>2</a:t>
                </a:r>
                <a:r>
                  <a:rPr baseline="52000" lang="en-IN" sz="3600" dirty="0">
                    <a:solidFill>
                      <a:srgbClr val="FFFFFF"/>
                    </a:solidFill>
                    <a:latin typeface="Cambria"/>
                    <a:ea typeface="Cambria"/>
                    <a:cs typeface="Cambria"/>
                    <a:sym typeface="Cambria"/>
                  </a:rPr>
                  <a:t>-2</a:t>
                </a:r>
                <a:r>
                  <a:rPr lang="en-IN" sz="5000" dirty="0">
                    <a:solidFill>
                      <a:srgbClr val="FFFFFF"/>
                    </a:solidFill>
                    <a:latin typeface="Cambria"/>
                    <a:ea typeface="Cambria"/>
                    <a:cs typeface="Cambria"/>
                    <a:sym typeface="Cambria"/>
                  </a:rPr>
                  <a:t> </a:t>
                </a:r>
              </mc:Fallback>
            </mc:AlternateContent>
          </a:p>
        </p:txBody>
      </p:sp>
      <p:pic>
        <p:nvPicPr>
          <p:cNvPr id="9006" name="slide_015_1_enhanced.png"/>
          <p:cNvPicPr preferRelativeResize="0"/>
          <p:nvPr/>
        </p:nvPicPr>
        <p:blipFill rotWithShape="1">
          <a:blip r:embed="rIdPic9006"/>
          <a:srcRect/>
          <a:stretch>
            <a:fillRect/>
          </a:stretch>
        </p:blipFill>
        <p:spPr>
          <a:xfrm>
            <a:off x="25605084" y="4711025"/>
            <a:ext cx="6780490" cy="6447279"/>
          </a:xfrm>
          <a:prstGeom prst="rect">
            <a:avLst/>
          </a:prstGeom>
          <a:noFill/>
          <a:ln>
            <a:noFill/>
          </a:ln>
        </p:spPr>
      </p:pic>
      <p:pic>
        <p:nvPicPr>
          <p:cNvPr id="9007" name="slide_015_2_enhanced.png"/>
          <p:cNvPicPr preferRelativeResize="0"/>
          <p:nvPr/>
        </p:nvPicPr>
        <p:blipFill rotWithShape="1">
          <a:blip r:embed="rIdPic9007"/>
          <a:srcRect/>
          <a:stretch>
            <a:fillRect/>
          </a:stretch>
        </p:blipFill>
        <p:spPr>
          <a:xfrm>
            <a:off x="26004724" y="10602974"/>
            <a:ext cx="5981210" cy="6447279"/>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2" name="Google Shape;129;p29"/>
          <p:cNvSpPr txBox="1"/>
          <p:nvPr/>
        </p:nvSpPr>
        <p:spPr>
          <a:xfrm>
            <a:off x="1104806" y="2396709"/>
            <a:ext cx="34747200" cy="1645920"/>
          </a:xfrm>
          <a:prstGeom prst="rect">
            <a:avLst/>
          </a:prstGeom>
          <a:noFill/>
          <a:ln>
            <a:noFill/>
          </a:ln>
        </p:spPr>
        <p:txBody>
          <a:bodyPr spcFirstLastPara="1" wrap="square" lIns="91425" tIns="45700" rIns="91425" bIns="45700" anchor="t" anchorCtr="0">
            <a:spAutoFit/>
          </a:bodyPr>
          <a:lstStyle/>
          <a:p>
            <a:pPr algn="l" marL="0" lvl="0" indent="0">
              <a:buSzPts val="8400"/>
              <a:buFont typeface="Arial"/>
              <a:buNone/>
            </a:pPr>
            <mc:AlternateContent>
              <mc:Choice xmlns:a14="http://schemas.microsoft.com/office/drawing/2010/main" Requires="a14">
                <a14:m xmlns:m="http://schemas.openxmlformats.org/officeDocument/2006/math">
                  <m:oMath>
                    <m:r>
                      <a:rPr lang="en-IN" sz="6000" b="1" dirty="0">
                        <a:solidFill>
                          <a:srgbClr val="FFFFFF"/>
                        </a:solidFill>
                        <a:latin typeface="Cambria"/>
                        <a:ea typeface="Cambria"/>
                        <a:cs typeface="Cambria"/>
                        <a:sym typeface="Cambria"/>
                      </a:rPr>
                      <m:t xml:space="preserve"> </m:t>
                    </m:r>
                    <m:sSub>
                      <m:sSubPr/>
                      <m:e>
                        <m:r>
                          <a:rPr lang="en-IN" sz="6000" b="1" dirty="0">
                            <a:solidFill>
                              <a:srgbClr val="FFFFFF"/>
                            </a:solidFill>
                            <a:latin typeface="Cambria"/>
                            <a:ea typeface="Cambria"/>
                            <a:cs typeface="Cambria"/>
                            <a:sym typeface="Cambria"/>
                          </a:rPr>
                          <m:t xml:space="preserve">N</m:t>
                        </m:r>
                      </m:e>
                      <m:sub>
                        <m:r>
                          <a:rPr lang="en-IN" sz="6000" b="1" dirty="0">
                            <a:solidFill>
                              <a:srgbClr val="FFFFFF"/>
                            </a:solidFill>
                            <a:latin typeface="Cambria"/>
                            <a:ea typeface="Cambria"/>
                            <a:cs typeface="Cambria"/>
                            <a:sym typeface="Cambria"/>
                          </a:rPr>
                          <m:t xml:space="preserve">2</m:t>
                        </m:r>
                      </m:sub>
                    </m:sSub>
                    <m:r>
                      <a:rPr lang="en-IN" sz="6000" b="1" dirty="0">
                        <a:solidFill>
                          <a:srgbClr val="FFFFFF"/>
                        </a:solidFill>
                        <a:latin typeface="Cambria"/>
                        <a:ea typeface="Cambria"/>
                        <a:cs typeface="Cambria"/>
                        <a:sym typeface="Cambria"/>
                      </a:rPr>
                      <m:t xml:space="preserve"> </m:t>
                    </m:r>
                  </m:oMath>
                </a14:m>
              </mc:Choice>
              <mc:Fallback>
                <a:r>
                  <a:rPr lang="en-IN" sz="6000" b="1" dirty="0">
                    <a:solidFill>
                      <a:srgbClr val="FFFFFF"/>
                    </a:solidFill>
                    <a:latin typeface="Cambria"/>
                    <a:ea typeface="Cambria"/>
                    <a:cs typeface="Cambria"/>
                    <a:sym typeface="Cambria"/>
                  </a:rPr>
                  <a:t> N</a:t>
                </a:r>
                <a:r>
                  <a:rPr baseline="-25000" lang="en-IN" sz="4320" b="1" dirty="0">
                    <a:solidFill>
                      <a:srgbClr val="FFFFFF"/>
                    </a:solidFill>
                    <a:latin typeface="Cambria"/>
                    <a:ea typeface="Cambria"/>
                    <a:cs typeface="Cambria"/>
                    <a:sym typeface="Cambria"/>
                  </a:rPr>
                  <a:t>2</a:t>
                </a:r>
                <a:r>
                  <a:rPr lang="en-IN" sz="6000" b="1" dirty="0">
                    <a:solidFill>
                      <a:srgbClr val="FFFFFF"/>
                    </a:solidFill>
                    <a:latin typeface="Cambria"/>
                    <a:ea typeface="Cambria"/>
                    <a:cs typeface="Cambria"/>
                    <a:sym typeface="Cambria"/>
                  </a:rPr>
                  <a:t> </a:t>
                </a:r>
              </mc:Fallback>
            </mc:AlternateContent>
            <a:r>
              <a:rPr lang="hi-IN" altLang="en-US" sz="6000" b="1" dirty="0">
                <a:solidFill>
                  <a:srgbClr val="FFFFFF"/>
                </a:solidFill>
                <a:latin typeface="Cambria"/>
                <a:ea typeface="Cambria"/>
                <a:cs typeface="Cambria"/>
                <a:sym typeface="Cambria"/>
              </a:rPr>
              <a:t> अणु में बंध क्रम है...</a:t>
            </a:r>
          </a:p>
        </p:txBody>
      </p:sp>
      <p:sp>
        <p:nvSpPr>
          <p:cNvPr id="3" name="Google Shape;130;p29"/>
          <p:cNvSpPr txBox="1"/>
          <p:nvPr/>
        </p:nvSpPr>
        <p:spPr>
          <a:xfrm>
            <a:off x="3107605" y="5653418"/>
            <a:ext cx="16865227" cy="1597340"/>
          </a:xfrm>
          <a:prstGeom prst="rect">
            <a:avLst/>
          </a:prstGeom>
          <a:noFill/>
          <a:ln>
            <a:noFill/>
          </a:ln>
        </p:spPr>
        <p:txBody>
          <a:bodyPr spcFirstLastPara="1" wrap="square" lIns="91425" tIns="45700" rIns="91425" bIns="45700" anchor="t" anchorCtr="0">
            <a:spAutoFit/>
          </a:bodyPr>
          <a:lstStyle/>
          <a:p>
            <a:pPr marL="0" indent="0">
              <a:buSzPts val="8400"/>
            </a:pPr>
            <a:r>
              <a:rPr lang="en-IN" sz="6000" b="1" dirty="0">
                <a:solidFill>
                  <a:srgbClr val="FFFFFF"/>
                </a:solidFill>
                <a:latin typeface="Cambria"/>
                <a:ea typeface="Cambria"/>
                <a:cs typeface="Cambria"/>
                <a:sym typeface="Cambria"/>
              </a:rPr>
              <a:t>1</a:t>
            </a:r>
            <a:endParaRPr sz="6000" b="1" dirty="0">
              <a:solidFill>
                <a:srgbClr val="FFFFFF"/>
              </a:solidFill>
              <a:latin typeface="Cambria"/>
              <a:ea typeface="Cambria"/>
              <a:cs typeface="Cambria"/>
              <a:sym typeface="Cambria"/>
            </a:endParaRPr>
          </a:p>
        </p:txBody>
      </p:sp>
      <p:sp>
        <p:nvSpPr>
          <p:cNvPr id="9001" name="Google Shape;148;p5"/>
          <p:cNvSpPr/>
          <p:nvPr/>
        </p:nvSpPr>
        <p:spPr>
          <a:xfrm>
            <a:off x="-1864528" y="681774"/>
            <a:ext cx="7081988" cy="1569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49;p5"/>
          <p:cNvSpPr txBox="1"/>
          <p:nvPr/>
        </p:nvSpPr>
        <p:spPr>
          <a:xfrm>
            <a:off x="1039500" y="827049"/>
            <a:ext cx="4562190" cy="101562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6000" u="none" cap="none" strike="noStrike">
                <a:solidFill>
                  <a:srgbClr val="FFFFFF"/>
                </a:solidFill>
                <a:latin typeface="Cambria"/>
                <a:ea typeface="Cambria"/>
                <a:cs typeface="Cambria"/>
                <a:sym typeface="Cambria"/>
              </a:rPr>
              <a:t>Question</a:t>
            </a:r>
            <a:endParaRPr b="1" i="0" sz="6000" u="none" cap="none" strike="noStrike">
              <a:solidFill>
                <a:srgbClr val="FFFFFF"/>
              </a:solidFill>
              <a:latin typeface="Cambria"/>
              <a:ea typeface="Cambria"/>
              <a:cs typeface="Cambria"/>
              <a:sym typeface="Cambria"/>
            </a:endParaRPr>
          </a:p>
        </p:txBody>
      </p:sp>
      <p:sp>
        <p:nvSpPr>
          <p:cNvPr id="9003" name="Google Shape;111;p2"/>
          <p:cNvSpPr/>
          <p:nvPr/>
        </p:nvSpPr>
        <p:spPr>
          <a:xfrm>
            <a:off x="1039499" y="5362629"/>
            <a:ext cx="1597200" cy="1597200"/>
          </a:xfrm>
          <a:prstGeom prst="ellipse">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4" name="Google Shape;112;p2"/>
          <p:cNvSpPr txBox="1"/>
          <p:nvPr/>
        </p:nvSpPr>
        <p:spPr>
          <a:xfrm>
            <a:off x="1104807" y="5561134"/>
            <a:ext cx="1466700" cy="1169511"/>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400"/>
              <a:buFont typeface="Arial"/>
              <a:buNone/>
            </a:pPr>
            <a:r>
              <a:rPr b="1" i="0" lang="en-IN" sz="7000" u="none" cap="none" strike="noStrike">
                <a:solidFill>
                  <a:srgbClr val="FFFFFF"/>
                </a:solidFill>
                <a:latin typeface="Cambria"/>
                <a:ea typeface="Cambria"/>
                <a:cs typeface="Cambria"/>
                <a:sym typeface="Cambria"/>
              </a:rPr>
              <a:t>A</a:t>
            </a:r>
            <a:endParaRPr b="1" i="0" sz="7000" u="none" cap="none" strike="noStrike">
              <a:solidFill>
                <a:srgbClr val="FFFFFF"/>
              </a:solidFill>
              <a:latin typeface="Cambria"/>
              <a:ea typeface="Cambria"/>
              <a:cs typeface="Cambria"/>
              <a:sym typeface="Cambria"/>
            </a:endParaRPr>
          </a:p>
        </p:txBody>
      </p:sp>
      <p:grpSp>
        <p:nvGrpSpPr>
          <p:cNvPr id="9005" name="Google Shape;113;p2"/>
          <p:cNvGrpSpPr/>
          <p:nvPr/>
        </p:nvGrpSpPr>
        <p:grpSpPr>
          <a:xfrm>
            <a:off x="1039499" y="7479969"/>
            <a:ext cx="1597200" cy="1597200"/>
            <a:chOff x="1039499" y="8887793"/>
            <a:chExt cx="1597200" cy="1597200"/>
          </a:xfrm>
        </p:grpSpPr>
        <p:sp>
          <p:nvSpPr>
            <p:cNvPr id="9006" name="Google Shape;114;p2"/>
            <p:cNvSpPr/>
            <p:nvPr/>
          </p:nvSpPr>
          <p:spPr>
            <a:xfrm>
              <a:off x="1039499" y="8887793"/>
              <a:ext cx="1597200" cy="1597200"/>
            </a:xfrm>
            <a:prstGeom prst="ellipse">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7" name="Google Shape;115;p2"/>
            <p:cNvSpPr txBox="1"/>
            <p:nvPr/>
          </p:nvSpPr>
          <p:spPr>
            <a:xfrm>
              <a:off x="1104806" y="9086298"/>
              <a:ext cx="1466700" cy="1200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000" u="none" cap="none" strike="noStrike">
                  <a:solidFill>
                    <a:srgbClr val="FFFFFF"/>
                  </a:solidFill>
                  <a:latin typeface="Cambria"/>
                  <a:ea typeface="Cambria"/>
                  <a:cs typeface="Cambria"/>
                  <a:sym typeface="Cambria"/>
                </a:rPr>
                <a:t>B</a:t>
              </a:r>
              <a:endParaRPr b="1" i="0" sz="7000" u="none" cap="none" strike="noStrike">
                <a:solidFill>
                  <a:srgbClr val="FFFFFF"/>
                </a:solidFill>
                <a:latin typeface="Cambria"/>
                <a:ea typeface="Cambria"/>
                <a:cs typeface="Cambria"/>
                <a:sym typeface="Cambria"/>
              </a:endParaRPr>
            </a:p>
          </p:txBody>
        </p:sp>
      </p:grpSp>
      <p:grpSp>
        <p:nvGrpSpPr>
          <p:cNvPr id="9008" name="Google Shape;113;p2"/>
          <p:cNvGrpSpPr/>
          <p:nvPr/>
        </p:nvGrpSpPr>
        <p:grpSpPr>
          <a:xfrm>
            <a:off x="1039499" y="9597309"/>
            <a:ext cx="1597200" cy="1597200"/>
            <a:chOff x="1039499" y="8887793"/>
            <a:chExt cx="1597200" cy="1597200"/>
          </a:xfrm>
        </p:grpSpPr>
        <p:sp>
          <p:nvSpPr>
            <p:cNvPr id="9009" name="Google Shape;114;p2"/>
            <p:cNvSpPr/>
            <p:nvPr/>
          </p:nvSpPr>
          <p:spPr>
            <a:xfrm>
              <a:off x="1039499" y="8887793"/>
              <a:ext cx="1597200" cy="1597200"/>
            </a:xfrm>
            <a:prstGeom prst="ellipse">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10" name="Google Shape;115;p2"/>
            <p:cNvSpPr txBox="1"/>
            <p:nvPr/>
          </p:nvSpPr>
          <p:spPr>
            <a:xfrm>
              <a:off x="1104806" y="9086298"/>
              <a:ext cx="1466700" cy="1200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000" u="none" cap="none" strike="noStrike">
                  <a:solidFill>
                    <a:srgbClr val="FFFFFF"/>
                  </a:solidFill>
                  <a:latin typeface="Cambria"/>
                  <a:ea typeface="Cambria"/>
                  <a:cs typeface="Cambria"/>
                  <a:sym typeface="Cambria"/>
                </a:rPr>
                <a:t>C</a:t>
              </a:r>
              <a:endParaRPr b="1" i="0" sz="7000" u="none" cap="none" strike="noStrike">
                <a:solidFill>
                  <a:srgbClr val="FFFFFF"/>
                </a:solidFill>
                <a:latin typeface="Cambria"/>
                <a:ea typeface="Cambria"/>
                <a:cs typeface="Cambria"/>
                <a:sym typeface="Cambria"/>
              </a:endParaRPr>
            </a:p>
          </p:txBody>
        </p:sp>
      </p:grpSp>
      <p:grpSp>
        <p:nvGrpSpPr>
          <p:cNvPr id="9011" name="Google Shape;113;p2"/>
          <p:cNvGrpSpPr/>
          <p:nvPr/>
        </p:nvGrpSpPr>
        <p:grpSpPr>
          <a:xfrm>
            <a:off x="1039499" y="11714649"/>
            <a:ext cx="1597200" cy="1597200"/>
            <a:chOff x="1039499" y="8887793"/>
            <a:chExt cx="1597200" cy="1597200"/>
          </a:xfrm>
        </p:grpSpPr>
        <p:sp>
          <p:nvSpPr>
            <p:cNvPr id="9012" name="Google Shape;114;p2"/>
            <p:cNvSpPr/>
            <p:nvPr/>
          </p:nvSpPr>
          <p:spPr>
            <a:xfrm>
              <a:off x="1039499" y="8887793"/>
              <a:ext cx="1597200" cy="1597200"/>
            </a:xfrm>
            <a:prstGeom prst="ellipse">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13" name="Google Shape;115;p2"/>
            <p:cNvSpPr txBox="1"/>
            <p:nvPr/>
          </p:nvSpPr>
          <p:spPr>
            <a:xfrm>
              <a:off x="1104806" y="9086298"/>
              <a:ext cx="1466700" cy="1200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000" u="none" cap="none" strike="noStrike">
                  <a:solidFill>
                    <a:srgbClr val="FFFFFF"/>
                  </a:solidFill>
                  <a:latin typeface="Cambria"/>
                  <a:ea typeface="Cambria"/>
                  <a:cs typeface="Cambria"/>
                  <a:sym typeface="Cambria"/>
                </a:rPr>
                <a:t>D</a:t>
              </a:r>
              <a:endParaRPr b="1" i="0" sz="7000" u="none" cap="none" strike="noStrike">
                <a:solidFill>
                  <a:srgbClr val="FFFFFF"/>
                </a:solidFill>
                <a:latin typeface="Cambria"/>
                <a:ea typeface="Cambria"/>
                <a:cs typeface="Cambria"/>
                <a:sym typeface="Cambria"/>
              </a:endParaRPr>
            </a:p>
          </p:txBody>
        </p:sp>
      </p:grpSp>
      <p:sp>
        <p:nvSpPr>
          <p:cNvPr id="17" name="Google Shape;130;p29">
            <a:extLst>
              <a:ext uri="{FF2B5EF4-FFF2-40B4-BE49-F238E27FC236}">
                <a16:creationId xmlns:a16="http://schemas.microsoft.com/office/drawing/2014/main" id="{359EC1B9-8B0A-CB48-A9AA-6F6EAF44500B}"/>
              </a:ext>
            </a:extLst>
          </p:cNvPr>
          <p:cNvSpPr txBox="1"/>
          <p:nvPr/>
        </p:nvSpPr>
        <p:spPr>
          <a:xfrm>
            <a:off x="3107605" y="7710560"/>
            <a:ext cx="16865227" cy="1597340"/>
          </a:xfrm>
          <a:prstGeom prst="rect">
            <a:avLst/>
          </a:prstGeom>
          <a:noFill/>
          <a:ln>
            <a:noFill/>
          </a:ln>
        </p:spPr>
        <p:txBody>
          <a:bodyPr spcFirstLastPara="1" wrap="square" lIns="91425" tIns="45700" rIns="91425" bIns="45700" anchor="t" anchorCtr="0">
            <a:spAutoFit/>
          </a:bodyPr>
          <a:lstStyle/>
          <a:p>
            <a:pPr marL="0" indent="0">
              <a:buSzPts val="8400"/>
            </a:pPr>
            <a:r>
              <a:rPr lang="en-IN" sz="6000" b="1" dirty="0">
                <a:solidFill>
                  <a:srgbClr val="FFFFFF"/>
                </a:solidFill>
                <a:latin typeface="Cambria"/>
                <a:ea typeface="Cambria"/>
                <a:cs typeface="Cambria"/>
                <a:sym typeface="Cambria"/>
              </a:rPr>
              <a:t>2</a:t>
            </a:r>
            <a:endParaRPr sz="6000" b="1" dirty="0">
              <a:solidFill>
                <a:srgbClr val="FFFFFF"/>
              </a:solidFill>
              <a:latin typeface="Cambria"/>
              <a:ea typeface="Cambria"/>
              <a:cs typeface="Cambria"/>
              <a:sym typeface="Cambria"/>
            </a:endParaRPr>
          </a:p>
        </p:txBody>
      </p:sp>
      <p:sp>
        <p:nvSpPr>
          <p:cNvPr id="18" name="Google Shape;130;p29">
            <a:extLst>
              <a:ext uri="{FF2B5EF4-FFF2-40B4-BE49-F238E27FC236}">
                <a16:creationId xmlns:a16="http://schemas.microsoft.com/office/drawing/2014/main" id="{7A900CAF-02A4-EA2C-D5AE-61E805D388DB}"/>
              </a:ext>
            </a:extLst>
          </p:cNvPr>
          <p:cNvSpPr txBox="1"/>
          <p:nvPr/>
        </p:nvSpPr>
        <p:spPr>
          <a:xfrm>
            <a:off x="3107605" y="9777875"/>
            <a:ext cx="16865227" cy="1597340"/>
          </a:xfrm>
          <a:prstGeom prst="rect">
            <a:avLst/>
          </a:prstGeom>
          <a:noFill/>
          <a:ln>
            <a:noFill/>
          </a:ln>
        </p:spPr>
        <p:txBody>
          <a:bodyPr spcFirstLastPara="1" wrap="square" lIns="91425" tIns="45700" rIns="91425" bIns="45700" anchor="t" anchorCtr="0">
            <a:spAutoFit/>
          </a:bodyPr>
          <a:lstStyle/>
          <a:p>
            <a:pPr marL="0" indent="0">
              <a:buSzPts val="8400"/>
            </a:pPr>
            <a:r>
              <a:rPr lang="en-IN" sz="6000" b="1" dirty="0">
                <a:solidFill>
                  <a:srgbClr val="FFFFFF"/>
                </a:solidFill>
                <a:latin typeface="Cambria"/>
                <a:ea typeface="Cambria"/>
                <a:cs typeface="Cambria"/>
                <a:sym typeface="Cambria"/>
              </a:rPr>
              <a:t>3</a:t>
            </a:r>
            <a:endParaRPr sz="6000" b="1" dirty="0">
              <a:solidFill>
                <a:srgbClr val="FFFFFF"/>
              </a:solidFill>
              <a:latin typeface="Cambria"/>
              <a:ea typeface="Cambria"/>
              <a:cs typeface="Cambria"/>
              <a:sym typeface="Cambria"/>
            </a:endParaRPr>
          </a:p>
        </p:txBody>
      </p:sp>
      <p:sp>
        <p:nvSpPr>
          <p:cNvPr id="19" name="Google Shape;130;p29">
            <a:extLst>
              <a:ext uri="{FF2B5EF4-FFF2-40B4-BE49-F238E27FC236}">
                <a16:creationId xmlns:a16="http://schemas.microsoft.com/office/drawing/2014/main" id="{14CC97B5-99F4-9A71-2E1A-0ED3B3F0A5F1}"/>
              </a:ext>
            </a:extLst>
          </p:cNvPr>
          <p:cNvSpPr txBox="1"/>
          <p:nvPr/>
        </p:nvSpPr>
        <p:spPr>
          <a:xfrm>
            <a:off x="3107605" y="11913154"/>
            <a:ext cx="16865227" cy="1597340"/>
          </a:xfrm>
          <a:prstGeom prst="rect">
            <a:avLst/>
          </a:prstGeom>
          <a:noFill/>
          <a:ln>
            <a:noFill/>
          </a:ln>
        </p:spPr>
        <p:txBody>
          <a:bodyPr spcFirstLastPara="1" wrap="square" lIns="91425" tIns="45700" rIns="91425" bIns="45700" anchor="t" anchorCtr="0">
            <a:spAutoFit/>
          </a:bodyPr>
          <a:lstStyle/>
          <a:p>
            <a:pPr marL="0" indent="0">
              <a:buSzPts val="8400"/>
            </a:pPr>
            <a:r>
              <a:rPr lang="en-IN" sz="6000" b="1" dirty="0">
                <a:solidFill>
                  <a:srgbClr val="FFFFFF"/>
                </a:solidFill>
                <a:latin typeface="Cambria"/>
                <a:ea typeface="Cambria"/>
                <a:cs typeface="Cambria"/>
                <a:sym typeface="Cambria"/>
              </a:rPr>
              <a:t>4</a:t>
            </a:r>
            <a:endParaRPr sz="6000" b="1" dirty="0">
              <a:solidFill>
                <a:srgbClr val="FFFFFF"/>
              </a:solidFill>
              <a:latin typeface="Cambria"/>
              <a:ea typeface="Cambria"/>
              <a:cs typeface="Cambria"/>
              <a:sym typeface="Cambria"/>
            </a:endParaRPr>
          </a:p>
        </p:txBody>
      </p:sp>
      <p:pic>
        <p:nvPicPr>
          <p:cNvPr id="9014" name="slide_016_1_enhanced.png"/>
          <p:cNvPicPr preferRelativeResize="0"/>
          <p:nvPr/>
        </p:nvPicPr>
        <p:blipFill rotWithShape="1">
          <a:blip r:embed="rIdPic9014"/>
          <a:srcRect/>
          <a:stretch>
            <a:fillRect/>
          </a:stretch>
        </p:blipFill>
        <p:spPr>
          <a:xfrm>
            <a:off x="20372832" y="4562629"/>
            <a:ext cx="15288768" cy="3741442"/>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अनुनाद संरचनाएं</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17393675"/>
          </a:xfrm>
          <a:prstGeom prst="rect">
            <a:avLst/>
          </a:prstGeom>
          <a:noFill/>
          <a:ln>
            <a:noFill/>
          </a:ln>
        </p:spPr>
        <p:txBody>
          <a:bodyPr spcFirstLastPara="1" wrap="square" lIns="91425" tIns="45700" rIns="91425" bIns="45700" anchor="ctr" anchorCtr="0">
            <a:spAutoFit/>
          </a:bodyPr>
          <a:lstStyle/>
          <a:p>
            <a:pPr algn="l" marL="1062038" indent="-1062038">
              <a:lnSpc>
                <a:spcPct val="150000"/>
              </a:lnSpc>
              <a:buClr>
                <a:schemeClr val="bg1"/>
              </a:buClr>
              <a:buSzPct val="80000"/>
              <a:buFont typeface="Wingdings" panose="05000000000000000000" pitchFamily="2" charset="2"/>
              <a:buChar char="Ø"/>
            </a:pPr>
            <a:r>
              <a:rPr b="1" lang="hi-IN" altLang="en-US" sz="5000" dirty="0">
                <a:solidFill>
                  <a:srgbClr val="FFFFFF"/>
                </a:solidFill>
                <a:latin typeface="Cambria"/>
                <a:ea typeface="Cambria"/>
                <a:cs typeface="Cambria"/>
                <a:sym typeface="Cambria"/>
              </a:rPr>
              <a:t>अनुनाद संरचनाएं</a:t>
            </a:r>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अनुनाद की अवधारणा के अनुसार, जब भी एक लुईस संरचना किसी अणु का सटीक वर्णन नहीं कर पाती है, तो समान ऊर्जा, नाभिक की स्थिति, इलेक्ट्रॉनों के बंधन और गैर–बंधन युग्मों वाली कई संरचनाओं को संकर की प्रामाणिक संरचना के रूप में लिया जाता है, जो अणु का सटीक वर्णन करती है।</a:t>
            </a:r>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Oअणु कि संरचना</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pic>
        <p:nvPicPr>
          <p:cNvPr id="9006" name="slide_018_1_enhanced.png"/>
          <p:cNvPicPr preferRelativeResize="0"/>
          <p:nvPr/>
        </p:nvPicPr>
        <p:blipFill rotWithShape="1">
          <a:blip r:embed="rIdPic9006"/>
          <a:srcRect/>
          <a:stretch>
            <a:fillRect/>
          </a:stretch>
        </p:blipFill>
        <p:spPr>
          <a:xfrm>
            <a:off x="27099997" y="4711025"/>
            <a:ext cx="3790665" cy="3143639"/>
          </a:xfrm>
          <a:prstGeom prst="rect">
            <a:avLst/>
          </a:prstGeom>
          <a:noFill/>
          <a:ln>
            <a:noFill/>
          </a:ln>
        </p:spPr>
      </p:pic>
      <p:pic>
        <p:nvPicPr>
          <p:cNvPr id="9007" name="slide_018_2_enhanced.png"/>
          <p:cNvPicPr preferRelativeResize="0"/>
          <p:nvPr/>
        </p:nvPicPr>
        <p:blipFill rotWithShape="1">
          <a:blip r:embed="rIdPic9007"/>
          <a:srcRect/>
          <a:stretch>
            <a:fillRect/>
          </a:stretch>
        </p:blipFill>
        <p:spPr>
          <a:xfrm>
            <a:off x="26446776" y="7299334"/>
            <a:ext cx="5097107" cy="3143639"/>
          </a:xfrm>
          <a:prstGeom prst="rect">
            <a:avLst/>
          </a:prstGeom>
          <a:noFill/>
          <a:ln>
            <a:noFill/>
          </a:ln>
        </p:spPr>
      </p:pic>
      <p:pic>
        <p:nvPicPr>
          <p:cNvPr id="9008" name="slide_018_3_enhanced.png"/>
          <p:cNvPicPr preferRelativeResize="0"/>
          <p:nvPr/>
        </p:nvPicPr>
        <p:blipFill rotWithShape="1">
          <a:blip r:embed="rIdPic9008"/>
          <a:srcRect/>
          <a:stretch>
            <a:fillRect/>
          </a:stretch>
        </p:blipFill>
        <p:spPr>
          <a:xfrm>
            <a:off x="26347526" y="10602973"/>
            <a:ext cx="5295607" cy="3143639"/>
          </a:xfrm>
          <a:prstGeom prst="rect">
            <a:avLst/>
          </a:prstGeom>
          <a:noFill/>
          <a:ln>
            <a:noFill/>
          </a:ln>
        </p:spPr>
      </p:pic>
      <p:pic>
        <p:nvPicPr>
          <p:cNvPr id="9009" name="slide_018_4_enhanced.png"/>
          <p:cNvPicPr preferRelativeResize="0"/>
          <p:nvPr/>
        </p:nvPicPr>
        <p:blipFill rotWithShape="1">
          <a:blip r:embed="rIdPic9009"/>
          <a:srcRect/>
          <a:stretch>
            <a:fillRect/>
          </a:stretch>
        </p:blipFill>
        <p:spPr>
          <a:xfrm>
            <a:off x="26327526" y="13906612"/>
            <a:ext cx="5335606" cy="3143639"/>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CO</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pic>
        <p:nvPicPr>
          <p:cNvPr id="9006" name="slide_019_1_enhanced.png"/>
          <p:cNvPicPr preferRelativeResize="0"/>
          <p:nvPr/>
        </p:nvPicPr>
        <p:blipFill rotWithShape="1">
          <a:blip r:embed="rIdPic9006"/>
          <a:srcRect/>
          <a:stretch>
            <a:fillRect/>
          </a:stretch>
        </p:blipFill>
        <p:spPr>
          <a:xfrm>
            <a:off x="25941805" y="4711025"/>
            <a:ext cx="6107048" cy="4244852"/>
          </a:xfrm>
          <a:prstGeom prst="rect">
            <a:avLst/>
          </a:prstGeom>
          <a:noFill/>
          <a:ln>
            <a:noFill/>
          </a:ln>
        </p:spPr>
      </p:pic>
      <p:pic>
        <p:nvPicPr>
          <p:cNvPr id="9007" name="slide_019_2_enhanced.png"/>
          <p:cNvPicPr preferRelativeResize="0"/>
          <p:nvPr/>
        </p:nvPicPr>
        <p:blipFill rotWithShape="1">
          <a:blip r:embed="rIdPic9007"/>
          <a:srcRect/>
          <a:stretch>
            <a:fillRect/>
          </a:stretch>
        </p:blipFill>
        <p:spPr>
          <a:xfrm>
            <a:off x="27036537" y="8400547"/>
            <a:ext cx="3917584" cy="4244852"/>
          </a:xfrm>
          <a:prstGeom prst="rect">
            <a:avLst/>
          </a:prstGeom>
          <a:noFill/>
          <a:ln>
            <a:noFill/>
          </a:ln>
        </p:spPr>
      </p:pic>
      <p:pic>
        <p:nvPicPr>
          <p:cNvPr id="9008" name="slide_019_3_enhanced.png"/>
          <p:cNvPicPr preferRelativeResize="0"/>
          <p:nvPr/>
        </p:nvPicPr>
        <p:blipFill rotWithShape="1">
          <a:blip r:embed="rIdPic9008"/>
          <a:srcRect/>
          <a:stretch>
            <a:fillRect/>
          </a:stretch>
        </p:blipFill>
        <p:spPr>
          <a:xfrm>
            <a:off x="26796189" y="12805399"/>
            <a:ext cx="4398280" cy="4244852"/>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फार्मल आवेश (FC)</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34747200" cy="17393675"/>
          </a:xfrm>
          <a:prstGeom prst="rect">
            <a:avLst/>
          </a:prstGeom>
          <a:noFill/>
          <a:ln>
            <a:noFill/>
          </a:ln>
        </p:spPr>
        <p:txBody>
          <a:bodyPr spcFirstLastPara="1" wrap="square" lIns="91425" tIns="45700" rIns="91425" bIns="45700" anchor="ctr" anchorCtr="0">
            <a:spAutoFit/>
          </a:bodyPr>
          <a:lstStyle/>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बहुपरमाणुक अणु या आयन में किसी परमाणु के औपचारिक आवेश को पृथक या मुक्त अवस्था में उस परमाणु के संयोजकता इलेक्ट्रॉनों की संख्या और लुईस संरचना में उस परमाणु को सौंपे गए इलेक्ट्रॉनों की संख्या के बीच के अंतर के रूप में परिभाषित किया जा सकता है।</a:t>
            </a:r>
          </a:p>
          <a:p>
            <a:pPr algn="l" marL="1062038" indent="-1062038">
              <a:lnSpc>
                <a:spcPct val="150000"/>
              </a:lnSpc>
              <a:buClr>
                <a:schemeClr val="bg1"/>
              </a:buClr>
              <a:buSzPct val="80000"/>
              <a:buFont typeface="Wingdings" panose="05000000000000000000" pitchFamily="2" charset="2"/>
              <a:buChar char="Ø"/>
            </a:pPr>
            <a:r>
              <a:rPr b="1" lang="hi-IN" altLang="en-US" sz="5000" dirty="0">
                <a:solidFill>
                  <a:srgbClr val="FFFFFF"/>
                </a:solidFill>
                <a:latin typeface="Cambria"/>
                <a:ea typeface="Cambria"/>
                <a:cs typeface="Cambria"/>
                <a:sym typeface="Cambria"/>
              </a:rPr>
              <a:t>फार्मल आवेश (Formal charge) = संयोजी इलेक्ट्रॉन (V) − वे संयोजी जो बंध निर्माण में भाग नहीं लिए (N) −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f>
                      <m:fPr/>
                      <m:num>
                        <m:r>
                          <a:rPr lang="en-IN" sz="5000" dirty="0">
                            <a:solidFill>
                              <a:srgbClr val="FFFFFF"/>
                            </a:solidFill>
                            <a:latin typeface="Cambria"/>
                            <a:ea typeface="Cambria"/>
                            <a:cs typeface="Cambria"/>
                            <a:sym typeface="Cambria"/>
                          </a:rPr>
                          <m:t xml:space="preserve">1</m:t>
                        </m:r>
                      </m:num>
                      <m:den>
                        <m:r>
                          <a:rPr lang="en-IN" sz="5000" dirty="0">
                            <a:solidFill>
                              <a:srgbClr val="FFFFFF"/>
                            </a:solidFill>
                            <a:latin typeface="Cambria"/>
                            <a:ea typeface="Cambria"/>
                            <a:cs typeface="Cambria"/>
                            <a:sym typeface="Cambria"/>
                          </a:rPr>
                          <m:t xml:space="preserve">2</m:t>
                        </m:r>
                      </m:den>
                    </m:f>
                    <m:r>
                      <a:rPr lang="en-IN" sz="5000" dirty="0">
                        <a:solidFill>
                          <a:srgbClr val="FFFFFF"/>
                        </a:solidFill>
                        <a:latin typeface="Cambria"/>
                        <a:ea typeface="Cambria"/>
                        <a:cs typeface="Cambria"/>
                        <a:sym typeface="Cambria"/>
                      </a:rPr>
                      <m:t xml:space="preserve"> </m:t>
                    </m:r>
                  </m:oMath>
                </a14:m>
              </mc:Choice>
              <mc:Fallback>
                <a:r>
                  <a:rPr b="1" lang="en-IN" sz="5000" dirty="0">
                    <a:solidFill>
                      <a:srgbClr val="FFFFFF"/>
                    </a:solidFill>
                    <a:latin typeface="Cambria"/>
                    <a:ea typeface="Cambria"/>
                    <a:cs typeface="Cambria"/>
                    <a:sym typeface="Cambria"/>
                  </a:rPr>
                  <a:t> ½ </a:t>
                </a:r>
              </mc:Fallback>
            </mc:AlternateContent>
            <a:r>
              <a:rPr b="1" lang="en-IN" sz="5000" dirty="0">
                <a:solidFill>
                  <a:srgbClr val="FFFFFF"/>
                </a:solidFill>
                <a:latin typeface="Cambria"/>
                <a:ea typeface="Cambria"/>
                <a:cs typeface="Cambria"/>
                <a:sym typeface="Cambria"/>
              </a:rPr>
              <a:t> </a:t>
            </a:r>
            <a:r>
              <a:rPr b="1" lang="en-IN" sz="5000" dirty="0">
                <a:solidFill>
                  <a:srgbClr val="FFFFFF"/>
                </a:solidFill>
                <a:latin typeface="Cambria"/>
                <a:ea typeface="Cambria"/>
                <a:cs typeface="Cambria"/>
                <a:sym typeface="Cambria"/>
              </a:rPr>
              <a:t>×</a:t>
            </a:r>
            <a:r>
              <a:rPr b="1" lang="hi-IN" altLang="en-US" sz="5000" dirty="0">
                <a:solidFill>
                  <a:srgbClr val="FFFFFF"/>
                </a:solidFill>
                <a:latin typeface="Cambria"/>
                <a:ea typeface="Cambria"/>
                <a:cs typeface="Cambria"/>
                <a:sym typeface="Cambria"/>
              </a:rPr>
              <a:t> बंधीय इलेक्ट्रॉन (B)</a:t>
            </a:r>
          </a:p>
        </p:txBody>
      </p:sp>
    </p:spTree>
  </p:cSld>
  <p:clrMapOvr>
    <a:masterClrMapping/>
  </p:clrMapOvr>
  <mc:AlternateContent>
    <mc:Choice Requires="p14">
      <p:transition spd="slow" p14:dur="900">
        <p14:warp dir="in"/>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5" name="Shape 185"/>
        <p:cNvGrpSpPr/>
        <p:nvPr/>
      </p:nvGrpSpPr>
      <p:sp>
        <p:nvSpPr>
          <p:cNvPr id="9001" name="Google Shape;186;p30"/>
          <p:cNvSpPr/>
          <p:nvPr/>
        </p:nvSpPr>
        <p:spPr>
          <a:xfrm>
            <a:off x="1780335" y="1462365"/>
            <a:ext cx="20393866" cy="2748660"/>
          </a:xfrm>
          <a:prstGeom prst="roundRect">
            <a:avLst>
              <a:gd fmla="val 50000" name="adj"/>
            </a:avLst>
          </a:prstGeom>
          <a:solidFill>
            <a:srgbClr val="015500"/>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02" name="Google Shape;187;p30"/>
          <p:cNvSpPr txBox="1"/>
          <p:nvPr/>
        </p:nvSpPr>
        <p:spPr>
          <a:xfrm>
            <a:off x="5345559" y="2144198"/>
            <a:ext cx="164628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rgbClr val="FFFFFF"/>
                </a:solidFill>
                <a:latin typeface="Cambria"/>
                <a:ea typeface="Cambria"/>
                <a:cs typeface="Cambria"/>
                <a:sym typeface="Cambria"/>
              </a:rPr>
              <a:t>Oमें फार्मल आवेश की गणना</a:t>
            </a:r>
            <a:endParaRPr b="1" i="0" sz="8000" u="none" cap="none" strike="noStrike">
              <a:solidFill>
                <a:srgbClr val="FFFFFF"/>
              </a:solidFill>
              <a:latin typeface="Cambria"/>
              <a:ea typeface="Cambria"/>
              <a:cs typeface="Cambria"/>
              <a:sym typeface="Cambria"/>
            </a:endParaRPr>
          </a:p>
        </p:txBody>
      </p:sp>
      <p:grpSp>
        <p:nvGrpSpPr>
          <p:cNvPr id="9003" name="Google Shape;217;p30"/>
          <p:cNvGrpSpPr/>
          <p:nvPr/>
        </p:nvGrpSpPr>
        <p:grpSpPr>
          <a:xfrm>
            <a:off x="1025774" y="1047001"/>
            <a:ext cx="4319785" cy="3845857"/>
            <a:chOff x="981166" y="913767"/>
            <a:chExt cx="4319785" cy="3845857"/>
          </a:xfrm>
        </p:grpSpPr>
        <p:sp>
          <p:nvSpPr>
            <p:cNvPr id="9004" name="Google Shape;218;p30"/>
            <p:cNvSpPr/>
            <p:nvPr/>
          </p:nvSpPr>
          <p:spPr>
            <a:xfrm>
              <a:off x="985575" y="913767"/>
              <a:ext cx="3845857" cy="3845857"/>
            </a:xfrm>
            <a:prstGeom prst="ellipse">
              <a:avLst/>
            </a:prstGeom>
            <a:solidFill>
              <a:schemeClr val="lt1"/>
            </a:solidFill>
            <a:ln cap="flat" cmpd="sng" w="76200">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9005" name="Google Shape;219;p30"/>
            <p:cNvPicPr preferRelativeResize="0"/>
            <p:nvPr/>
          </p:nvPicPr>
          <p:blipFill rotWithShape="1">
            <a:blip r:embed="rIdTitleIcon9003">
              <a:alphaModFix/>
            </a:blip>
            <a:srcRect b="0" l="0" r="0" t="0"/>
            <a:stretch/>
          </p:blipFill>
          <p:spPr>
            <a:xfrm>
              <a:off x="981166" y="1170878"/>
              <a:ext cx="4319785" cy="3331634"/>
            </a:xfrm>
            <a:prstGeom prst="rect">
              <a:avLst/>
            </a:prstGeom>
            <a:noFill/>
            <a:ln>
              <a:noFill/>
            </a:ln>
            <a:effectLst>
              <a:outerShdw blurRad="177800" rotWithShape="0" algn="t" dir="5400000" dist="152400">
                <a:srgbClr val="000000">
                  <a:alpha val="54902"/>
                </a:srgbClr>
              </a:outerShdw>
            </a:effectLst>
          </p:spPr>
        </p:pic>
      </p:grpSp>
      <p:sp>
        <p:nvSpPr>
          <p:cNvPr id="2" name="Google Shape;130;p29">
            <a:extLst>
              <a:ext uri="{FF2B5EF4-FFF2-40B4-BE49-F238E27FC236}">
                <a16:creationId xmlns:a16="http://schemas.microsoft.com/office/drawing/2014/main" id="{6E2F0282-8CC5-6C2A-5189-7BE17E2E9129}"/>
              </a:ext>
            </a:extLst>
          </p:cNvPr>
          <p:cNvSpPr txBox="1"/>
          <p:nvPr/>
        </p:nvSpPr>
        <p:spPr>
          <a:xfrm>
            <a:off x="914400" y="4711025"/>
            <a:ext cx="21409273" cy="17393675"/>
          </a:xfrm>
          <a:prstGeom prst="rect">
            <a:avLst/>
          </a:prstGeom>
          <a:noFill/>
          <a:ln>
            <a:noFill/>
          </a:ln>
        </p:spPr>
        <p:txBody>
          <a:bodyPr spcFirstLastPara="1" wrap="square" lIns="91425" tIns="45700" rIns="91425" bIns="45700" anchor="t" anchorCtr="0">
            <a:spAutoFit/>
          </a:bodyPr>
          <a:lstStyle/>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सूत्र:</a:t>
            </a:r>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F.C = V - N - </m:t>
                    </m:r>
                    <m:f>
                      <m:fPr/>
                      <m:num>
                        <m:r>
                          <a:rPr lang="en-IN" sz="5000" dirty="0">
                            <a:solidFill>
                              <a:srgbClr val="FFFFFF"/>
                            </a:solidFill>
                            <a:latin typeface="Cambria"/>
                            <a:ea typeface="Cambria"/>
                            <a:cs typeface="Cambria"/>
                            <a:sym typeface="Cambria"/>
                          </a:rPr>
                          <m:t xml:space="preserve">1</m:t>
                        </m:r>
                      </m:num>
                      <m:den>
                        <m:r>
                          <a:rPr lang="en-IN" sz="5000" dirty="0">
                            <a:solidFill>
                              <a:srgbClr val="FFFFFF"/>
                            </a:solidFill>
                            <a:latin typeface="Cambria"/>
                            <a:ea typeface="Cambria"/>
                            <a:cs typeface="Cambria"/>
                            <a:sym typeface="Cambria"/>
                          </a:rPr>
                          <m:t xml:space="preserve">2</m:t>
                        </m:r>
                      </m:den>
                    </m:f>
                    <m:r>
                      <a:rPr lang="en-IN" sz="5000" dirty="0">
                        <a:solidFill>
                          <a:srgbClr val="FFFFFF"/>
                        </a:solidFill>
                        <a:latin typeface="Cambria"/>
                        <a:ea typeface="Cambria"/>
                        <a:cs typeface="Cambria"/>
                        <a:sym typeface="Cambria"/>
                      </a:rPr>
                      <m:t xml:space="preserve">B </m:t>
                    </m:r>
                  </m:oMath>
                </a14:m>
              </mc:Choice>
              <mc:Fallback>
                <a:r>
                  <a:rPr lang="en-IN" sz="5000" dirty="0">
                    <a:solidFill>
                      <a:srgbClr val="FFFFFF"/>
                    </a:solidFill>
                    <a:latin typeface="Cambria"/>
                    <a:ea typeface="Cambria"/>
                    <a:cs typeface="Cambria"/>
                    <a:sym typeface="Cambria"/>
                  </a:rPr>
                  <a:t> F.C = V - N - ½B </a:t>
                </a:r>
              </mc:Fallback>
            </mc:AlternateContent>
          </a:p>
          <a:p>
            <a:pPr algn="l" marL="1062038" indent="-1062038">
              <a:lnSpc>
                <a:spcPct val="150000"/>
              </a:lnSpc>
              <a:buClr>
                <a:schemeClr val="bg1"/>
              </a:buClr>
              <a:buSzPct val="80000"/>
              <a:buFont typeface="Wingdings" panose="05000000000000000000" pitchFamily="2" charset="2"/>
              <a:buChar char="Ø"/>
            </a:pPr>
            <a:r>
              <a:rPr lang="hi-IN" altLang="en-US" sz="5000" dirty="0">
                <a:solidFill>
                  <a:srgbClr val="FFFFFF"/>
                </a:solidFill>
                <a:latin typeface="Cambria"/>
                <a:ea typeface="Cambria"/>
                <a:cs typeface="Cambria"/>
                <a:sym typeface="Cambria"/>
              </a:rPr>
              <a:t>ओज़ोन </a:t>
            </a: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m:t>
                    </m:r>
                    <m:sSub>
                      <m:sSubPr/>
                      <m:e>
                        <m:r>
                          <a:rPr lang="en-IN" sz="5000" dirty="0">
                            <a:solidFill>
                              <a:srgbClr val="FFFFFF"/>
                            </a:solidFill>
                            <a:latin typeface="Cambria"/>
                            <a:ea typeface="Cambria"/>
                            <a:cs typeface="Cambria"/>
                            <a:sym typeface="Cambria"/>
                          </a:rPr>
                          <m:t xml:space="preserve">O</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m:t>
                    </m:r>
                  </m:oMath>
                </a14:m>
              </mc:Choice>
              <mc:Fallback>
                <a:r>
                  <a:rPr lang="en-IN" sz="5000" dirty="0">
                    <a:solidFill>
                      <a:srgbClr val="FFFFFF"/>
                    </a:solidFill>
                    <a:latin typeface="Cambria"/>
                    <a:ea typeface="Cambria"/>
                    <a:cs typeface="Cambria"/>
                    <a:sym typeface="Cambria"/>
                  </a:rPr>
                  <a:t> (O</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a:t>
                </a:r>
              </mc:Fallback>
            </mc:AlternateContent>
            <a:r>
              <a:rPr lang="hi-IN" altLang="en-US" sz="5000" dirty="0">
                <a:solidFill>
                  <a:srgbClr val="FFFFFF"/>
                </a:solidFill>
                <a:latin typeface="Cambria"/>
                <a:ea typeface="Cambria"/>
                <a:cs typeface="Cambria"/>
                <a:sym typeface="Cambria"/>
              </a:rPr>
              <a:t> के तीनों ऑक्सीजन परमाणुओं के लिए:</a:t>
            </a:r>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F.</m:t>
                    </m:r>
                    <m:sSub>
                      <m:sSubPr/>
                      <m:e>
                        <m:r>
                          <a:rPr lang="en-IN" sz="5000" dirty="0">
                            <a:solidFill>
                              <a:srgbClr val="FFFFFF"/>
                            </a:solidFill>
                            <a:latin typeface="Cambria"/>
                            <a:ea typeface="Cambria"/>
                            <a:cs typeface="Cambria"/>
                            <a:sym typeface="Cambria"/>
                          </a:rPr>
                          <m:t xml:space="preserve">C</m:t>
                        </m:r>
                      </m:e>
                      <m:sub>
                        <m:r>
                          <a:rPr lang="en-IN" sz="5000" dirty="0">
                            <a:solidFill>
                              <a:srgbClr val="FFFFFF"/>
                            </a:solidFill>
                            <a:latin typeface="Cambria"/>
                            <a:ea typeface="Cambria"/>
                            <a:cs typeface="Cambria"/>
                            <a:sym typeface="Cambria"/>
                          </a:rPr>
                          <m:t xml:space="preserve">1</m:t>
                        </m:r>
                      </m:sub>
                    </m:sSub>
                    <m:r>
                      <a:rPr lang="en-IN" sz="5000" dirty="0">
                        <a:solidFill>
                          <a:srgbClr val="FFFFFF"/>
                        </a:solidFill>
                        <a:latin typeface="Cambria"/>
                        <a:ea typeface="Cambria"/>
                        <a:cs typeface="Cambria"/>
                        <a:sym typeface="Cambria"/>
                      </a:rPr>
                      <m:t xml:space="preserve"> = 6 - 4 - </m:t>
                    </m:r>
                    <m:f>
                      <m:fPr/>
                      <m:num>
                        <m:r>
                          <a:rPr lang="en-IN" sz="5000" dirty="0">
                            <a:solidFill>
                              <a:srgbClr val="FFFFFF"/>
                            </a:solidFill>
                            <a:latin typeface="Cambria"/>
                            <a:ea typeface="Cambria"/>
                            <a:cs typeface="Cambria"/>
                            <a:sym typeface="Cambria"/>
                          </a:rPr>
                          <m:t xml:space="preserve">1</m:t>
                        </m:r>
                      </m:num>
                      <m:den>
                        <m:r>
                          <a:rPr lang="en-IN" sz="5000" dirty="0">
                            <a:solidFill>
                              <a:srgbClr val="FFFFFF"/>
                            </a:solidFill>
                            <a:latin typeface="Cambria"/>
                            <a:ea typeface="Cambria"/>
                            <a:cs typeface="Cambria"/>
                            <a:sym typeface="Cambria"/>
                          </a:rPr>
                          <m:t xml:space="preserve">2</m:t>
                        </m:r>
                      </m:den>
                    </m:f>
                    <m:r>
                      <a:rPr lang="en-IN" sz="5000" dirty="0">
                        <a:solidFill>
                          <a:srgbClr val="FFFFFF"/>
                        </a:solidFill>
                        <a:latin typeface="Cambria"/>
                        <a:ea typeface="Cambria"/>
                        <a:cs typeface="Cambria"/>
                        <a:sym typeface="Cambria"/>
                      </a:rPr>
                      <m:t xml:space="preserve">(4) = 0 </m:t>
                    </m:r>
                  </m:oMath>
                </a14:m>
              </mc:Choice>
              <mc:Fallback>
                <a:r>
                  <a:rPr lang="en-IN" sz="5000" dirty="0">
                    <a:solidFill>
                      <a:srgbClr val="FFFFFF"/>
                    </a:solidFill>
                    <a:latin typeface="Cambria"/>
                    <a:ea typeface="Cambria"/>
                    <a:cs typeface="Cambria"/>
                    <a:sym typeface="Cambria"/>
                  </a:rPr>
                  <a:t> F.C</a:t>
                </a:r>
                <a:r>
                  <a:rPr baseline="-25000" lang="en-IN" sz="3600" dirty="0">
                    <a:solidFill>
                      <a:srgbClr val="FFFFFF"/>
                    </a:solidFill>
                    <a:latin typeface="Cambria"/>
                    <a:ea typeface="Cambria"/>
                    <a:cs typeface="Cambria"/>
                    <a:sym typeface="Cambria"/>
                  </a:rPr>
                  <a:t>1</a:t>
                </a:r>
                <a:r>
                  <a:rPr lang="en-IN" sz="5000" dirty="0">
                    <a:solidFill>
                      <a:srgbClr val="FFFFFF"/>
                    </a:solidFill>
                    <a:latin typeface="Cambria"/>
                    <a:ea typeface="Cambria"/>
                    <a:cs typeface="Cambria"/>
                    <a:sym typeface="Cambria"/>
                  </a:rPr>
                  <a:t> = 6 - 4 - ½(4) = 0 </a:t>
                </a:r>
              </mc:Fallback>
            </mc:AlternateContent>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F.</m:t>
                    </m:r>
                    <m:sSub>
                      <m:sSubPr/>
                      <m:e>
                        <m:r>
                          <a:rPr lang="en-IN" sz="5000" dirty="0">
                            <a:solidFill>
                              <a:srgbClr val="FFFFFF"/>
                            </a:solidFill>
                            <a:latin typeface="Cambria"/>
                            <a:ea typeface="Cambria"/>
                            <a:cs typeface="Cambria"/>
                            <a:sym typeface="Cambria"/>
                          </a:rPr>
                          <m:t xml:space="preserve">C</m:t>
                        </m:r>
                      </m:e>
                      <m:sub>
                        <m:r>
                          <a:rPr lang="en-IN" sz="5000" dirty="0">
                            <a:solidFill>
                              <a:srgbClr val="FFFFFF"/>
                            </a:solidFill>
                            <a:latin typeface="Cambria"/>
                            <a:ea typeface="Cambria"/>
                            <a:cs typeface="Cambria"/>
                            <a:sym typeface="Cambria"/>
                          </a:rPr>
                          <m:t xml:space="preserve">2</m:t>
                        </m:r>
                      </m:sub>
                    </m:sSub>
                    <m:r>
                      <a:rPr lang="en-IN" sz="5000" dirty="0">
                        <a:solidFill>
                          <a:srgbClr val="FFFFFF"/>
                        </a:solidFill>
                        <a:latin typeface="Cambria"/>
                        <a:ea typeface="Cambria"/>
                        <a:cs typeface="Cambria"/>
                        <a:sym typeface="Cambria"/>
                      </a:rPr>
                      <m:t xml:space="preserve"> = 6 - 2 - </m:t>
                    </m:r>
                    <m:f>
                      <m:fPr/>
                      <m:num>
                        <m:r>
                          <a:rPr lang="en-IN" sz="5000" dirty="0">
                            <a:solidFill>
                              <a:srgbClr val="FFFFFF"/>
                            </a:solidFill>
                            <a:latin typeface="Cambria"/>
                            <a:ea typeface="Cambria"/>
                            <a:cs typeface="Cambria"/>
                            <a:sym typeface="Cambria"/>
                          </a:rPr>
                          <m:t xml:space="preserve">1</m:t>
                        </m:r>
                      </m:num>
                      <m:den>
                        <m:r>
                          <a:rPr lang="en-IN" sz="5000" dirty="0">
                            <a:solidFill>
                              <a:srgbClr val="FFFFFF"/>
                            </a:solidFill>
                            <a:latin typeface="Cambria"/>
                            <a:ea typeface="Cambria"/>
                            <a:cs typeface="Cambria"/>
                            <a:sym typeface="Cambria"/>
                          </a:rPr>
                          <m:t xml:space="preserve">2</m:t>
                        </m:r>
                      </m:den>
                    </m:f>
                    <m:r>
                      <a:rPr lang="en-IN" sz="5000" dirty="0">
                        <a:solidFill>
                          <a:srgbClr val="FFFFFF"/>
                        </a:solidFill>
                        <a:latin typeface="Cambria"/>
                        <a:ea typeface="Cambria"/>
                        <a:cs typeface="Cambria"/>
                        <a:sym typeface="Cambria"/>
                      </a:rPr>
                      <m:t xml:space="preserve">(6) = +1 </m:t>
                    </m:r>
                  </m:oMath>
                </a14:m>
              </mc:Choice>
              <mc:Fallback>
                <a:r>
                  <a:rPr lang="en-IN" sz="5000" dirty="0">
                    <a:solidFill>
                      <a:srgbClr val="FFFFFF"/>
                    </a:solidFill>
                    <a:latin typeface="Cambria"/>
                    <a:ea typeface="Cambria"/>
                    <a:cs typeface="Cambria"/>
                    <a:sym typeface="Cambria"/>
                  </a:rPr>
                  <a:t> F.C</a:t>
                </a:r>
                <a:r>
                  <a:rPr baseline="-25000" lang="en-IN" sz="3600" dirty="0">
                    <a:solidFill>
                      <a:srgbClr val="FFFFFF"/>
                    </a:solidFill>
                    <a:latin typeface="Cambria"/>
                    <a:ea typeface="Cambria"/>
                    <a:cs typeface="Cambria"/>
                    <a:sym typeface="Cambria"/>
                  </a:rPr>
                  <a:t>2</a:t>
                </a:r>
                <a:r>
                  <a:rPr lang="en-IN" sz="5000" dirty="0">
                    <a:solidFill>
                      <a:srgbClr val="FFFFFF"/>
                    </a:solidFill>
                    <a:latin typeface="Cambria"/>
                    <a:ea typeface="Cambria"/>
                    <a:cs typeface="Cambria"/>
                    <a:sym typeface="Cambria"/>
                  </a:rPr>
                  <a:t> = 6 - 2 - ½(6) = +1 </a:t>
                </a:r>
              </mc:Fallback>
            </mc:AlternateContent>
          </a:p>
          <a:p>
            <a:pPr algn="l" marL="1062038" indent="-1062038">
              <a:lnSpc>
                <a:spcPct val="150000"/>
              </a:lnSpc>
              <a:buClr>
                <a:schemeClr val="bg1"/>
              </a:buClr>
              <a:buSzPct val="80000"/>
              <a:buFont typeface="Wingdings" panose="05000000000000000000" pitchFamily="2" charset="2"/>
              <a:buChar char="Ø"/>
            </a:pPr>
            <mc:AlternateContent>
              <mc:Choice xmlns:a14="http://schemas.microsoft.com/office/drawing/2010/main" Requires="a14">
                <a14:m xmlns:m="http://schemas.openxmlformats.org/officeDocument/2006/math">
                  <m:oMath>
                    <m:r>
                      <a:rPr lang="en-IN" sz="5000" dirty="0">
                        <a:solidFill>
                          <a:srgbClr val="FFFFFF"/>
                        </a:solidFill>
                        <a:latin typeface="Cambria"/>
                        <a:ea typeface="Cambria"/>
                        <a:cs typeface="Cambria"/>
                        <a:sym typeface="Cambria"/>
                      </a:rPr>
                      <m:t xml:space="preserve"> F.</m:t>
                    </m:r>
                    <m:sSub>
                      <m:sSubPr/>
                      <m:e>
                        <m:r>
                          <a:rPr lang="en-IN" sz="5000" dirty="0">
                            <a:solidFill>
                              <a:srgbClr val="FFFFFF"/>
                            </a:solidFill>
                            <a:latin typeface="Cambria"/>
                            <a:ea typeface="Cambria"/>
                            <a:cs typeface="Cambria"/>
                            <a:sym typeface="Cambria"/>
                          </a:rPr>
                          <m:t xml:space="preserve">C</m:t>
                        </m:r>
                      </m:e>
                      <m:sub>
                        <m:r>
                          <a:rPr lang="en-IN" sz="5000" dirty="0">
                            <a:solidFill>
                              <a:srgbClr val="FFFFFF"/>
                            </a:solidFill>
                            <a:latin typeface="Cambria"/>
                            <a:ea typeface="Cambria"/>
                            <a:cs typeface="Cambria"/>
                            <a:sym typeface="Cambria"/>
                          </a:rPr>
                          <m:t xml:space="preserve">3</m:t>
                        </m:r>
                      </m:sub>
                    </m:sSub>
                    <m:r>
                      <a:rPr lang="en-IN" sz="5000" dirty="0">
                        <a:solidFill>
                          <a:srgbClr val="FFFFFF"/>
                        </a:solidFill>
                        <a:latin typeface="Cambria"/>
                        <a:ea typeface="Cambria"/>
                        <a:cs typeface="Cambria"/>
                        <a:sym typeface="Cambria"/>
                      </a:rPr>
                      <m:t xml:space="preserve"> = 6 - 6 - </m:t>
                    </m:r>
                    <m:f>
                      <m:fPr/>
                      <m:num>
                        <m:r>
                          <a:rPr lang="en-IN" sz="5000" dirty="0">
                            <a:solidFill>
                              <a:srgbClr val="FFFFFF"/>
                            </a:solidFill>
                            <a:latin typeface="Cambria"/>
                            <a:ea typeface="Cambria"/>
                            <a:cs typeface="Cambria"/>
                            <a:sym typeface="Cambria"/>
                          </a:rPr>
                          <m:t xml:space="preserve">1</m:t>
                        </m:r>
                      </m:num>
                      <m:den>
                        <m:r>
                          <a:rPr lang="en-IN" sz="5000" dirty="0">
                            <a:solidFill>
                              <a:srgbClr val="FFFFFF"/>
                            </a:solidFill>
                            <a:latin typeface="Cambria"/>
                            <a:ea typeface="Cambria"/>
                            <a:cs typeface="Cambria"/>
                            <a:sym typeface="Cambria"/>
                          </a:rPr>
                          <m:t xml:space="preserve">2</m:t>
                        </m:r>
                      </m:den>
                    </m:f>
                    <m:r>
                      <a:rPr lang="en-IN" sz="5000" dirty="0">
                        <a:solidFill>
                          <a:srgbClr val="FFFFFF"/>
                        </a:solidFill>
                        <a:latin typeface="Cambria"/>
                        <a:ea typeface="Cambria"/>
                        <a:cs typeface="Cambria"/>
                        <a:sym typeface="Cambria"/>
                      </a:rPr>
                      <m:t xml:space="preserve">(2) = -1 </m:t>
                    </m:r>
                  </m:oMath>
                </a14:m>
              </mc:Choice>
              <mc:Fallback>
                <a:r>
                  <a:rPr lang="en-IN" sz="5000" dirty="0">
                    <a:solidFill>
                      <a:srgbClr val="FFFFFF"/>
                    </a:solidFill>
                    <a:latin typeface="Cambria"/>
                    <a:ea typeface="Cambria"/>
                    <a:cs typeface="Cambria"/>
                    <a:sym typeface="Cambria"/>
                  </a:rPr>
                  <a:t> F.C</a:t>
                </a:r>
                <a:r>
                  <a:rPr baseline="-25000" lang="en-IN" sz="3600" dirty="0">
                    <a:solidFill>
                      <a:srgbClr val="FFFFFF"/>
                    </a:solidFill>
                    <a:latin typeface="Cambria"/>
                    <a:ea typeface="Cambria"/>
                    <a:cs typeface="Cambria"/>
                    <a:sym typeface="Cambria"/>
                  </a:rPr>
                  <a:t>3</a:t>
                </a:r>
                <a:r>
                  <a:rPr lang="en-IN" sz="5000" dirty="0">
                    <a:solidFill>
                      <a:srgbClr val="FFFFFF"/>
                    </a:solidFill>
                    <a:latin typeface="Cambria"/>
                    <a:ea typeface="Cambria"/>
                    <a:cs typeface="Cambria"/>
                    <a:sym typeface="Cambria"/>
                  </a:rPr>
                  <a:t> = 6 - 6 - ½(2) = -1 </a:t>
                </a:r>
              </mc:Fallback>
            </mc:AlternateContent>
          </a:p>
        </p:txBody>
      </p:sp>
      <p:pic>
        <p:nvPicPr>
          <p:cNvPr id="9006" name="slide_021_1_enhanced.png"/>
          <p:cNvPicPr preferRelativeResize="0"/>
          <p:nvPr/>
        </p:nvPicPr>
        <p:blipFill rotWithShape="1">
          <a:blip r:embed="rIdPic9006"/>
          <a:srcRect/>
          <a:stretch>
            <a:fillRect/>
          </a:stretch>
        </p:blipFill>
        <p:spPr>
          <a:xfrm>
            <a:off x="24445132" y="4711025"/>
            <a:ext cx="9100395" cy="6447279"/>
          </a:xfrm>
          <a:prstGeom prst="rect">
            <a:avLst/>
          </a:prstGeom>
          <a:noFill/>
          <a:ln>
            <a:noFill/>
          </a:ln>
        </p:spPr>
      </p:pic>
      <p:pic>
        <p:nvPicPr>
          <p:cNvPr id="9007" name="slide_021_2_enhanced.png"/>
          <p:cNvPicPr preferRelativeResize="0"/>
          <p:nvPr/>
        </p:nvPicPr>
        <p:blipFill rotWithShape="1">
          <a:blip r:embed="rIdPic9007"/>
          <a:srcRect/>
          <a:stretch>
            <a:fillRect/>
          </a:stretch>
        </p:blipFill>
        <p:spPr>
          <a:xfrm>
            <a:off x="23106555" y="10602974"/>
            <a:ext cx="11777549" cy="6447279"/>
          </a:xfrm>
          <a:prstGeom prst="rect">
            <a:avLst/>
          </a:prstGeom>
          <a:noFill/>
          <a:ln>
            <a:noFill/>
          </a:ln>
        </p:spPr>
      </p:pic>
    </p:spTree>
  </p:cSld>
  <p:clrMapOvr>
    <a:masterClrMapping/>
  </p:clrMapOvr>
  <mc:AlternateContent>
    <mc:Choice Requires="p14">
      <p:transition spd="slow" p14:dur="900">
        <p14:warp dir="in"/>
      </p:transition>
    </mc:Choice>
    <mc:Fallback>
      <p:transition spd="med">
        <p:fade/>
      </p:transition>
    </mc:Fallback>
  </mc:AlternateContent>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2025-02-10T10:24:55Z</dcterms:created>
  <dc:creator>PW MSO 530</dc:creator>
</cp:coreProperties>
</file>