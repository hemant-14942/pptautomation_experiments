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" Type="http://schemas.openxmlformats.org/officeDocument/2006/relationships/font" Target="fonts/font2.fntdata"/><Relationship Id="rId15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7" Type="http://customschemas.google.com/relationships/presentationmetadata" Target="metadata"/><Relationship Id="rId30" Type="http://schemas.openxmlformats.org/officeDocument/2006/relationships/theme" Target="theme/theme1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  <Relationship Id="rId3" Type="http://schemas.openxmlformats.org/officeDocument/2006/relationships/image" Target="../media/slide_006_1_enhanced.png"/>
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आयनिक, सहसंयोजक व धात्विक बन्ध की तुलना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155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  <a:gridCol w="8128000"/>
                <a:gridCol w="8128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hi-IN" altLang="en-US" sz="5000" b="1" i="0" u="none" strike="noStrike" cap="none" dirty="0">
                          <a:cs typeface="Noto Sans Devanagari"/>
                          <a:solidFill>
                            <a:schemeClr val="tx1"/>
                          </a:solidFill>
                          <a:latin typeface="Cambria"/>
                          <a:ea typeface="Noto Sans Devanagari"/>
                          <a:sym typeface="Arial"/>
                        </a:rPr>
                        <a:t>आयनिक बन्ध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hi-IN" altLang="en-US" sz="5000" b="1" i="0" u="none" strike="noStrike" cap="none" dirty="0">
                          <a:cs typeface="Noto Sans Devanagari"/>
                          <a:solidFill>
                            <a:schemeClr val="tx1"/>
                          </a:solidFill>
                          <a:latin typeface="Cambria"/>
                          <a:ea typeface="Noto Sans Devanagari"/>
                          <a:sym typeface="Arial"/>
                        </a:rPr>
                        <a:t>सहसंयोजक बन्ध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hi-IN" altLang="en-US" sz="5000" b="1" i="0" u="none" strike="noStrike" cap="none" dirty="0">
                          <a:cs typeface="Noto Sans Devanagari"/>
                          <a:solidFill>
                            <a:schemeClr val="tx1"/>
                          </a:solidFill>
                          <a:latin typeface="Cambria"/>
                          <a:ea typeface="Noto Sans Devanagari"/>
                          <a:sym typeface="Arial"/>
                        </a:rPr>
                        <a:t>धात्विक बन्ध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4. गलनांक व क्वथनांक अधिक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4. गलनांक व क्वथनांक बहुत कम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4. गलनांक व क्वथनांक दोनों के बीच में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5. गलित व विलयन अवस्था में विद्युत के सुचालक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5. प्रत्येक अवस्था में विद्युत के कुचालक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5. चालकता दोनों के बीच में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6. आयनों में टूटते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6. आयनों में नहीं टूटते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6. अर्द्ध ध्रुवीय होने के कारण बहुत कम टूटते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7. आयनिक अभि. दिखाते हैं जिनका वेग बहुत तेज होता है।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7. आण्विक अभि. दिखाते हैं जिनका वेग कम होता है।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7. आण्विक अभि. दिखाते हैं जिनका वेग कम होता है।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8. बन्ध अदिशात्मक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8. बन्ध दिशात्मक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8. बन्ध दिशात्मक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9. अनिश्चित ज्यामितीय आकृति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9. निश्चित ज्यामितीय आकृति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9. निश्चित ज्यामितीय आकृति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10. समावयवता नहीं दिखाते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10. समावयवता दिखाते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10. समावयवता दिखाते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आयनिक बन्ध का उदाहरण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+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Na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Cl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, सहसंयोजक बन्ध का उदाहरण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H-H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H-H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तथा धात्विक/उपसहसंयोजक बन्ध के उदाहरण चित्र में दर्शाए गए हैं।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बन्ध निर्माण के उदाहरण (11)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किसी बन्ध से जुड़े दो परमाणुओं के नाभिकों के केन्द्रों के बीच की दूरी को आबन्ध लम्बाई कहते हैं।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मात्रक – pm या Å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NOTE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मापने का तरीका – X किरण विवर्तन व e विवर्तन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लम्बाई / बन्ध दूरी (Bond length)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(1) विद्युत ऋणात्मकता अंतर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परमाणुओं के बीच विद्युत ऋण. का अंतर बढ़ने से बन्ध की ध्रुवता बढ़ जाती है जिससे बन्ध दूरी घट जाती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बन्ध दूरी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विद्युत ऋणा. अंतर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बन्ध दूरी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1/विद्युत ऋणा. अंतर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Ex – Halogen acids की आबन्ध लम्बाई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H-F &lt; H-Cl &lt; H-Br &lt; H-I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H-F &lt; H-Cl &lt; H-Br &lt; H-I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(2) परमाणुओं का आकार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परमाणुओं का आकार बढ़ने पर उनके बीच आकर्षण घट जाता है अतः बन्ध दूरी बढ़ जाती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बन्ध दूरी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परमाणु/आयन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बन्ध दूरी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परमाणु/आयन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(3) आबन्ध का प्रकार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लम्बाई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एकल बन्ध &gt; द्वि बन्ध &gt; त्रि बन्ध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लम्बाई को प्रभावित करने वाले कारक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(4) संकरण प्रभाव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संकरण में s लक्षण बढ़ने पर आबन्ध लम्बाई घटती है। अतः आबन्ध लम्बाई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sp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sp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(5) अनुनाद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अनुनाद वाले बन्धों की लम्बाई एकल बन्ध से कम होती है।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लम्बाई को प्रभावित करने वाले कारक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21409273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किसी अणु के केन्द्रीय परमाणु के चारों ओर उपस्थित e के बन्ध युग्म को धारण करने वाले कक्षकों के बीच के कोण को आबन्ध कोण कहते हैं।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मात्रक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→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डिग्री (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) व मिनट (')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उदा.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O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O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का आबन्ध कोण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104.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°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104.5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°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कोण / Bond Angle</a:t>
            </a:r>
          </a:p>
        </p:txBody>
      </p:sp>
      <p:pic>
        <p:nvPicPr>
          <p:cNvPr id="4" name="slide_006_1_enhanc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3055193" y="6716673"/>
            <a:ext cx="11880273" cy="7612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(i) संकरण का प्रभाव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संकरित कक्षकों के लिए आबन्ध कोण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sp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sp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H-C≡ C-H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H-C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≡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C-H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(bond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∠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180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) &gt;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C=C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C=CH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(bond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∠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120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) &gt;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CH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CH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(bond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∠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109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कोण को प्रभावित करने वाले कारक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(ii) एकाकी e युग्मों की उपस्थिति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केन्द्रीय परमाणु पर एकाकी e युग्मों की संख्या बढ़ने से बन्ध कोण घटता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(L.P. = 0, 109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28'),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(L.P. = 1, 106.7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O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O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(L.P. = 2, 104.5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) — तीनों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संकरण।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कोण को प्रभावित करने वाले कारक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(iii) विद्युत ऋणात्मकता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केन्द्रीय परमाणु की विद्युत ऋणात्मकता बढ़ने पर बन्ध कोण बढ़ जाता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O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O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(104.5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) व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S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S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(92.5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) जहाँ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E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N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O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E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N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EN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O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EN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S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NOTE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कोण से अणुओं की आकृति पता चलती है।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कोण को प्रभावित करने वाले कारक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गैसीय अवस्था में दो परमाणुओं के बीच बने आबन्ध के एक मोल को तोड़ने के लिए जितनी ऊर्जा की आवश्यकता होती है, उसे आबन्ध ऊर्जा कहते हैं।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H-H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(g)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(g)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H-H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→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(g)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(g)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H = 435.8 KJ/mol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 = 435.8 KJ/mol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मात्रक – KJ/mol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एन्थैल्पी अथवा आबन्ध ऊर्जा (</a:t>
            </a:r>
            <a:r>
              <a:rPr lang="hi-IN" altLang="en-US" sz="8000" b="1" dirty="0">
                <a:solidFill>
                  <a:schemeClr val="lt1"/>
                </a:solidFill>
                <a:latin typeface="Arial"/>
                <a:cs typeface="Arial"/>
                <a:ea typeface="Arial"/>
              </a:rPr>
              <a:t>Δ</a:t>
            </a:r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H)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(1) आबन्ध की ध्रुवता (Polarity of bond)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आबन्ध ध्रुवता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विद्युत ऋणात्मकता अंतर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Ex – Halogen acids (HX) की आबन्ध ऊर्जा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H-F (565) &gt; H-Cl (431) &gt; H-Br (364) &gt; H-I (297)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H-F (565) &gt; H-Cl (431) &gt; H-Br (364) &gt; H-I (297)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KJ/mole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(2) परमाणुओं का आकार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आबन्ध लम्बाई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परमाणु आकार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1/आबन्ध लम्बाई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1/परमाणु आकार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Ex – Halogens की आबन्ध ऊर्जा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Cl-Cl (242) &gt; Br-Br (193) &gt; I-I (151)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Cl-Cl (242) &gt; Br-Br (193) &gt; I-I (151)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KJ/mole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ऊर्जा को प्रभावित करने वाले कारक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(3) अतिव्यापन (Overlapping)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अतिव्यापन (सहसंयोजक बन्ध के लिए)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(4) अनुनाद (Resonance)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स्थायित्व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अनुनाद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(5) संकरण (Hybridisation)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s लक्षण प्रतिशत (% s)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आबन्ध ऊर्जा का क्रम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→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sp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sp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(6) आबन्धों की बहुलता (Multiplicity of bond)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का क्रम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C-C &lt; C=C &lt; C≡ C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C-C &lt; C=C &lt; C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≡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(7) एकाकी e युग्मों की संख्या (No. of lone pairs)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एकाकी e युग्मों की संख्या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1/एकाकी e युग्मों की संख्या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ऊर्जा को प्रभावित करने वाले कारक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एकाकी युग्म व आबन्ध ऊर्जा (उदाहरण)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6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  <a:gridCol w="8128000"/>
                <a:gridCol w="8128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L.P.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B.E. (KJ/mol)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C</m:t>
                              </m:r>
                              <m:sSub>
                                <m:sSubPr/>
                                <m:e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e>
                                <m:sub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-C</m:t>
                              </m:r>
                              <m:sSub>
                                <m:sSubPr/>
                                <m:e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e>
                                <m:sub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CH</a:t>
                          </a:r>
                          <a:r>
                            <a:rPr kumimoji="0" lang="en-IN" sz="360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-CH</a:t>
                          </a:r>
                          <a:r>
                            <a:rPr kumimoji="0" lang="en-IN" sz="360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N≡ N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N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≡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N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O=O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O=O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F-F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F-F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