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15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  <Relationship Id="rId3" Type="http://schemas.openxmlformats.org/officeDocument/2006/relationships/image" Target="../media/slide_006_1_enhanced.png"/>
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  <Relationship Id="rId3" Type="http://schemas.openxmlformats.org/officeDocument/2006/relationships/image" Target="../media/slide_012_1.png"/>
  <Relationship Id="rId4" Type="http://schemas.openxmlformats.org/officeDocument/2006/relationships/image" Target="../media/slide_012_3.png"/>
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Mutagen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Virus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single nucleotide is point mutation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1. Genomatic Mutations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Monosomy at X Chromosome ↳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Aneuploidy — Types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834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during cell division there is non-disjunction of chromosomes in anaphase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Reason of Aneuploidy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86809" y="10957769"/>
            <a:ext cx="18802382" cy="8724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structure of chromosome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2. Chromosomal Aberrations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Substitution: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Transversion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⇌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(b)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(will study in molecular basis of Inheritance)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3. Gene mutation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Human Genetic Disorders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Chromosomal Disorders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1st described by Langdon Down (1866)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Under-developed gonads and genitalia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  <p:pic>
        <p:nvPicPr>
          <p:cNvPr id="4" name="slide_012_1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662922" y="3995695"/>
            <a:ext cx="8664814" cy="64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de_012_3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016404" y="10602974"/>
            <a:ext cx="5957850" cy="64472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Sterile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Klinefelter's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Webbed neck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Turner's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