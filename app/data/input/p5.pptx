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" Type="http://schemas.openxmlformats.org/officeDocument/2006/relationships/font" Target="fonts/font2.fntdata"/><Relationship Id="rId15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7" Type="http://customschemas.google.com/relationships/presentationmetadata" Target="metadata"/><Relationship Id="rId30" Type="http://schemas.openxmlformats.org/officeDocument/2006/relationships/theme" Target="theme/theme1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3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3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= </m:t>
                    </m:r>
                    <m:d>
                      <m:dPr>
                        <m:begChr m:val="("/>
                        <m:endChr m:val=")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6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 = (1, 2, 3; 2, 3, 5; 6, 4, 1)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Find the following cofactors of A.</a:t>
            </a:r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|a, b, 0; 0, a, b; b, 0, a|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-y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1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y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z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|z, -y; 1, x; -x, 1| = 1 +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(I) If we interchange rows and columns, then value of determinant remains unchanged.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5; ?, ?, ?; 3, 8, 11| = |?, ?, ?; 2, 0, 8; ?, ?, ?|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k,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(IV) If all entries of a row/column are sum of two numbers than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(V) 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-4, 7, 1;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(VI) If we interchange any two rows than value of new determinant is (−ve)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Properties of Determinants (Property II &amp; III)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all entries of a row/column are sum of two numbers then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IV — Sum Splitting of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 — Identical or Proportional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we interchange any two rows than value of new determinant is negative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 — Interchanging Two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 row is rolled over k rows then value of new determinant will be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k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times the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|2, -1, 4; 3, 2, 1, 5; 7, 1, 0, 0; 2, 1, 1, 1| = -|1, 2, -1, 4; 2, 2, 1, 5; 7, 1, 0, 0; 2, 1, 1, 1|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Rolled over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|3, 2, 5; 7, 0, 0; 2, 1, 1; 1, 2, -4|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 — Rolling Over K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a row we can add any multiple of any other row, the value of determinant will remain the same.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+ 3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+ 3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→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VIII — Row Operations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Evaluate: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-9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18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48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|3, 7, 8; -9, 2, 11; 18, 42, 48|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|Ax,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By,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Cz,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xy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|A, B, C; x, y, z; zy, zx, xy|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[NCERT]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-Δ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-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≠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is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AB = BA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I|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I|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 - I|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 - I|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B|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B|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the elements of a matrix A are real positive and distinct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(A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det(A +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≥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≥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 -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(1 + ax + b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x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…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(1 + ax + bx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a, b,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∈ R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∈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5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5a/b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5" name="Google Shape;133;p29"/>
          <p:cNvSpPr/>
          <p:nvPr/>
        </p:nvSpPr>
        <p:spPr>
          <a:xfrm>
            <a:off x="1039499" y="6382682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(1/(y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-n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-n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r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G.P., then prove that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|B| = -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|B| = -a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-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independent of r.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A.P.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7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;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: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: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ω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be the complex number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cos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i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cos2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+ isin2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Then the number of distinct complex numbers z satisfying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z+ω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|z+1,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