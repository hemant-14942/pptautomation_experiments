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20574000" cx="36576000"/>
  <p:notesSz cx="6858000" cy="9144000"/>
  <p:embeddedFontLst>
    <p:embeddedFont>
      <p:font typeface="Play"/>
      <p:regular r:id="rId14"/>
      <p:bold r:id="rId15"/>
    </p:embeddedFont>
    <p:embeddedFont>
      <p:font typeface="Poppins"/>
      <p:regular r:id="rId16"/>
      <p:bold r:id="rId17"/>
      <p:italic r:id="rId18"/>
      <p:boldItalic r:id="rId19"/>
    </p:embeddedFont>
    <p:embeddedFont>
      <p:font typeface="Poppins Black"/>
      <p:bold r:id="rId20"/>
      <p:boldItalic r:id="rId21"/>
    </p:embeddedFont>
    <p:embeddedFont>
      <p:font typeface="Poppins ExtraBold"/>
      <p:bold r:id="rId22"/>
      <p:boldItalic r:id="rId23"/>
    </p:embeddedFont>
    <p:embeddedFont>
      <p:font typeface="Cambria Math"/>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X0aIo4Blp4iuhKMdanv7C4VXC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lack-bold.fntdata"/><Relationship Id="rId22" Type="http://schemas.openxmlformats.org/officeDocument/2006/relationships/font" Target="fonts/PoppinsExtraBold-bold.fntdata"/><Relationship Id="rId21" Type="http://schemas.openxmlformats.org/officeDocument/2006/relationships/font" Target="fonts/PoppinsBlack-boldItalic.fntdata"/><Relationship Id="rId24" Type="http://schemas.openxmlformats.org/officeDocument/2006/relationships/font" Target="fonts/CambriaMath-regular.fntdata"/><Relationship Id="rId23" Type="http://schemas.openxmlformats.org/officeDocument/2006/relationships/font" Target="fonts/PoppinsExtra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Play-bold.fntdata"/><Relationship Id="rId14" Type="http://schemas.openxmlformats.org/officeDocument/2006/relationships/font" Target="fonts/Play-regular.fntdata"/><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pPr>
            <a:r>
              <a:rPr lang="en-IN"/>
              <a:t>This ppt can be modified and tuned wherever required as per the faculty requirements and content</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p:txBody>
      </p:sp>
      <p:sp>
        <p:nvSpPr>
          <p:cNvPr id="193" name="Google Shape;19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4572000" y="3367089"/>
            <a:ext cx="27432000" cy="71628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000"/>
              <a:buFont typeface="Play"/>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7"/>
          <p:cNvSpPr txBox="1"/>
          <p:nvPr>
            <p:ph idx="1" type="subTitle"/>
          </p:nvPr>
        </p:nvSpPr>
        <p:spPr>
          <a:xfrm>
            <a:off x="4572000" y="10806114"/>
            <a:ext cx="27432000" cy="49672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p:txBody>
      </p:sp>
      <p:sp>
        <p:nvSpPr>
          <p:cNvPr id="21" name="Google Shape;21;p1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9"/>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1" name="Google Shape;31;p1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0"/>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Play"/>
              <a:buNone/>
              <a:defRPr sz="1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0"/>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757575"/>
              </a:buClr>
              <a:buSzPts val="7200"/>
              <a:buNone/>
              <a:defRPr sz="7200">
                <a:solidFill>
                  <a:srgbClr val="757575"/>
                </a:solidFill>
              </a:defRPr>
            </a:lvl1pPr>
            <a:lvl2pPr indent="-228600" lvl="1" marL="914400" algn="l">
              <a:lnSpc>
                <a:spcPct val="90000"/>
              </a:lnSpc>
              <a:spcBef>
                <a:spcPts val="1500"/>
              </a:spcBef>
              <a:spcAft>
                <a:spcPts val="0"/>
              </a:spcAft>
              <a:buClr>
                <a:srgbClr val="757575"/>
              </a:buClr>
              <a:buSzPts val="6000"/>
              <a:buNone/>
              <a:defRPr sz="6000">
                <a:solidFill>
                  <a:srgbClr val="757575"/>
                </a:solidFill>
              </a:defRPr>
            </a:lvl2pPr>
            <a:lvl3pPr indent="-228600" lvl="2" marL="1371600" algn="l">
              <a:lnSpc>
                <a:spcPct val="90000"/>
              </a:lnSpc>
              <a:spcBef>
                <a:spcPts val="1500"/>
              </a:spcBef>
              <a:spcAft>
                <a:spcPts val="0"/>
              </a:spcAft>
              <a:buClr>
                <a:srgbClr val="757575"/>
              </a:buClr>
              <a:buSzPts val="5400"/>
              <a:buNone/>
              <a:defRPr sz="5400">
                <a:solidFill>
                  <a:srgbClr val="757575"/>
                </a:solidFill>
              </a:defRPr>
            </a:lvl3pPr>
            <a:lvl4pPr indent="-228600" lvl="3" marL="1828800" algn="l">
              <a:lnSpc>
                <a:spcPct val="90000"/>
              </a:lnSpc>
              <a:spcBef>
                <a:spcPts val="1500"/>
              </a:spcBef>
              <a:spcAft>
                <a:spcPts val="0"/>
              </a:spcAft>
              <a:buClr>
                <a:srgbClr val="757575"/>
              </a:buClr>
              <a:buSzPts val="4800"/>
              <a:buNone/>
              <a:defRPr sz="4800">
                <a:solidFill>
                  <a:srgbClr val="757575"/>
                </a:solidFill>
              </a:defRPr>
            </a:lvl4pPr>
            <a:lvl5pPr indent="-228600" lvl="4" marL="2286000" algn="l">
              <a:lnSpc>
                <a:spcPct val="90000"/>
              </a:lnSpc>
              <a:spcBef>
                <a:spcPts val="1500"/>
              </a:spcBef>
              <a:spcAft>
                <a:spcPts val="0"/>
              </a:spcAft>
              <a:buClr>
                <a:srgbClr val="757575"/>
              </a:buClr>
              <a:buSzPts val="4800"/>
              <a:buNone/>
              <a:defRPr sz="4800">
                <a:solidFill>
                  <a:srgbClr val="757575"/>
                </a:solidFill>
              </a:defRPr>
            </a:lvl5pPr>
            <a:lvl6pPr indent="-228600" lvl="5" marL="2743200" algn="l">
              <a:lnSpc>
                <a:spcPct val="90000"/>
              </a:lnSpc>
              <a:spcBef>
                <a:spcPts val="1500"/>
              </a:spcBef>
              <a:spcAft>
                <a:spcPts val="0"/>
              </a:spcAft>
              <a:buClr>
                <a:srgbClr val="757575"/>
              </a:buClr>
              <a:buSzPts val="4800"/>
              <a:buNone/>
              <a:defRPr sz="4800">
                <a:solidFill>
                  <a:srgbClr val="757575"/>
                </a:solidFill>
              </a:defRPr>
            </a:lvl6pPr>
            <a:lvl7pPr indent="-228600" lvl="6" marL="3200400" algn="l">
              <a:lnSpc>
                <a:spcPct val="90000"/>
              </a:lnSpc>
              <a:spcBef>
                <a:spcPts val="1500"/>
              </a:spcBef>
              <a:spcAft>
                <a:spcPts val="0"/>
              </a:spcAft>
              <a:buClr>
                <a:srgbClr val="757575"/>
              </a:buClr>
              <a:buSzPts val="4800"/>
              <a:buNone/>
              <a:defRPr sz="4800">
                <a:solidFill>
                  <a:srgbClr val="757575"/>
                </a:solidFill>
              </a:defRPr>
            </a:lvl7pPr>
            <a:lvl8pPr indent="-228600" lvl="7" marL="3657600" algn="l">
              <a:lnSpc>
                <a:spcPct val="90000"/>
              </a:lnSpc>
              <a:spcBef>
                <a:spcPts val="1500"/>
              </a:spcBef>
              <a:spcAft>
                <a:spcPts val="0"/>
              </a:spcAft>
              <a:buClr>
                <a:srgbClr val="757575"/>
              </a:buClr>
              <a:buSzPts val="4800"/>
              <a:buNone/>
              <a:defRPr sz="4800">
                <a:solidFill>
                  <a:srgbClr val="757575"/>
                </a:solidFill>
              </a:defRPr>
            </a:lvl8pPr>
            <a:lvl9pPr indent="-228600" lvl="8" marL="4114800" algn="l">
              <a:lnSpc>
                <a:spcPct val="90000"/>
              </a:lnSpc>
              <a:spcBef>
                <a:spcPts val="1500"/>
              </a:spcBef>
              <a:spcAft>
                <a:spcPts val="0"/>
              </a:spcAft>
              <a:buClr>
                <a:srgbClr val="757575"/>
              </a:buClr>
              <a:buSzPts val="4800"/>
              <a:buNone/>
              <a:defRPr sz="4800">
                <a:solidFill>
                  <a:srgbClr val="757575"/>
                </a:solidFill>
              </a:defRPr>
            </a:lvl9pPr>
          </a:lstStyle>
          <a:p/>
        </p:txBody>
      </p:sp>
      <p:sp>
        <p:nvSpPr>
          <p:cNvPr id="37" name="Google Shape;37;p2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3" name="Google Shape;43;p21"/>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4" name="Google Shape;44;p2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2"/>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2"/>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0" name="Google Shape;50;p22"/>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1" name="Google Shape;51;p22"/>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2" name="Google Shape;52;p22"/>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3" name="Google Shape;53;p2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64" name="Google Shape;64;p24"/>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5" name="Google Shape;65;p2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5"/>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p:nvPr>
            <p:ph idx="2" type="pic"/>
          </p:nvPr>
        </p:nvSpPr>
        <p:spPr>
          <a:xfrm>
            <a:off x="15549564" y="2962277"/>
            <a:ext cx="18516600" cy="14620875"/>
          </a:xfrm>
          <a:prstGeom prst="rect">
            <a:avLst/>
          </a:prstGeom>
          <a:noFill/>
          <a:ln>
            <a:noFill/>
          </a:ln>
        </p:spPr>
      </p:sp>
      <p:sp>
        <p:nvSpPr>
          <p:cNvPr id="71" name="Google Shape;71;p25"/>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72" name="Google Shape;72;p2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2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6"/>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8" name="Google Shape;78;p2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27"/>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7"/>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84" name="Google Shape;84;p2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Play"/>
              <a:buNone/>
              <a:defRPr b="0" i="0" sz="132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Arial"/>
                <a:ea typeface="Arial"/>
                <a:cs typeface="Arial"/>
                <a:sym typeface="Arial"/>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Arial"/>
                <a:ea typeface="Arial"/>
                <a:cs typeface="Arial"/>
                <a:sym typeface="Arial"/>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Arial"/>
                <a:ea typeface="Arial"/>
                <a:cs typeface="Arial"/>
                <a:sym typeface="Arial"/>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600" u="none" cap="none" strike="noStrike">
                <a:solidFill>
                  <a:srgbClr val="757575"/>
                </a:solidFill>
                <a:latin typeface="Arial"/>
                <a:ea typeface="Arial"/>
                <a:cs typeface="Arial"/>
                <a:sym typeface="Arial"/>
              </a:defRPr>
            </a:lvl1pPr>
            <a:lvl2pPr indent="0" lvl="1" marL="0" marR="0" rtl="0" algn="r">
              <a:spcBef>
                <a:spcPts val="0"/>
              </a:spcBef>
              <a:buNone/>
              <a:defRPr b="0" i="0" sz="3600" u="none" cap="none" strike="noStrike">
                <a:solidFill>
                  <a:srgbClr val="757575"/>
                </a:solidFill>
                <a:latin typeface="Arial"/>
                <a:ea typeface="Arial"/>
                <a:cs typeface="Arial"/>
                <a:sym typeface="Arial"/>
              </a:defRPr>
            </a:lvl2pPr>
            <a:lvl3pPr indent="0" lvl="2" marL="0" marR="0" rtl="0" algn="r">
              <a:spcBef>
                <a:spcPts val="0"/>
              </a:spcBef>
              <a:buNone/>
              <a:defRPr b="0" i="0" sz="3600" u="none" cap="none" strike="noStrike">
                <a:solidFill>
                  <a:srgbClr val="757575"/>
                </a:solidFill>
                <a:latin typeface="Arial"/>
                <a:ea typeface="Arial"/>
                <a:cs typeface="Arial"/>
                <a:sym typeface="Arial"/>
              </a:defRPr>
            </a:lvl3pPr>
            <a:lvl4pPr indent="0" lvl="3" marL="0" marR="0" rtl="0" algn="r">
              <a:spcBef>
                <a:spcPts val="0"/>
              </a:spcBef>
              <a:buNone/>
              <a:defRPr b="0" i="0" sz="3600" u="none" cap="none" strike="noStrike">
                <a:solidFill>
                  <a:srgbClr val="757575"/>
                </a:solidFill>
                <a:latin typeface="Arial"/>
                <a:ea typeface="Arial"/>
                <a:cs typeface="Arial"/>
                <a:sym typeface="Arial"/>
              </a:defRPr>
            </a:lvl4pPr>
            <a:lvl5pPr indent="0" lvl="4" marL="0" marR="0" rtl="0" algn="r">
              <a:spcBef>
                <a:spcPts val="0"/>
              </a:spcBef>
              <a:buNone/>
              <a:defRPr b="0" i="0" sz="3600" u="none" cap="none" strike="noStrike">
                <a:solidFill>
                  <a:srgbClr val="757575"/>
                </a:solidFill>
                <a:latin typeface="Arial"/>
                <a:ea typeface="Arial"/>
                <a:cs typeface="Arial"/>
                <a:sym typeface="Arial"/>
              </a:defRPr>
            </a:lvl5pPr>
            <a:lvl6pPr indent="0" lvl="5" marL="0" marR="0" rtl="0" algn="r">
              <a:spcBef>
                <a:spcPts val="0"/>
              </a:spcBef>
              <a:buNone/>
              <a:defRPr b="0" i="0" sz="3600" u="none" cap="none" strike="noStrike">
                <a:solidFill>
                  <a:srgbClr val="757575"/>
                </a:solidFill>
                <a:latin typeface="Arial"/>
                <a:ea typeface="Arial"/>
                <a:cs typeface="Arial"/>
                <a:sym typeface="Arial"/>
              </a:defRPr>
            </a:lvl6pPr>
            <a:lvl7pPr indent="0" lvl="6" marL="0" marR="0" rtl="0" algn="r">
              <a:spcBef>
                <a:spcPts val="0"/>
              </a:spcBef>
              <a:buNone/>
              <a:defRPr b="0" i="0" sz="3600" u="none" cap="none" strike="noStrike">
                <a:solidFill>
                  <a:srgbClr val="757575"/>
                </a:solidFill>
                <a:latin typeface="Arial"/>
                <a:ea typeface="Arial"/>
                <a:cs typeface="Arial"/>
                <a:sym typeface="Arial"/>
              </a:defRPr>
            </a:lvl7pPr>
            <a:lvl8pPr indent="0" lvl="7" marL="0" marR="0" rtl="0" algn="r">
              <a:spcBef>
                <a:spcPts val="0"/>
              </a:spcBef>
              <a:buNone/>
              <a:defRPr b="0" i="0" sz="3600" u="none" cap="none" strike="noStrike">
                <a:solidFill>
                  <a:srgbClr val="757575"/>
                </a:solidFill>
                <a:latin typeface="Arial"/>
                <a:ea typeface="Arial"/>
                <a:cs typeface="Arial"/>
                <a:sym typeface="Arial"/>
              </a:defRPr>
            </a:lvl8pPr>
            <a:lvl9pPr indent="0" lvl="8" marL="0" marR="0" rtl="0" algn="r">
              <a:spcBef>
                <a:spcPts val="0"/>
              </a:spcBef>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16"/>
          <p:cNvGrpSpPr/>
          <p:nvPr/>
        </p:nvGrpSpPr>
        <p:grpSpPr>
          <a:xfrm>
            <a:off x="34046160" y="-120443"/>
            <a:ext cx="1701166" cy="2361085"/>
            <a:chOff x="33588959" y="-120443"/>
            <a:chExt cx="2346273" cy="3256443"/>
          </a:xfrm>
        </p:grpSpPr>
        <p:sp>
          <p:nvSpPr>
            <p:cNvPr id="16" name="Google Shape;16;p16"/>
            <p:cNvSpPr/>
            <p:nvPr/>
          </p:nvSpPr>
          <p:spPr>
            <a:xfrm rot="10800000">
              <a:off x="33588959" y="-120443"/>
              <a:ext cx="2346273" cy="3256443"/>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white circle with a black letter in it&#10;&#10;AI-generated content may be incorrect." id="17" name="Google Shape;17;p16"/>
            <p:cNvPicPr preferRelativeResize="0"/>
            <p:nvPr/>
          </p:nvPicPr>
          <p:blipFill rotWithShape="1">
            <a:blip r:embed="rId2">
              <a:alphaModFix/>
            </a:blip>
            <a:srcRect b="0" l="0" r="0" t="0"/>
            <a:stretch/>
          </p:blipFill>
          <p:spPr>
            <a:xfrm>
              <a:off x="33822708" y="872172"/>
              <a:ext cx="1878774" cy="1878774"/>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grpSp>
        <p:nvGrpSpPr>
          <p:cNvPr id="91" name="Google Shape;91;p1"/>
          <p:cNvGrpSpPr/>
          <p:nvPr/>
        </p:nvGrpSpPr>
        <p:grpSpPr>
          <a:xfrm>
            <a:off x="3427129" y="11981532"/>
            <a:ext cx="17778512" cy="7940508"/>
            <a:chOff x="3611259" y="11894219"/>
            <a:chExt cx="17778512" cy="7630672"/>
          </a:xfrm>
        </p:grpSpPr>
        <p:grpSp>
          <p:nvGrpSpPr>
            <p:cNvPr id="92" name="Google Shape;92;p1"/>
            <p:cNvGrpSpPr/>
            <p:nvPr/>
          </p:nvGrpSpPr>
          <p:grpSpPr>
            <a:xfrm>
              <a:off x="3611259" y="11894219"/>
              <a:ext cx="17778512" cy="7630672"/>
              <a:chOff x="3611259" y="11837069"/>
              <a:chExt cx="17778512" cy="7630672"/>
            </a:xfrm>
          </p:grpSpPr>
          <p:sp>
            <p:nvSpPr>
              <p:cNvPr id="93" name="Google Shape;93;p1"/>
              <p:cNvSpPr/>
              <p:nvPr/>
            </p:nvSpPr>
            <p:spPr>
              <a:xfrm flipH="1">
                <a:off x="3611259" y="11837069"/>
                <a:ext cx="17778512" cy="6564913"/>
              </a:xfrm>
              <a:prstGeom prst="trapezoid">
                <a:avLst>
                  <a:gd fmla="val 0" name="adj"/>
                </a:avLst>
              </a:prstGeom>
              <a:gradFill>
                <a:gsLst>
                  <a:gs pos="0">
                    <a:srgbClr val="3F3F3F"/>
                  </a:gs>
                  <a:gs pos="100000">
                    <a:srgbClr val="0C0C0C"/>
                  </a:gs>
                </a:gsLst>
                <a:lin ang="8100000" scaled="0"/>
              </a:gradFill>
              <a:ln cap="flat" cmpd="sng" w="19050">
                <a:solidFill>
                  <a:srgbClr val="FFFF00"/>
                </a:solidFill>
                <a:prstDash val="solid"/>
                <a:miter lim="8000"/>
                <a:headEnd len="sm" w="sm" type="none"/>
                <a:tailEnd len="sm" w="sm" type="none"/>
              </a:ln>
              <a:effectLst>
                <a:outerShdw blurRad="127000" rotWithShape="0" algn="t" dir="5400000" dist="127000">
                  <a:srgbClr val="000000">
                    <a:alpha val="6901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94" name="Google Shape;94;p1"/>
              <p:cNvSpPr txBox="1"/>
              <p:nvPr/>
            </p:nvSpPr>
            <p:spPr>
              <a:xfrm>
                <a:off x="6367028" y="18544411"/>
                <a:ext cx="12266972" cy="92333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IN" sz="5400" u="none" cap="none" strike="noStrike">
                    <a:solidFill>
                      <a:srgbClr val="FFFFCC"/>
                    </a:solidFill>
                    <a:latin typeface="Poppins ExtraBold"/>
                    <a:ea typeface="Poppins ExtraBold"/>
                    <a:cs typeface="Poppins ExtraBold"/>
                    <a:sym typeface="Poppins ExtraBold"/>
                  </a:rPr>
                  <a:t>By - Faculty Name</a:t>
                </a:r>
                <a:endParaRPr b="0" i="0" sz="5400" u="none" cap="none" strike="noStrike">
                  <a:solidFill>
                    <a:srgbClr val="FFFFCC"/>
                  </a:solidFill>
                  <a:latin typeface="Poppins ExtraBold"/>
                  <a:ea typeface="Poppins ExtraBold"/>
                  <a:cs typeface="Poppins ExtraBold"/>
                  <a:sym typeface="Poppins ExtraBold"/>
                </a:endParaRPr>
              </a:p>
            </p:txBody>
          </p:sp>
        </p:grpSp>
        <p:sp>
          <p:nvSpPr>
            <p:cNvPr id="95" name="Google Shape;95;p1"/>
            <p:cNvSpPr txBox="1"/>
            <p:nvPr/>
          </p:nvSpPr>
          <p:spPr>
            <a:xfrm>
              <a:off x="5209341" y="15364202"/>
              <a:ext cx="14582346" cy="15696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IN" sz="9600" u="none" cap="none" strike="noStrike">
                  <a:solidFill>
                    <a:srgbClr val="FFFFCC"/>
                  </a:solidFill>
                  <a:latin typeface="Poppins ExtraBold"/>
                  <a:ea typeface="Poppins ExtraBold"/>
                  <a:cs typeface="Poppins ExtraBold"/>
                  <a:sym typeface="Poppins ExtraBold"/>
                </a:rPr>
                <a:t>TOPIC</a:t>
              </a:r>
              <a:endParaRPr b="1" i="0" sz="9600" u="none" cap="none" strike="noStrike">
                <a:solidFill>
                  <a:srgbClr val="FFFFCC"/>
                </a:solidFill>
                <a:latin typeface="Poppins ExtraBold"/>
                <a:ea typeface="Poppins ExtraBold"/>
                <a:cs typeface="Poppins ExtraBold"/>
                <a:sym typeface="Poppins ExtraBold"/>
              </a:endParaRPr>
            </a:p>
          </p:txBody>
        </p:sp>
        <p:grpSp>
          <p:nvGrpSpPr>
            <p:cNvPr id="96" name="Google Shape;96;p1"/>
            <p:cNvGrpSpPr/>
            <p:nvPr/>
          </p:nvGrpSpPr>
          <p:grpSpPr>
            <a:xfrm>
              <a:off x="3952069" y="12267984"/>
              <a:ext cx="17096890" cy="1658836"/>
              <a:chOff x="4720493" y="9900791"/>
              <a:chExt cx="17096890" cy="1508033"/>
            </a:xfrm>
          </p:grpSpPr>
          <p:sp>
            <p:nvSpPr>
              <p:cNvPr id="97" name="Google Shape;97;p1"/>
              <p:cNvSpPr/>
              <p:nvPr/>
            </p:nvSpPr>
            <p:spPr>
              <a:xfrm>
                <a:off x="4720493" y="9900791"/>
                <a:ext cx="17096890" cy="1508033"/>
              </a:xfrm>
              <a:prstGeom prst="rect">
                <a:avLst/>
              </a:prstGeom>
              <a:gradFill>
                <a:gsLst>
                  <a:gs pos="0">
                    <a:schemeClr val="lt1"/>
                  </a:gs>
                  <a:gs pos="100000">
                    <a:srgbClr val="FFFFCC"/>
                  </a:gs>
                </a:gsLst>
                <a:lin ang="5400000" scaled="0"/>
              </a:gradFill>
              <a:ln cap="flat" cmpd="sng" w="19050">
                <a:solidFill>
                  <a:srgbClr val="D35100"/>
                </a:solidFill>
                <a:prstDash val="solid"/>
                <a:miter lim="8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98" name="Google Shape;98;p1"/>
              <p:cNvSpPr txBox="1"/>
              <p:nvPr/>
            </p:nvSpPr>
            <p:spPr>
              <a:xfrm>
                <a:off x="5666956" y="10277082"/>
                <a:ext cx="7044084" cy="75545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IN" sz="4800" u="none" cap="none" strike="noStrike">
                    <a:solidFill>
                      <a:srgbClr val="742400"/>
                    </a:solidFill>
                    <a:latin typeface="Poppins ExtraBold"/>
                    <a:ea typeface="Poppins ExtraBold"/>
                    <a:cs typeface="Poppins ExtraBold"/>
                    <a:sym typeface="Poppins ExtraBold"/>
                  </a:rPr>
                  <a:t>SUBJECT</a:t>
                </a:r>
                <a:endParaRPr b="0" i="0" sz="4800" u="none" cap="none" strike="noStrike">
                  <a:solidFill>
                    <a:srgbClr val="742400"/>
                  </a:solidFill>
                  <a:latin typeface="Poppins ExtraBold"/>
                  <a:ea typeface="Poppins ExtraBold"/>
                  <a:cs typeface="Poppins ExtraBold"/>
                  <a:sym typeface="Poppins ExtraBold"/>
                </a:endParaRPr>
              </a:p>
            </p:txBody>
          </p:sp>
          <p:sp>
            <p:nvSpPr>
              <p:cNvPr id="99" name="Google Shape;99;p1"/>
              <p:cNvSpPr/>
              <p:nvPr/>
            </p:nvSpPr>
            <p:spPr>
              <a:xfrm>
                <a:off x="13657503" y="10031654"/>
                <a:ext cx="7771314" cy="1246308"/>
              </a:xfrm>
              <a:prstGeom prst="rect">
                <a:avLst/>
              </a:prstGeom>
              <a:gradFill>
                <a:gsLst>
                  <a:gs pos="0">
                    <a:srgbClr val="C00000"/>
                  </a:gs>
                  <a:gs pos="50000">
                    <a:srgbClr val="FF0000"/>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100" name="Google Shape;100;p1"/>
              <p:cNvSpPr txBox="1"/>
              <p:nvPr/>
            </p:nvSpPr>
            <p:spPr>
              <a:xfrm>
                <a:off x="13962743" y="10277082"/>
                <a:ext cx="7160834" cy="75545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IN" sz="4800" u="none" cap="none" strike="noStrike">
                    <a:solidFill>
                      <a:schemeClr val="lt1"/>
                    </a:solidFill>
                    <a:latin typeface="Poppins ExtraBold"/>
                    <a:ea typeface="Poppins ExtraBold"/>
                    <a:cs typeface="Poppins ExtraBold"/>
                    <a:sym typeface="Poppins ExtraBold"/>
                  </a:rPr>
                  <a:t>Lecture-01</a:t>
                </a:r>
                <a:endParaRPr b="0" i="0" sz="4800" u="none" cap="none" strike="noStrike">
                  <a:solidFill>
                    <a:schemeClr val="lt1"/>
                  </a:solidFill>
                  <a:latin typeface="Poppins ExtraBold"/>
                  <a:ea typeface="Poppins ExtraBold"/>
                  <a:cs typeface="Poppins ExtraBold"/>
                  <a:sym typeface="Poppins ExtraBold"/>
                </a:endParaRPr>
              </a:p>
            </p:txBody>
          </p:sp>
        </p:grpSp>
      </p:grpSp>
      <p:pic>
        <p:nvPicPr>
          <p:cNvPr id="101" name="Google Shape;101;p1"/>
          <p:cNvPicPr preferRelativeResize="0"/>
          <p:nvPr/>
        </p:nvPicPr>
        <p:blipFill rotWithShape="1">
          <a:blip r:embed="rId4">
            <a:alphaModFix/>
          </a:blip>
          <a:srcRect b="0" l="10042" r="0" t="0"/>
          <a:stretch/>
        </p:blipFill>
        <p:spPr>
          <a:xfrm>
            <a:off x="23527022" y="3237541"/>
            <a:ext cx="13048978" cy="182658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sp>
        <p:nvSpPr>
          <p:cNvPr id="106" name="Google Shape;106;p2"/>
          <p:cNvSpPr/>
          <p:nvPr/>
        </p:nvSpPr>
        <p:spPr>
          <a:xfrm>
            <a:off x="1839018" y="976839"/>
            <a:ext cx="22528770" cy="2748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Arial"/>
              <a:ea typeface="Arial"/>
              <a:cs typeface="Arial"/>
              <a:sym typeface="Arial"/>
            </a:endParaRPr>
          </a:p>
        </p:txBody>
      </p:sp>
      <p:sp>
        <p:nvSpPr>
          <p:cNvPr id="107" name="Google Shape;107;p2"/>
          <p:cNvSpPr txBox="1"/>
          <p:nvPr/>
        </p:nvSpPr>
        <p:spPr>
          <a:xfrm>
            <a:off x="3579437" y="7015644"/>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6000" u="none" cap="none" strike="noStrike">
                <a:solidFill>
                  <a:srgbClr val="FFFFFF"/>
                </a:solidFill>
                <a:latin typeface="Poppins"/>
                <a:ea typeface="Poppins"/>
                <a:cs typeface="Poppins"/>
                <a:sym typeface="Poppins"/>
              </a:rPr>
              <a:t>Type option here</a:t>
            </a:r>
            <a:endParaRPr/>
          </a:p>
        </p:txBody>
      </p:sp>
      <p:sp>
        <p:nvSpPr>
          <p:cNvPr id="108" name="Google Shape;108;p2"/>
          <p:cNvSpPr/>
          <p:nvPr/>
        </p:nvSpPr>
        <p:spPr>
          <a:xfrm>
            <a:off x="1370654" y="6770978"/>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Arial"/>
              <a:ea typeface="Arial"/>
              <a:cs typeface="Arial"/>
              <a:sym typeface="Arial"/>
            </a:endParaRPr>
          </a:p>
        </p:txBody>
      </p:sp>
      <p:sp>
        <p:nvSpPr>
          <p:cNvPr id="109" name="Google Shape;109;p2"/>
          <p:cNvSpPr txBox="1"/>
          <p:nvPr/>
        </p:nvSpPr>
        <p:spPr>
          <a:xfrm>
            <a:off x="1435956" y="6877148"/>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chemeClr val="lt1"/>
                </a:solidFill>
                <a:latin typeface="Poppins"/>
                <a:ea typeface="Poppins"/>
                <a:cs typeface="Poppins"/>
                <a:sym typeface="Poppins"/>
              </a:rPr>
              <a:t>1</a:t>
            </a:r>
            <a:endParaRPr/>
          </a:p>
        </p:txBody>
      </p:sp>
      <p:sp>
        <p:nvSpPr>
          <p:cNvPr id="110" name="Google Shape;110;p2"/>
          <p:cNvSpPr txBox="1"/>
          <p:nvPr/>
        </p:nvSpPr>
        <p:spPr>
          <a:xfrm>
            <a:off x="3579437" y="9520755"/>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6000" u="none" cap="none" strike="noStrike">
                <a:solidFill>
                  <a:srgbClr val="FFFFFF"/>
                </a:solidFill>
                <a:latin typeface="Poppins"/>
                <a:ea typeface="Poppins"/>
                <a:cs typeface="Poppins"/>
                <a:sym typeface="Poppins"/>
              </a:rPr>
              <a:t>Type option here</a:t>
            </a:r>
            <a:endParaRPr/>
          </a:p>
        </p:txBody>
      </p:sp>
      <p:sp>
        <p:nvSpPr>
          <p:cNvPr id="111" name="Google Shape;111;p2"/>
          <p:cNvSpPr/>
          <p:nvPr/>
        </p:nvSpPr>
        <p:spPr>
          <a:xfrm>
            <a:off x="1370654" y="9276089"/>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Arial"/>
              <a:ea typeface="Arial"/>
              <a:cs typeface="Arial"/>
              <a:sym typeface="Arial"/>
            </a:endParaRPr>
          </a:p>
        </p:txBody>
      </p:sp>
      <p:sp>
        <p:nvSpPr>
          <p:cNvPr id="112" name="Google Shape;112;p2"/>
          <p:cNvSpPr txBox="1"/>
          <p:nvPr/>
        </p:nvSpPr>
        <p:spPr>
          <a:xfrm>
            <a:off x="1435956" y="9382259"/>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chemeClr val="lt1"/>
                </a:solidFill>
                <a:latin typeface="Poppins"/>
                <a:ea typeface="Poppins"/>
                <a:cs typeface="Poppins"/>
                <a:sym typeface="Poppins"/>
              </a:rPr>
              <a:t>2</a:t>
            </a:r>
            <a:endParaRPr b="1" i="0" sz="7200" u="none" cap="none" strike="noStrike">
              <a:solidFill>
                <a:schemeClr val="lt1"/>
              </a:solidFill>
              <a:latin typeface="Poppins"/>
              <a:ea typeface="Poppins"/>
              <a:cs typeface="Poppins"/>
              <a:sym typeface="Poppins"/>
            </a:endParaRPr>
          </a:p>
        </p:txBody>
      </p:sp>
      <p:sp>
        <p:nvSpPr>
          <p:cNvPr id="113" name="Google Shape;113;p2"/>
          <p:cNvSpPr txBox="1"/>
          <p:nvPr/>
        </p:nvSpPr>
        <p:spPr>
          <a:xfrm>
            <a:off x="3579437" y="12025866"/>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6000" u="none" cap="none" strike="noStrike">
                <a:solidFill>
                  <a:srgbClr val="FFFFFF"/>
                </a:solidFill>
                <a:latin typeface="Poppins"/>
                <a:ea typeface="Poppins"/>
                <a:cs typeface="Poppins"/>
                <a:sym typeface="Poppins"/>
              </a:rPr>
              <a:t>Type option here</a:t>
            </a:r>
            <a:endParaRPr/>
          </a:p>
        </p:txBody>
      </p:sp>
      <p:sp>
        <p:nvSpPr>
          <p:cNvPr id="114" name="Google Shape;114;p2"/>
          <p:cNvSpPr/>
          <p:nvPr/>
        </p:nvSpPr>
        <p:spPr>
          <a:xfrm>
            <a:off x="1370654" y="11781200"/>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Arial"/>
              <a:ea typeface="Arial"/>
              <a:cs typeface="Arial"/>
              <a:sym typeface="Arial"/>
            </a:endParaRPr>
          </a:p>
        </p:txBody>
      </p:sp>
      <p:sp>
        <p:nvSpPr>
          <p:cNvPr id="115" name="Google Shape;115;p2"/>
          <p:cNvSpPr txBox="1"/>
          <p:nvPr/>
        </p:nvSpPr>
        <p:spPr>
          <a:xfrm>
            <a:off x="1435956" y="11887370"/>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chemeClr val="lt1"/>
                </a:solidFill>
                <a:latin typeface="Poppins"/>
                <a:ea typeface="Poppins"/>
                <a:cs typeface="Poppins"/>
                <a:sym typeface="Poppins"/>
              </a:rPr>
              <a:t>3</a:t>
            </a:r>
            <a:endParaRPr/>
          </a:p>
        </p:txBody>
      </p:sp>
      <p:sp>
        <p:nvSpPr>
          <p:cNvPr id="116" name="Google Shape;116;p2"/>
          <p:cNvSpPr txBox="1"/>
          <p:nvPr/>
        </p:nvSpPr>
        <p:spPr>
          <a:xfrm>
            <a:off x="3579437" y="14530977"/>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6000" u="none" cap="none" strike="noStrike">
                <a:solidFill>
                  <a:srgbClr val="FFFFFF"/>
                </a:solidFill>
                <a:latin typeface="Poppins"/>
                <a:ea typeface="Poppins"/>
                <a:cs typeface="Poppins"/>
                <a:sym typeface="Poppins"/>
              </a:rPr>
              <a:t>Type option here</a:t>
            </a:r>
            <a:endParaRPr/>
          </a:p>
        </p:txBody>
      </p:sp>
      <p:sp>
        <p:nvSpPr>
          <p:cNvPr id="117" name="Google Shape;117;p2"/>
          <p:cNvSpPr/>
          <p:nvPr/>
        </p:nvSpPr>
        <p:spPr>
          <a:xfrm>
            <a:off x="1370654" y="14286311"/>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197" u="none" cap="none" strike="noStrike">
              <a:solidFill>
                <a:schemeClr val="lt1"/>
              </a:solidFill>
              <a:latin typeface="Arial"/>
              <a:ea typeface="Arial"/>
              <a:cs typeface="Arial"/>
              <a:sym typeface="Arial"/>
            </a:endParaRPr>
          </a:p>
        </p:txBody>
      </p:sp>
      <p:sp>
        <p:nvSpPr>
          <p:cNvPr id="118" name="Google Shape;118;p2"/>
          <p:cNvSpPr txBox="1"/>
          <p:nvPr/>
        </p:nvSpPr>
        <p:spPr>
          <a:xfrm>
            <a:off x="1435956" y="14392481"/>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7200" u="none" cap="none" strike="noStrike">
                <a:solidFill>
                  <a:schemeClr val="lt1"/>
                </a:solidFill>
                <a:latin typeface="Poppins"/>
                <a:ea typeface="Poppins"/>
                <a:cs typeface="Poppins"/>
                <a:sym typeface="Poppins"/>
              </a:rPr>
              <a:t>4</a:t>
            </a:r>
            <a:endParaRPr/>
          </a:p>
        </p:txBody>
      </p:sp>
      <p:sp>
        <p:nvSpPr>
          <p:cNvPr id="119" name="Google Shape;119;p2"/>
          <p:cNvSpPr txBox="1"/>
          <p:nvPr/>
        </p:nvSpPr>
        <p:spPr>
          <a:xfrm>
            <a:off x="4973181" y="1566339"/>
            <a:ext cx="16772394"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9600" u="none" cap="none" strike="noStrike">
                <a:solidFill>
                  <a:srgbClr val="262626"/>
                </a:solidFill>
                <a:latin typeface="Poppins ExtraBold"/>
                <a:ea typeface="Poppins ExtraBold"/>
                <a:cs typeface="Poppins ExtraBold"/>
                <a:sym typeface="Poppins ExtraBold"/>
              </a:rPr>
              <a:t>Recap of previous lecture</a:t>
            </a:r>
            <a:endParaRPr/>
          </a:p>
        </p:txBody>
      </p:sp>
      <p:grpSp>
        <p:nvGrpSpPr>
          <p:cNvPr id="120" name="Google Shape;120;p2"/>
          <p:cNvGrpSpPr/>
          <p:nvPr/>
        </p:nvGrpSpPr>
        <p:grpSpPr>
          <a:xfrm>
            <a:off x="640767" y="512064"/>
            <a:ext cx="3678210" cy="3678210"/>
            <a:chOff x="213589" y="170688"/>
            <a:chExt cx="1226070" cy="1226070"/>
          </a:xfrm>
        </p:grpSpPr>
        <p:sp>
          <p:nvSpPr>
            <p:cNvPr id="121" name="Google Shape;121;p2"/>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6" name="Shape 126"/>
        <p:cNvGrpSpPr/>
        <p:nvPr/>
      </p:nvGrpSpPr>
      <p:grpSpPr>
        <a:xfrm>
          <a:off x="0" y="0"/>
          <a:ext cx="0" cy="0"/>
          <a:chOff x="0" y="0"/>
          <a:chExt cx="0" cy="0"/>
        </a:xfrm>
      </p:grpSpPr>
      <p:sp>
        <p:nvSpPr>
          <p:cNvPr id="127" name="Google Shape;127;p3"/>
          <p:cNvSpPr/>
          <p:nvPr/>
        </p:nvSpPr>
        <p:spPr>
          <a:xfrm>
            <a:off x="1839018" y="976839"/>
            <a:ext cx="19756386" cy="2748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28" name="Google Shape;128;p3"/>
          <p:cNvSpPr txBox="1"/>
          <p:nvPr/>
        </p:nvSpPr>
        <p:spPr>
          <a:xfrm>
            <a:off x="3579437" y="7015644"/>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Type option here</a:t>
            </a:r>
            <a:endParaRPr/>
          </a:p>
        </p:txBody>
      </p:sp>
      <p:sp>
        <p:nvSpPr>
          <p:cNvPr id="129" name="Google Shape;129;p3"/>
          <p:cNvSpPr txBox="1"/>
          <p:nvPr/>
        </p:nvSpPr>
        <p:spPr>
          <a:xfrm>
            <a:off x="3579437" y="9520755"/>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Type option here</a:t>
            </a:r>
            <a:endParaRPr/>
          </a:p>
        </p:txBody>
      </p:sp>
      <p:sp>
        <p:nvSpPr>
          <p:cNvPr id="130" name="Google Shape;130;p3"/>
          <p:cNvSpPr txBox="1"/>
          <p:nvPr/>
        </p:nvSpPr>
        <p:spPr>
          <a:xfrm>
            <a:off x="3579437" y="12025866"/>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Type option here</a:t>
            </a:r>
            <a:endParaRPr/>
          </a:p>
        </p:txBody>
      </p:sp>
      <p:sp>
        <p:nvSpPr>
          <p:cNvPr id="131" name="Google Shape;131;p3"/>
          <p:cNvSpPr txBox="1"/>
          <p:nvPr/>
        </p:nvSpPr>
        <p:spPr>
          <a:xfrm>
            <a:off x="3579437" y="14530977"/>
            <a:ext cx="1446474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Type option here</a:t>
            </a:r>
            <a:endParaRPr/>
          </a:p>
        </p:txBody>
      </p:sp>
      <p:grpSp>
        <p:nvGrpSpPr>
          <p:cNvPr id="132" name="Google Shape;132;p3"/>
          <p:cNvGrpSpPr/>
          <p:nvPr/>
        </p:nvGrpSpPr>
        <p:grpSpPr>
          <a:xfrm>
            <a:off x="640767" y="512064"/>
            <a:ext cx="3678210" cy="3678210"/>
            <a:chOff x="213589" y="170688"/>
            <a:chExt cx="1226070" cy="1226070"/>
          </a:xfrm>
        </p:grpSpPr>
        <p:sp>
          <p:nvSpPr>
            <p:cNvPr id="133" name="Google Shape;133;p3"/>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134" name="Google Shape;134;p3"/>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35" name="Google Shape;135;p3"/>
          <p:cNvSpPr txBox="1"/>
          <p:nvPr/>
        </p:nvSpPr>
        <p:spPr>
          <a:xfrm>
            <a:off x="4973183" y="1566341"/>
            <a:ext cx="1352817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9600">
                <a:solidFill>
                  <a:srgbClr val="262626"/>
                </a:solidFill>
                <a:latin typeface="Poppins ExtraBold"/>
                <a:ea typeface="Poppins ExtraBold"/>
                <a:cs typeface="Poppins ExtraBold"/>
                <a:sym typeface="Poppins ExtraBold"/>
              </a:rPr>
              <a:t>Topics to be covered</a:t>
            </a:r>
            <a:endParaRPr/>
          </a:p>
        </p:txBody>
      </p:sp>
      <p:sp>
        <p:nvSpPr>
          <p:cNvPr id="136" name="Google Shape;136;p3"/>
          <p:cNvSpPr/>
          <p:nvPr/>
        </p:nvSpPr>
        <p:spPr>
          <a:xfrm>
            <a:off x="1370654" y="6770978"/>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37" name="Google Shape;137;p3"/>
          <p:cNvSpPr txBox="1"/>
          <p:nvPr/>
        </p:nvSpPr>
        <p:spPr>
          <a:xfrm>
            <a:off x="1435956" y="6877148"/>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1</a:t>
            </a:r>
            <a:endParaRPr/>
          </a:p>
        </p:txBody>
      </p:sp>
      <p:sp>
        <p:nvSpPr>
          <p:cNvPr id="138" name="Google Shape;138;p3"/>
          <p:cNvSpPr/>
          <p:nvPr/>
        </p:nvSpPr>
        <p:spPr>
          <a:xfrm>
            <a:off x="1370654" y="9276089"/>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39" name="Google Shape;139;p3"/>
          <p:cNvSpPr txBox="1"/>
          <p:nvPr/>
        </p:nvSpPr>
        <p:spPr>
          <a:xfrm>
            <a:off x="1435956" y="9382259"/>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2</a:t>
            </a:r>
            <a:endParaRPr b="1" sz="7200">
              <a:solidFill>
                <a:schemeClr val="lt1"/>
              </a:solidFill>
              <a:latin typeface="Poppins"/>
              <a:ea typeface="Poppins"/>
              <a:cs typeface="Poppins"/>
              <a:sym typeface="Poppins"/>
            </a:endParaRPr>
          </a:p>
        </p:txBody>
      </p:sp>
      <p:sp>
        <p:nvSpPr>
          <p:cNvPr id="140" name="Google Shape;140;p3"/>
          <p:cNvSpPr/>
          <p:nvPr/>
        </p:nvSpPr>
        <p:spPr>
          <a:xfrm>
            <a:off x="1370654" y="11781200"/>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41" name="Google Shape;141;p3"/>
          <p:cNvSpPr txBox="1"/>
          <p:nvPr/>
        </p:nvSpPr>
        <p:spPr>
          <a:xfrm>
            <a:off x="1435956" y="11887370"/>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3</a:t>
            </a:r>
            <a:endParaRPr/>
          </a:p>
        </p:txBody>
      </p:sp>
      <p:sp>
        <p:nvSpPr>
          <p:cNvPr id="142" name="Google Shape;142;p3"/>
          <p:cNvSpPr/>
          <p:nvPr/>
        </p:nvSpPr>
        <p:spPr>
          <a:xfrm>
            <a:off x="1370654" y="14286311"/>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43" name="Google Shape;143;p3"/>
          <p:cNvSpPr txBox="1"/>
          <p:nvPr/>
        </p:nvSpPr>
        <p:spPr>
          <a:xfrm>
            <a:off x="1435956" y="14392481"/>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7" name="Shape 147"/>
        <p:cNvGrpSpPr/>
        <p:nvPr/>
      </p:nvGrpSpPr>
      <p:grpSpPr>
        <a:xfrm>
          <a:off x="0" y="0"/>
          <a:ext cx="0" cy="0"/>
          <a:chOff x="0" y="0"/>
          <a:chExt cx="0" cy="0"/>
        </a:xfrm>
      </p:grpSpPr>
      <p:sp>
        <p:nvSpPr>
          <p:cNvPr id="148" name="Google Shape;148;p4"/>
          <p:cNvSpPr/>
          <p:nvPr/>
        </p:nvSpPr>
        <p:spPr>
          <a:xfrm>
            <a:off x="1839023" y="976850"/>
            <a:ext cx="14361600" cy="274860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grpSp>
        <p:nvGrpSpPr>
          <p:cNvPr id="149" name="Google Shape;149;p4"/>
          <p:cNvGrpSpPr/>
          <p:nvPr/>
        </p:nvGrpSpPr>
        <p:grpSpPr>
          <a:xfrm>
            <a:off x="640767" y="512064"/>
            <a:ext cx="3678210" cy="3678210"/>
            <a:chOff x="213589" y="170688"/>
            <a:chExt cx="1226070" cy="1226070"/>
          </a:xfrm>
        </p:grpSpPr>
        <p:sp>
          <p:nvSpPr>
            <p:cNvPr id="150" name="Google Shape;150;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151" name="Google Shape;151;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52" name="Google Shape;152;p4"/>
          <p:cNvSpPr txBox="1"/>
          <p:nvPr/>
        </p:nvSpPr>
        <p:spPr>
          <a:xfrm>
            <a:off x="4973176" y="1566351"/>
            <a:ext cx="107514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8000">
                <a:solidFill>
                  <a:srgbClr val="262626"/>
                </a:solidFill>
                <a:latin typeface="Cambria"/>
                <a:ea typeface="Cambria"/>
                <a:cs typeface="Cambria"/>
                <a:sym typeface="Cambria"/>
              </a:rPr>
              <a:t>Type Heading Here</a:t>
            </a:r>
            <a:endParaRPr sz="8000">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6" name="Shape 156"/>
        <p:cNvGrpSpPr/>
        <p:nvPr/>
      </p:nvGrpSpPr>
      <p:grpSpPr>
        <a:xfrm>
          <a:off x="0" y="0"/>
          <a:ext cx="0" cy="0"/>
          <a:chOff x="0" y="0"/>
          <a:chExt cx="0" cy="0"/>
        </a:xfrm>
      </p:grpSpPr>
      <p:sp>
        <p:nvSpPr>
          <p:cNvPr id="157" name="Google Shape;157;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200">
                <a:solidFill>
                  <a:schemeClr val="lt1"/>
                </a:solidFill>
                <a:latin typeface="Cambria"/>
                <a:ea typeface="Cambria"/>
                <a:cs typeface="Cambria"/>
                <a:sym typeface="Cambria"/>
              </a:rPr>
              <a:t>Type question here</a:t>
            </a:r>
            <a:endParaRPr sz="7200">
              <a:solidFill>
                <a:schemeClr val="lt1"/>
              </a:solidFill>
              <a:latin typeface="Cambria"/>
              <a:ea typeface="Cambria"/>
              <a:cs typeface="Cambria"/>
              <a:sym typeface="Cambria"/>
            </a:endParaRPr>
          </a:p>
        </p:txBody>
      </p:sp>
      <p:sp>
        <p:nvSpPr>
          <p:cNvPr id="158" name="Google Shape;158;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200">
                <a:solidFill>
                  <a:schemeClr val="lt1"/>
                </a:solidFill>
                <a:latin typeface="Cambria"/>
                <a:ea typeface="Cambria"/>
                <a:cs typeface="Cambria"/>
                <a:sym typeface="Cambria"/>
              </a:rPr>
              <a:t>Type option here</a:t>
            </a:r>
            <a:endParaRPr sz="7200">
              <a:solidFill>
                <a:schemeClr val="lt1"/>
              </a:solidFill>
              <a:latin typeface="Cambria"/>
              <a:ea typeface="Cambria"/>
              <a:cs typeface="Cambria"/>
              <a:sym typeface="Cambria"/>
            </a:endParaRPr>
          </a:p>
        </p:txBody>
      </p:sp>
      <p:sp>
        <p:nvSpPr>
          <p:cNvPr id="159" name="Google Shape;159;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60" name="Google Shape;160;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A</a:t>
            </a:r>
            <a:endParaRPr b="1" sz="7200">
              <a:solidFill>
                <a:schemeClr val="lt1"/>
              </a:solidFill>
              <a:latin typeface="Poppins"/>
              <a:ea typeface="Poppins"/>
              <a:cs typeface="Poppins"/>
              <a:sym typeface="Poppins"/>
            </a:endParaRPr>
          </a:p>
        </p:txBody>
      </p:sp>
      <p:sp>
        <p:nvSpPr>
          <p:cNvPr id="161" name="Google Shape;161;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200">
                <a:solidFill>
                  <a:schemeClr val="lt1"/>
                </a:solidFill>
                <a:latin typeface="Cambria"/>
                <a:ea typeface="Cambria"/>
                <a:cs typeface="Cambria"/>
                <a:sym typeface="Cambria"/>
              </a:rPr>
              <a:t>Type option here</a:t>
            </a:r>
            <a:endParaRPr sz="7200">
              <a:solidFill>
                <a:schemeClr val="lt1"/>
              </a:solidFill>
              <a:latin typeface="Cambria"/>
              <a:ea typeface="Cambria"/>
              <a:cs typeface="Cambria"/>
              <a:sym typeface="Cambria"/>
            </a:endParaRPr>
          </a:p>
        </p:txBody>
      </p:sp>
      <p:sp>
        <p:nvSpPr>
          <p:cNvPr id="162" name="Google Shape;162;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63" name="Google Shape;163;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B</a:t>
            </a:r>
            <a:endParaRPr b="1" sz="7200">
              <a:solidFill>
                <a:schemeClr val="lt1"/>
              </a:solidFill>
              <a:latin typeface="Poppins"/>
              <a:ea typeface="Poppins"/>
              <a:cs typeface="Poppins"/>
              <a:sym typeface="Poppins"/>
            </a:endParaRPr>
          </a:p>
        </p:txBody>
      </p:sp>
      <p:sp>
        <p:nvSpPr>
          <p:cNvPr id="164" name="Google Shape;164;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200">
                <a:solidFill>
                  <a:schemeClr val="lt1"/>
                </a:solidFill>
                <a:latin typeface="Cambria"/>
                <a:ea typeface="Cambria"/>
                <a:cs typeface="Cambria"/>
                <a:sym typeface="Cambria"/>
              </a:rPr>
              <a:t>Type option here</a:t>
            </a:r>
            <a:endParaRPr sz="7200">
              <a:solidFill>
                <a:schemeClr val="lt1"/>
              </a:solidFill>
              <a:latin typeface="Cambria"/>
              <a:ea typeface="Cambria"/>
              <a:cs typeface="Cambria"/>
              <a:sym typeface="Cambria"/>
            </a:endParaRPr>
          </a:p>
        </p:txBody>
      </p:sp>
      <p:sp>
        <p:nvSpPr>
          <p:cNvPr id="165" name="Google Shape;165;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66" name="Google Shape;166;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C</a:t>
            </a:r>
            <a:endParaRPr b="1" sz="7200">
              <a:solidFill>
                <a:schemeClr val="lt1"/>
              </a:solidFill>
              <a:latin typeface="Poppins"/>
              <a:ea typeface="Poppins"/>
              <a:cs typeface="Poppins"/>
              <a:sym typeface="Poppins"/>
            </a:endParaRPr>
          </a:p>
        </p:txBody>
      </p:sp>
      <p:sp>
        <p:nvSpPr>
          <p:cNvPr id="167" name="Google Shape;167;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7200">
                <a:solidFill>
                  <a:schemeClr val="lt1"/>
                </a:solidFill>
                <a:latin typeface="Cambria"/>
                <a:ea typeface="Cambria"/>
                <a:cs typeface="Cambria"/>
                <a:sym typeface="Cambria"/>
              </a:rPr>
              <a:t>Type option here</a:t>
            </a:r>
            <a:endParaRPr sz="7200">
              <a:solidFill>
                <a:schemeClr val="lt1"/>
              </a:solidFill>
              <a:latin typeface="Cambria"/>
              <a:ea typeface="Cambria"/>
              <a:cs typeface="Cambria"/>
              <a:sym typeface="Cambria"/>
            </a:endParaRPr>
          </a:p>
        </p:txBody>
      </p:sp>
      <p:sp>
        <p:nvSpPr>
          <p:cNvPr id="168" name="Google Shape;168;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69" name="Google Shape;169;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7200">
                <a:solidFill>
                  <a:schemeClr val="lt1"/>
                </a:solidFill>
                <a:latin typeface="Poppins"/>
                <a:ea typeface="Poppins"/>
                <a:cs typeface="Poppins"/>
                <a:sym typeface="Poppins"/>
              </a:rPr>
              <a:t>D</a:t>
            </a:r>
            <a:endParaRPr/>
          </a:p>
        </p:txBody>
      </p:sp>
      <p:sp>
        <p:nvSpPr>
          <p:cNvPr id="170" name="Google Shape;170;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sp>
        <p:nvSpPr>
          <p:cNvPr id="171" name="Google Shape;171;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000">
                <a:solidFill>
                  <a:srgbClr val="262626"/>
                </a:solidFill>
                <a:latin typeface="Poppins"/>
                <a:ea typeface="Poppins"/>
                <a:cs typeface="Poppins"/>
                <a:sym typeface="Poppins"/>
              </a:rPr>
              <a:t>Question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 name="Shape 175"/>
        <p:cNvGrpSpPr/>
        <p:nvPr/>
      </p:nvGrpSpPr>
      <p:grpSpPr>
        <a:xfrm>
          <a:off x="0" y="0"/>
          <a:ext cx="0" cy="0"/>
          <a:chOff x="0" y="0"/>
          <a:chExt cx="0" cy="0"/>
        </a:xfrm>
      </p:grpSpPr>
      <p:sp>
        <p:nvSpPr>
          <p:cNvPr id="176" name="Google Shape;176;p12"/>
          <p:cNvSpPr/>
          <p:nvPr/>
        </p:nvSpPr>
        <p:spPr>
          <a:xfrm>
            <a:off x="1839023" y="976839"/>
            <a:ext cx="12460641" cy="2748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grpSp>
        <p:nvGrpSpPr>
          <p:cNvPr id="177" name="Google Shape;177;p12"/>
          <p:cNvGrpSpPr/>
          <p:nvPr/>
        </p:nvGrpSpPr>
        <p:grpSpPr>
          <a:xfrm>
            <a:off x="640767" y="512064"/>
            <a:ext cx="3678210" cy="3678210"/>
            <a:chOff x="213589" y="170688"/>
            <a:chExt cx="1226070" cy="1226070"/>
          </a:xfrm>
        </p:grpSpPr>
        <p:sp>
          <p:nvSpPr>
            <p:cNvPr id="178" name="Google Shape;178;p12"/>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179" name="Google Shape;179;p12"/>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80" name="Google Shape;180;p12"/>
          <p:cNvSpPr txBox="1"/>
          <p:nvPr/>
        </p:nvSpPr>
        <p:spPr>
          <a:xfrm>
            <a:off x="4973183" y="1566341"/>
            <a:ext cx="718833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9600">
                <a:solidFill>
                  <a:srgbClr val="262626"/>
                </a:solidFill>
                <a:latin typeface="Poppins ExtraBold"/>
                <a:ea typeface="Poppins ExtraBold"/>
                <a:cs typeface="Poppins ExtraBold"/>
                <a:sym typeface="Poppins ExtraBold"/>
              </a:rPr>
              <a:t>Summary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13"/>
          <p:cNvSpPr/>
          <p:nvPr/>
        </p:nvSpPr>
        <p:spPr>
          <a:xfrm>
            <a:off x="1839023" y="976839"/>
            <a:ext cx="12635739" cy="2748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grpSp>
        <p:nvGrpSpPr>
          <p:cNvPr id="186" name="Google Shape;186;p13"/>
          <p:cNvGrpSpPr/>
          <p:nvPr/>
        </p:nvGrpSpPr>
        <p:grpSpPr>
          <a:xfrm>
            <a:off x="640767" y="512064"/>
            <a:ext cx="3678210" cy="3678210"/>
            <a:chOff x="213589" y="170688"/>
            <a:chExt cx="1226070" cy="1226070"/>
          </a:xfrm>
        </p:grpSpPr>
        <p:sp>
          <p:nvSpPr>
            <p:cNvPr id="187" name="Google Shape;187;p13"/>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188" name="Google Shape;188;p13"/>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89" name="Google Shape;189;p13"/>
          <p:cNvSpPr txBox="1"/>
          <p:nvPr/>
        </p:nvSpPr>
        <p:spPr>
          <a:xfrm>
            <a:off x="4973183" y="1566341"/>
            <a:ext cx="767601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9600">
                <a:solidFill>
                  <a:srgbClr val="262626"/>
                </a:solidFill>
                <a:latin typeface="Poppins ExtraBold"/>
                <a:ea typeface="Poppins ExtraBold"/>
                <a:cs typeface="Poppins ExtraBold"/>
                <a:sym typeface="Poppins ExtraBold"/>
              </a:rPr>
              <a:t>Homework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txBox="1"/>
          <p:nvPr/>
        </p:nvSpPr>
        <p:spPr>
          <a:xfrm>
            <a:off x="11505432" y="6643856"/>
            <a:ext cx="12435600" cy="10158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Font Type : </a:t>
            </a:r>
            <a:r>
              <a:rPr lang="en-IN" sz="5600">
                <a:solidFill>
                  <a:schemeClr val="lt1"/>
                </a:solidFill>
                <a:latin typeface="Poppins"/>
                <a:ea typeface="Poppins"/>
                <a:cs typeface="Poppins"/>
                <a:sym typeface="Poppins"/>
              </a:rPr>
              <a:t>Cambria Bold</a:t>
            </a:r>
            <a:endParaRPr sz="6000">
              <a:solidFill>
                <a:srgbClr val="FFFFFF"/>
              </a:solidFill>
              <a:latin typeface="Poppins"/>
              <a:ea typeface="Poppins"/>
              <a:cs typeface="Poppins"/>
              <a:sym typeface="Poppins"/>
            </a:endParaRPr>
          </a:p>
        </p:txBody>
      </p:sp>
      <p:sp>
        <p:nvSpPr>
          <p:cNvPr id="196" name="Google Shape;196;p14"/>
          <p:cNvSpPr txBox="1"/>
          <p:nvPr/>
        </p:nvSpPr>
        <p:spPr>
          <a:xfrm>
            <a:off x="11505432" y="8654404"/>
            <a:ext cx="7645040" cy="1015622"/>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Font Color : #FFFFFF</a:t>
            </a:r>
            <a:endParaRPr sz="6000">
              <a:solidFill>
                <a:srgbClr val="FFFFFF"/>
              </a:solidFill>
              <a:latin typeface="Poppins"/>
              <a:ea typeface="Poppins"/>
              <a:cs typeface="Poppins"/>
              <a:sym typeface="Poppins"/>
            </a:endParaRPr>
          </a:p>
        </p:txBody>
      </p:sp>
      <p:sp>
        <p:nvSpPr>
          <p:cNvPr id="197" name="Google Shape;197;p14"/>
          <p:cNvSpPr txBox="1"/>
          <p:nvPr/>
        </p:nvSpPr>
        <p:spPr>
          <a:xfrm>
            <a:off x="11505438" y="10780528"/>
            <a:ext cx="5054700" cy="10158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6000">
                <a:solidFill>
                  <a:srgbClr val="FFFFFF"/>
                </a:solidFill>
                <a:latin typeface="Poppins"/>
                <a:ea typeface="Poppins"/>
                <a:cs typeface="Poppins"/>
                <a:sym typeface="Poppins"/>
              </a:rPr>
              <a:t>Font Size : 80</a:t>
            </a:r>
            <a:endParaRPr sz="6000">
              <a:solidFill>
                <a:srgbClr val="FFFFFF"/>
              </a:solidFill>
              <a:latin typeface="Poppins"/>
              <a:ea typeface="Poppins"/>
              <a:cs typeface="Poppins"/>
              <a:sym typeface="Poppins"/>
            </a:endParaRPr>
          </a:p>
        </p:txBody>
      </p:sp>
      <p:sp>
        <p:nvSpPr>
          <p:cNvPr id="198" name="Google Shape;198;p14"/>
          <p:cNvSpPr txBox="1"/>
          <p:nvPr/>
        </p:nvSpPr>
        <p:spPr>
          <a:xfrm>
            <a:off x="951326" y="6674400"/>
            <a:ext cx="7810200" cy="9543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FF"/>
                </a:solidFill>
                <a:latin typeface="Poppins"/>
                <a:ea typeface="Poppins"/>
                <a:cs typeface="Poppins"/>
                <a:sym typeface="Poppins"/>
              </a:rPr>
              <a:t>For Normal Text</a:t>
            </a:r>
            <a:endParaRPr sz="5600">
              <a:solidFill>
                <a:srgbClr val="FFFFFF"/>
              </a:solidFill>
              <a:latin typeface="Poppins"/>
              <a:ea typeface="Poppins"/>
              <a:cs typeface="Poppins"/>
              <a:sym typeface="Poppins"/>
            </a:endParaRPr>
          </a:p>
        </p:txBody>
      </p:sp>
      <p:sp>
        <p:nvSpPr>
          <p:cNvPr id="199" name="Google Shape;199;p14"/>
          <p:cNvSpPr/>
          <p:nvPr/>
        </p:nvSpPr>
        <p:spPr>
          <a:xfrm>
            <a:off x="12236848" y="4500194"/>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spcBef>
                <a:spcPts val="0"/>
              </a:spcBef>
              <a:spcAft>
                <a:spcPts val="0"/>
              </a:spcAft>
              <a:buNone/>
            </a:pPr>
            <a:r>
              <a:t/>
            </a:r>
            <a:endParaRPr sz="5600">
              <a:solidFill>
                <a:srgbClr val="FFFFFF"/>
              </a:solidFill>
              <a:latin typeface="Calibri"/>
              <a:ea typeface="Calibri"/>
              <a:cs typeface="Calibri"/>
              <a:sym typeface="Calibri"/>
            </a:endParaRPr>
          </a:p>
        </p:txBody>
      </p:sp>
      <p:sp>
        <p:nvSpPr>
          <p:cNvPr id="200" name="Google Shape;200;p14"/>
          <p:cNvSpPr txBox="1"/>
          <p:nvPr/>
        </p:nvSpPr>
        <p:spPr>
          <a:xfrm>
            <a:off x="1322560" y="9973878"/>
            <a:ext cx="8541900" cy="9543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FF"/>
                </a:solidFill>
                <a:latin typeface="Poppins"/>
                <a:ea typeface="Poppins"/>
                <a:cs typeface="Poppins"/>
                <a:sym typeface="Poppins"/>
              </a:rPr>
              <a:t>Font Type : Cambria</a:t>
            </a:r>
            <a:endParaRPr sz="5600">
              <a:solidFill>
                <a:srgbClr val="FFFFFF"/>
              </a:solidFill>
              <a:latin typeface="Poppins"/>
              <a:ea typeface="Poppins"/>
              <a:cs typeface="Poppins"/>
              <a:sym typeface="Poppins"/>
            </a:endParaRPr>
          </a:p>
        </p:txBody>
      </p:sp>
      <p:sp>
        <p:nvSpPr>
          <p:cNvPr id="201" name="Google Shape;201;p14"/>
          <p:cNvSpPr txBox="1"/>
          <p:nvPr/>
        </p:nvSpPr>
        <p:spPr>
          <a:xfrm>
            <a:off x="1322560" y="11728202"/>
            <a:ext cx="8541912" cy="954067"/>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FF"/>
                </a:solidFill>
                <a:latin typeface="Poppins"/>
                <a:ea typeface="Poppins"/>
                <a:cs typeface="Poppins"/>
                <a:sym typeface="Poppins"/>
              </a:rPr>
              <a:t>Font Color : #FFFFFF</a:t>
            </a:r>
            <a:endParaRPr sz="5600">
              <a:solidFill>
                <a:srgbClr val="FFFFFF"/>
              </a:solidFill>
              <a:latin typeface="Poppins"/>
              <a:ea typeface="Poppins"/>
              <a:cs typeface="Poppins"/>
              <a:sym typeface="Poppins"/>
            </a:endParaRPr>
          </a:p>
        </p:txBody>
      </p:sp>
      <p:sp>
        <p:nvSpPr>
          <p:cNvPr id="202" name="Google Shape;202;p14"/>
          <p:cNvSpPr/>
          <p:nvPr/>
        </p:nvSpPr>
        <p:spPr>
          <a:xfrm>
            <a:off x="2138744" y="8022286"/>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spcBef>
                <a:spcPts val="0"/>
              </a:spcBef>
              <a:spcAft>
                <a:spcPts val="0"/>
              </a:spcAft>
              <a:buNone/>
            </a:pPr>
            <a:r>
              <a:t/>
            </a:r>
            <a:endParaRPr sz="5600">
              <a:solidFill>
                <a:srgbClr val="FFFFFF"/>
              </a:solidFill>
              <a:latin typeface="Calibri"/>
              <a:ea typeface="Calibri"/>
              <a:cs typeface="Calibri"/>
              <a:sym typeface="Calibri"/>
            </a:endParaRPr>
          </a:p>
        </p:txBody>
      </p:sp>
      <p:sp>
        <p:nvSpPr>
          <p:cNvPr id="203" name="Google Shape;203;p14"/>
          <p:cNvSpPr txBox="1"/>
          <p:nvPr/>
        </p:nvSpPr>
        <p:spPr>
          <a:xfrm>
            <a:off x="23653362" y="3799862"/>
            <a:ext cx="9930060" cy="3539390"/>
          </a:xfrm>
          <a:prstGeom prst="rect">
            <a:avLst/>
          </a:prstGeom>
          <a:noFill/>
          <a:ln>
            <a:noFill/>
          </a:ln>
        </p:spPr>
        <p:txBody>
          <a:bodyPr anchorCtr="0" anchor="t" bIns="45700" lIns="91400" spcFirstLastPara="1" rIns="91400" wrap="square" tIns="45700">
            <a:spAutoFit/>
          </a:bodyPr>
          <a:lstStyle/>
          <a:p>
            <a:pPr indent="-1016000" lvl="0" marL="1016000" marR="0" rtl="0" algn="l">
              <a:spcBef>
                <a:spcPts val="0"/>
              </a:spcBef>
              <a:spcAft>
                <a:spcPts val="0"/>
              </a:spcAft>
              <a:buClr>
                <a:srgbClr val="FFFF00"/>
              </a:buClr>
              <a:buSzPts val="1400"/>
              <a:buFont typeface="Arial"/>
              <a:buChar char="•"/>
            </a:pPr>
            <a:r>
              <a:rPr lang="en-IN" sz="5600">
                <a:solidFill>
                  <a:srgbClr val="FFFF00"/>
                </a:solidFill>
                <a:latin typeface="Cambria Math"/>
                <a:ea typeface="Cambria Math"/>
                <a:cs typeface="Cambria Math"/>
                <a:sym typeface="Cambria Math"/>
              </a:rPr>
              <a:t>Those who don’t know, Press    ( Alt ) + ( = ) button to type in Cambria Math for equations like - </a:t>
            </a:r>
            <a:endParaRPr sz="5600">
              <a:solidFill>
                <a:srgbClr val="FFFF00"/>
              </a:solidFill>
              <a:latin typeface="Cambria Math"/>
              <a:ea typeface="Cambria Math"/>
              <a:cs typeface="Cambria Math"/>
              <a:sym typeface="Cambria Math"/>
            </a:endParaRPr>
          </a:p>
        </p:txBody>
      </p:sp>
      <p:sp>
        <p:nvSpPr>
          <p:cNvPr id="204" name="Google Shape;204;p14"/>
          <p:cNvSpPr txBox="1"/>
          <p:nvPr/>
        </p:nvSpPr>
        <p:spPr>
          <a:xfrm>
            <a:off x="27182122" y="7594422"/>
            <a:ext cx="5257796" cy="923332"/>
          </a:xfrm>
          <a:prstGeom prst="rect">
            <a:avLst/>
          </a:prstGeom>
          <a:blipFill rotWithShape="1">
            <a:blip r:embed="rId3">
              <a:alphaModFix/>
            </a:blip>
            <a:stretch>
              <a:fillRect b="0" l="0" r="0" t="0"/>
            </a:stretch>
          </a:blipFill>
          <a:ln>
            <a:noFill/>
          </a:ln>
        </p:spPr>
        <p:txBody>
          <a:bodyPr anchorCtr="0" anchor="t" bIns="45700" lIns="91400" spcFirstLastPara="1" rIns="91400" wrap="square" tIns="45700">
            <a:noAutofit/>
          </a:bodyPr>
          <a:lstStyle/>
          <a:p>
            <a:pPr indent="0" lvl="0" marL="0" marR="0" rtl="0" algn="l">
              <a:spcBef>
                <a:spcPts val="0"/>
              </a:spcBef>
              <a:spcAft>
                <a:spcPts val="0"/>
              </a:spcAft>
              <a:buNone/>
            </a:pPr>
            <a:r>
              <a:rPr lang="en-IN" sz="20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205" name="Google Shape;205;p14"/>
          <p:cNvSpPr txBox="1"/>
          <p:nvPr/>
        </p:nvSpPr>
        <p:spPr>
          <a:xfrm>
            <a:off x="24629626" y="11293914"/>
            <a:ext cx="7810292" cy="954067"/>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00"/>
                </a:solidFill>
                <a:latin typeface="Cambria Math"/>
                <a:ea typeface="Cambria Math"/>
                <a:cs typeface="Cambria Math"/>
                <a:sym typeface="Cambria Math"/>
              </a:rPr>
              <a:t>Font Color :#FFFF00</a:t>
            </a:r>
            <a:endParaRPr sz="5600">
              <a:solidFill>
                <a:srgbClr val="FFFF00"/>
              </a:solidFill>
              <a:latin typeface="Cambria Math"/>
              <a:ea typeface="Cambria Math"/>
              <a:cs typeface="Cambria Math"/>
              <a:sym typeface="Cambria Math"/>
            </a:endParaRPr>
          </a:p>
        </p:txBody>
      </p:sp>
      <p:sp>
        <p:nvSpPr>
          <p:cNvPr id="206" name="Google Shape;206;p14"/>
          <p:cNvSpPr txBox="1"/>
          <p:nvPr/>
        </p:nvSpPr>
        <p:spPr>
          <a:xfrm>
            <a:off x="24629625" y="12447925"/>
            <a:ext cx="5953800" cy="9543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00"/>
                </a:solidFill>
                <a:latin typeface="Cambria Math"/>
                <a:ea typeface="Cambria Math"/>
                <a:cs typeface="Cambria Math"/>
                <a:sym typeface="Cambria Math"/>
              </a:rPr>
              <a:t>Font Size : 72</a:t>
            </a:r>
            <a:endParaRPr sz="5600">
              <a:solidFill>
                <a:srgbClr val="FFFF00"/>
              </a:solidFill>
              <a:latin typeface="Cambria Math"/>
              <a:ea typeface="Cambria Math"/>
              <a:cs typeface="Cambria Math"/>
              <a:sym typeface="Cambria Math"/>
            </a:endParaRPr>
          </a:p>
        </p:txBody>
      </p:sp>
      <p:sp>
        <p:nvSpPr>
          <p:cNvPr id="207" name="Google Shape;207;p14"/>
          <p:cNvSpPr txBox="1"/>
          <p:nvPr/>
        </p:nvSpPr>
        <p:spPr>
          <a:xfrm>
            <a:off x="24629624" y="13775786"/>
            <a:ext cx="5081584" cy="1815841"/>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00"/>
                </a:solidFill>
                <a:latin typeface="Cambria Math"/>
                <a:ea typeface="Cambria Math"/>
                <a:cs typeface="Cambria Math"/>
                <a:sym typeface="Cambria Math"/>
              </a:rPr>
              <a:t>Font Style : Italic</a:t>
            </a:r>
            <a:endParaRPr sz="5600">
              <a:solidFill>
                <a:srgbClr val="FFFF00"/>
              </a:solidFill>
              <a:latin typeface="Cambria Math"/>
              <a:ea typeface="Cambria Math"/>
              <a:cs typeface="Cambria Math"/>
              <a:sym typeface="Cambria Math"/>
            </a:endParaRPr>
          </a:p>
        </p:txBody>
      </p:sp>
      <p:sp>
        <p:nvSpPr>
          <p:cNvPr id="208" name="Google Shape;208;p14"/>
          <p:cNvSpPr/>
          <p:nvPr/>
        </p:nvSpPr>
        <p:spPr>
          <a:xfrm>
            <a:off x="29468116" y="9129878"/>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spcBef>
                <a:spcPts val="0"/>
              </a:spcBef>
              <a:spcAft>
                <a:spcPts val="0"/>
              </a:spcAft>
              <a:buNone/>
            </a:pPr>
            <a:r>
              <a:t/>
            </a:r>
            <a:endParaRPr sz="5600">
              <a:solidFill>
                <a:srgbClr val="FFFF00"/>
              </a:solidFill>
              <a:latin typeface="Cambria Math"/>
              <a:ea typeface="Cambria Math"/>
              <a:cs typeface="Cambria Math"/>
              <a:sym typeface="Cambria Math"/>
            </a:endParaRPr>
          </a:p>
        </p:txBody>
      </p:sp>
      <p:sp>
        <p:nvSpPr>
          <p:cNvPr id="209" name="Google Shape;209;p14"/>
          <p:cNvSpPr txBox="1"/>
          <p:nvPr/>
        </p:nvSpPr>
        <p:spPr>
          <a:xfrm>
            <a:off x="1376134" y="13482528"/>
            <a:ext cx="6568200" cy="954300"/>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lang="en-IN" sz="5600">
                <a:solidFill>
                  <a:srgbClr val="FFFFFF"/>
                </a:solidFill>
                <a:latin typeface="Poppins"/>
                <a:ea typeface="Poppins"/>
                <a:cs typeface="Poppins"/>
                <a:sym typeface="Poppins"/>
              </a:rPr>
              <a:t>Font Size : 72</a:t>
            </a:r>
            <a:endParaRPr sz="5600">
              <a:solidFill>
                <a:srgbClr val="FFFFFF"/>
              </a:solidFill>
              <a:latin typeface="Poppins"/>
              <a:ea typeface="Poppins"/>
              <a:cs typeface="Poppins"/>
              <a:sym typeface="Poppins"/>
            </a:endParaRPr>
          </a:p>
        </p:txBody>
      </p:sp>
      <p:sp>
        <p:nvSpPr>
          <p:cNvPr id="210" name="Google Shape;210;p14"/>
          <p:cNvSpPr/>
          <p:nvPr/>
        </p:nvSpPr>
        <p:spPr>
          <a:xfrm>
            <a:off x="1277472" y="15692720"/>
            <a:ext cx="34021056" cy="3818712"/>
          </a:xfrm>
          <a:prstGeom prst="roundRect">
            <a:avLst>
              <a:gd fmla="val 8216" name="adj"/>
            </a:avLst>
          </a:prstGeom>
          <a:solidFill>
            <a:schemeClr val="dk1">
              <a:alpha val="49803"/>
            </a:schemeClr>
          </a:solidFill>
          <a:ln cap="flat" cmpd="sng" w="38100">
            <a:solidFill>
              <a:srgbClr val="BFBFBF"/>
            </a:solidFill>
            <a:prstDash val="solid"/>
            <a:miter lim="80"/>
            <a:headEnd len="sm" w="sm" type="none"/>
            <a:tailEnd len="sm" w="sm" type="none"/>
          </a:ln>
          <a:effectLst>
            <a:outerShdw blurRad="50800" rotWithShape="0" algn="tl" dir="2700000" dist="38100">
              <a:srgbClr val="000000">
                <a:alpha val="40000"/>
              </a:srgbClr>
            </a:outerShdw>
          </a:effectLst>
        </p:spPr>
        <p:txBody>
          <a:bodyPr anchorCtr="0" anchor="ctr" bIns="45700" lIns="91400" spcFirstLastPara="1" rIns="91400" wrap="square" tIns="45700">
            <a:noAutofit/>
          </a:bodyPr>
          <a:lstStyle/>
          <a:p>
            <a:pPr indent="0" lvl="0" marL="0" marR="0" rtl="0" algn="ctr">
              <a:spcBef>
                <a:spcPts val="0"/>
              </a:spcBef>
              <a:spcAft>
                <a:spcPts val="0"/>
              </a:spcAft>
              <a:buNone/>
            </a:pPr>
            <a:r>
              <a:t/>
            </a:r>
            <a:endParaRPr sz="5600">
              <a:solidFill>
                <a:schemeClr val="lt1"/>
              </a:solidFill>
              <a:latin typeface="Arial"/>
              <a:ea typeface="Arial"/>
              <a:cs typeface="Arial"/>
              <a:sym typeface="Arial"/>
            </a:endParaRPr>
          </a:p>
        </p:txBody>
      </p:sp>
      <p:sp>
        <p:nvSpPr>
          <p:cNvPr id="211" name="Google Shape;211;p14"/>
          <p:cNvSpPr txBox="1"/>
          <p:nvPr/>
        </p:nvSpPr>
        <p:spPr>
          <a:xfrm>
            <a:off x="1814322" y="15986250"/>
            <a:ext cx="32947364" cy="3046948"/>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rPr b="1" lang="en-IN" sz="4800">
                <a:solidFill>
                  <a:srgbClr val="FFFF00"/>
                </a:solidFill>
                <a:latin typeface="Poppins"/>
                <a:ea typeface="Poppins"/>
                <a:cs typeface="Poppins"/>
                <a:sym typeface="Poppins"/>
              </a:rPr>
              <a:t>PS -</a:t>
            </a:r>
            <a:r>
              <a:rPr lang="en-IN" sz="4800">
                <a:solidFill>
                  <a:srgbClr val="FFFF00"/>
                </a:solidFill>
                <a:latin typeface="Poppins"/>
                <a:ea typeface="Poppins"/>
                <a:cs typeface="Poppins"/>
                <a:sym typeface="Poppins"/>
              </a:rPr>
              <a:t> </a:t>
            </a:r>
            <a:r>
              <a:rPr lang="en-IN" sz="4800">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lang="en-IN" sz="4800">
                <a:solidFill>
                  <a:srgbClr val="FFFF00"/>
                </a:solidFill>
                <a:latin typeface="Poppins"/>
                <a:ea typeface="Poppins"/>
                <a:cs typeface="Poppins"/>
                <a:sym typeface="Poppins"/>
              </a:rPr>
              <a:t>Do use Microsoft PowerPoint slideshow</a:t>
            </a:r>
            <a:r>
              <a:rPr b="1" lang="en-IN" sz="4800">
                <a:solidFill>
                  <a:srgbClr val="FFC000"/>
                </a:solidFill>
                <a:latin typeface="Poppins"/>
                <a:ea typeface="Poppins"/>
                <a:cs typeface="Poppins"/>
                <a:sym typeface="Poppins"/>
              </a:rPr>
              <a:t> </a:t>
            </a:r>
            <a:r>
              <a:rPr lang="en-IN" sz="4800">
                <a:solidFill>
                  <a:schemeClr val="lt1"/>
                </a:solidFill>
                <a:latin typeface="Poppins"/>
                <a:ea typeface="Poppins"/>
                <a:cs typeface="Poppins"/>
                <a:sym typeface="Poppins"/>
              </a:rPr>
              <a:t>for its best view &amp; If you have any issues, please connect with our ppt team.</a:t>
            </a:r>
            <a:endParaRPr sz="1600">
              <a:solidFill>
                <a:schemeClr val="dk1"/>
              </a:solidFill>
              <a:latin typeface="Arial"/>
              <a:ea typeface="Arial"/>
              <a:cs typeface="Arial"/>
              <a:sym typeface="Arial"/>
            </a:endParaRPr>
          </a:p>
        </p:txBody>
      </p:sp>
      <p:sp>
        <p:nvSpPr>
          <p:cNvPr id="212" name="Google Shape;212;p14"/>
          <p:cNvSpPr/>
          <p:nvPr/>
        </p:nvSpPr>
        <p:spPr>
          <a:xfrm>
            <a:off x="1839018" y="976839"/>
            <a:ext cx="18880896" cy="2748660"/>
          </a:xfrm>
          <a:prstGeom prst="roundRect">
            <a:avLst>
              <a:gd fmla="val 50000" name="adj"/>
            </a:avLst>
          </a:prstGeom>
          <a:solidFill>
            <a:srgbClr val="FFFF00"/>
          </a:soli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grpSp>
        <p:nvGrpSpPr>
          <p:cNvPr id="213" name="Google Shape;213;p14"/>
          <p:cNvGrpSpPr/>
          <p:nvPr/>
        </p:nvGrpSpPr>
        <p:grpSpPr>
          <a:xfrm>
            <a:off x="640767" y="512064"/>
            <a:ext cx="3678210" cy="3678210"/>
            <a:chOff x="213589" y="170688"/>
            <a:chExt cx="1226070" cy="1226070"/>
          </a:xfrm>
        </p:grpSpPr>
        <p:sp>
          <p:nvSpPr>
            <p:cNvPr id="214" name="Google Shape;214;p1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197">
                <a:solidFill>
                  <a:schemeClr val="lt1"/>
                </a:solidFill>
                <a:latin typeface="Arial"/>
                <a:ea typeface="Arial"/>
                <a:cs typeface="Arial"/>
                <a:sym typeface="Arial"/>
              </a:endParaRPr>
            </a:p>
          </p:txBody>
        </p:sp>
        <p:pic>
          <p:nvPicPr>
            <p:cNvPr id="215" name="Google Shape;215;p14"/>
            <p:cNvPicPr preferRelativeResize="0"/>
            <p:nvPr/>
          </p:nvPicPr>
          <p:blipFill rotWithShape="1">
            <a:blip r:embed="rId4">
              <a:alphaModFix/>
            </a:blip>
            <a:srcRect b="0" l="0" r="0" t="0"/>
            <a:stretch/>
          </p:blipFill>
          <p:spPr>
            <a:xfrm>
              <a:off x="329830" y="286929"/>
              <a:ext cx="993588" cy="993588"/>
            </a:xfrm>
            <a:prstGeom prst="ellipse">
              <a:avLst/>
            </a:prstGeom>
            <a:noFill/>
            <a:ln>
              <a:noFill/>
            </a:ln>
          </p:spPr>
        </p:pic>
      </p:grpSp>
      <p:sp>
        <p:nvSpPr>
          <p:cNvPr id="216" name="Google Shape;216;p14"/>
          <p:cNvSpPr txBox="1"/>
          <p:nvPr/>
        </p:nvSpPr>
        <p:spPr>
          <a:xfrm>
            <a:off x="4973183" y="1566341"/>
            <a:ext cx="1258329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9600">
                <a:solidFill>
                  <a:srgbClr val="262626"/>
                </a:solidFill>
                <a:latin typeface="Poppins ExtraBold"/>
                <a:ea typeface="Poppins ExtraBold"/>
                <a:cs typeface="Poppins ExtraBold"/>
                <a:sym typeface="Poppins ExtraBold"/>
              </a:rPr>
              <a:t>Type Heading Here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0" name="Shape 220"/>
        <p:cNvGrpSpPr/>
        <p:nvPr/>
      </p:nvGrpSpPr>
      <p:grpSpPr>
        <a:xfrm>
          <a:off x="0" y="0"/>
          <a:ext cx="0" cy="0"/>
          <a:chOff x="0" y="0"/>
          <a:chExt cx="0" cy="0"/>
        </a:xfrm>
      </p:grpSpPr>
      <p:sp>
        <p:nvSpPr>
          <p:cNvPr id="221" name="Google Shape;221;p15"/>
          <p:cNvSpPr/>
          <p:nvPr/>
        </p:nvSpPr>
        <p:spPr>
          <a:xfrm>
            <a:off x="6256116" y="5321468"/>
            <a:ext cx="24063768" cy="9931077"/>
          </a:xfrm>
          <a:prstGeom prst="roundRect">
            <a:avLst>
              <a:gd fmla="val 16667" name="adj"/>
            </a:avLst>
          </a:prstGeom>
          <a:solidFill>
            <a:schemeClr val="dk1">
              <a:alpha val="27058"/>
            </a:schemeClr>
          </a:solidFill>
          <a:ln cap="flat" cmpd="sng" w="1905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5400">
              <a:solidFill>
                <a:schemeClr val="lt1"/>
              </a:solidFill>
              <a:latin typeface="Arial"/>
              <a:ea typeface="Arial"/>
              <a:cs typeface="Arial"/>
              <a:sym typeface="Arial"/>
            </a:endParaRPr>
          </a:p>
        </p:txBody>
      </p:sp>
      <p:grpSp>
        <p:nvGrpSpPr>
          <p:cNvPr id="222" name="Google Shape;222;p15"/>
          <p:cNvGrpSpPr/>
          <p:nvPr/>
        </p:nvGrpSpPr>
        <p:grpSpPr>
          <a:xfrm>
            <a:off x="6852213" y="7833314"/>
            <a:ext cx="22871574" cy="6780525"/>
            <a:chOff x="3499413" y="2458723"/>
            <a:chExt cx="5193174" cy="1698103"/>
          </a:xfrm>
        </p:grpSpPr>
        <p:grpSp>
          <p:nvGrpSpPr>
            <p:cNvPr id="223" name="Google Shape;223;p15"/>
            <p:cNvGrpSpPr/>
            <p:nvPr/>
          </p:nvGrpSpPr>
          <p:grpSpPr>
            <a:xfrm>
              <a:off x="3827363" y="3465102"/>
              <a:ext cx="4607843" cy="691724"/>
              <a:chOff x="4004841" y="3465102"/>
              <a:chExt cx="4607843" cy="691724"/>
            </a:xfrm>
          </p:grpSpPr>
          <p:cxnSp>
            <p:nvCxnSpPr>
              <p:cNvPr id="224" name="Google Shape;224;p15"/>
              <p:cNvCxnSpPr/>
              <p:nvPr/>
            </p:nvCxnSpPr>
            <p:spPr>
              <a:xfrm>
                <a:off x="4004841" y="3810964"/>
                <a:ext cx="4607843" cy="0"/>
              </a:xfrm>
              <a:prstGeom prst="straightConnector1">
                <a:avLst/>
              </a:prstGeom>
              <a:noFill/>
              <a:ln cap="flat" cmpd="sng" w="25400">
                <a:solidFill>
                  <a:schemeClr val="lt1"/>
                </a:solidFill>
                <a:prstDash val="solid"/>
                <a:miter lim="8000"/>
                <a:headEnd len="sm" w="sm" type="none"/>
                <a:tailEnd len="sm" w="sm" type="none"/>
              </a:ln>
            </p:spPr>
          </p:cxnSp>
          <p:sp>
            <p:nvSpPr>
              <p:cNvPr id="225" name="Google Shape;225;p15"/>
              <p:cNvSpPr/>
              <p:nvPr/>
            </p:nvSpPr>
            <p:spPr>
              <a:xfrm>
                <a:off x="5318418" y="3465102"/>
                <a:ext cx="1941264" cy="691724"/>
              </a:xfrm>
              <a:prstGeom prst="roundRect">
                <a:avLst>
                  <a:gd fmla="val 15486" name="adj"/>
                </a:avLst>
              </a:prstGeom>
              <a:solidFill>
                <a:srgbClr val="1E0E0A"/>
              </a:solidFill>
              <a:ln cap="flat" cmpd="sng" w="3175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5400">
                  <a:solidFill>
                    <a:schemeClr val="lt1"/>
                  </a:solidFill>
                  <a:latin typeface="Arial"/>
                  <a:ea typeface="Arial"/>
                  <a:cs typeface="Arial"/>
                  <a:sym typeface="Arial"/>
                </a:endParaRPr>
              </a:p>
            </p:txBody>
          </p:sp>
          <p:sp>
            <p:nvSpPr>
              <p:cNvPr id="226" name="Google Shape;226;p15"/>
              <p:cNvSpPr/>
              <p:nvPr/>
            </p:nvSpPr>
            <p:spPr>
              <a:xfrm>
                <a:off x="5379685" y="3534185"/>
                <a:ext cx="1818729" cy="553559"/>
              </a:xfrm>
              <a:prstGeom prst="roundRect">
                <a:avLst>
                  <a:gd fmla="val 15486"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6197">
                    <a:solidFill>
                      <a:srgbClr val="1F0100"/>
                    </a:solidFill>
                    <a:latin typeface="Poppins ExtraBold"/>
                    <a:ea typeface="Poppins ExtraBold"/>
                    <a:cs typeface="Poppins ExtraBold"/>
                    <a:sym typeface="Poppins ExtraBold"/>
                  </a:rPr>
                  <a:t>You</a:t>
                </a:r>
                <a:endParaRPr/>
              </a:p>
            </p:txBody>
          </p:sp>
        </p:grpSp>
        <p:sp>
          <p:nvSpPr>
            <p:cNvPr id="227" name="Google Shape;227;p15"/>
            <p:cNvSpPr/>
            <p:nvPr/>
          </p:nvSpPr>
          <p:spPr>
            <a:xfrm>
              <a:off x="3499413" y="2458723"/>
              <a:ext cx="5193174" cy="736788"/>
            </a:xfrm>
            <a:prstGeom prst="roundRect">
              <a:avLst>
                <a:gd fmla="val 15486" name="adj"/>
              </a:avLst>
            </a:prstGeom>
            <a:no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IN" sz="49794">
                  <a:solidFill>
                    <a:srgbClr val="FFFF00"/>
                  </a:solidFill>
                  <a:latin typeface="Poppins Black"/>
                  <a:ea typeface="Poppins Black"/>
                  <a:cs typeface="Poppins Black"/>
                  <a:sym typeface="Poppins Black"/>
                </a:rPr>
                <a:t>Thank</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2025-09-20T11:39:58Z</dcterms:created>
  <dc:creator>PW Office 86</dc:creator>
</cp:coreProperties>
</file>