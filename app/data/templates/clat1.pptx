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11"/>
  </p:notesMasterIdLst>
  <p:sldIdLst>
    <p:sldId id="256" r:id="rId3"/>
    <p:sldId id="275" r:id="rId4"/>
    <p:sldId id="282" r:id="rId5"/>
    <p:sldId id="262" r:id="rId6"/>
    <p:sldId id="266" r:id="rId7"/>
    <p:sldId id="263" r:id="rId8"/>
    <p:sldId id="281" r:id="rId9"/>
    <p:sldId id="277" r:id="rId10"/>
  </p:sldIdLst>
  <p:sldSz cx="36576000" cy="20574000"/>
  <p:notesSz cx="6858000" cy="9144000"/>
  <p:embeddedFontLst>
    <p:embeddedFont>
      <p:font typeface="Cambria Math" panose="02040503050406030204" pitchFamily="18" charset="0"/>
      <p:regular r:id="rId12"/>
    </p:embeddedFont>
    <p:embeddedFont>
      <p:font typeface="Poppins ExtraBold" panose="020B0604020202020204" charset="0"/>
      <p:bold r:id="rId13"/>
      <p:italic r:id="rId14"/>
      <p:boldItalic r:id="rId15"/>
    </p:embeddedFont>
    <p:embeddedFont>
      <p:font typeface="Gadugi" panose="020B0502040204020203" pitchFamily="34" charset="0"/>
      <p:regular r:id="rId16"/>
      <p:bold r:id="rId17"/>
    </p:embeddedFont>
    <p:embeddedFont>
      <p:font typeface="Poppins SemiBold" panose="020B0604020202020204" charset="0"/>
      <p:regular r:id="rId18"/>
      <p:bold r:id="rId19"/>
      <p:italic r:id="rId20"/>
      <p:boldItalic r:id="rId21"/>
    </p:embeddedFont>
    <p:embeddedFont>
      <p:font typeface="Poppins Black" panose="020B0604020202020204" charset="0"/>
      <p:bold r:id="rId22"/>
      <p:italic r:id="rId23"/>
      <p:boldItalic r:id="rId24"/>
    </p:embeddedFont>
    <p:embeddedFont>
      <p:font typeface="Poppins" panose="020B0604020202020204" charset="0"/>
      <p:regular r:id="rId25"/>
      <p:bold r:id="rId26"/>
      <p:italic r:id="rId27"/>
      <p:boldItalic r:id="rId28"/>
    </p:embeddedFont>
    <p:embeddedFont>
      <p:font typeface="Cambria" panose="02040503050406030204" pitchFamily="18" charset="0"/>
      <p:regular r:id="rId29"/>
      <p:bold r:id="rId30"/>
      <p:italic r:id="rId31"/>
      <p:boldItalic r:id="rId32"/>
    </p:embeddedFont>
    <p:embeddedFont>
      <p:font typeface="Calibri" panose="020F0502020204030204"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80" userDrawn="1">
          <p15:clr>
            <a:srgbClr val="A4A3A4"/>
          </p15:clr>
        </p15:guide>
        <p15:guide id="2" pos="115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D00"/>
    <a:srgbClr val="141414"/>
    <a:srgbClr val="0E0E0E"/>
    <a:srgbClr val="C69607"/>
    <a:srgbClr val="9C0000"/>
    <a:srgbClr val="8C0000"/>
    <a:srgbClr val="DC0000"/>
    <a:srgbClr val="640000"/>
    <a:srgbClr val="060C17"/>
    <a:srgbClr val="0A14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1" autoAdjust="0"/>
    <p:restoredTop sz="94530"/>
  </p:normalViewPr>
  <p:slideViewPr>
    <p:cSldViewPr snapToGrid="0" showGuides="1">
      <p:cViewPr varScale="1">
        <p:scale>
          <a:sx n="22" d="100"/>
          <a:sy n="22" d="100"/>
        </p:scale>
        <p:origin x="846" y="54"/>
      </p:cViewPr>
      <p:guideLst>
        <p:guide orient="horz" pos="6480"/>
        <p:guide pos="115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9" Type="http://schemas.openxmlformats.org/officeDocument/2006/relationships/theme" Target="theme/theme1.xml"/><Relationship Id="rId21" Type="http://schemas.openxmlformats.org/officeDocument/2006/relationships/font" Target="fonts/font10.fntdata"/><Relationship Id="rId34" Type="http://schemas.openxmlformats.org/officeDocument/2006/relationships/font" Target="fonts/font23.fntdata"/><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font" Target="fonts/font22.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font" Target="fonts/font2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36" Type="http://schemas.openxmlformats.org/officeDocument/2006/relationships/font" Target="fonts/font25.fntdata"/><Relationship Id="rId10" Type="http://schemas.openxmlformats.org/officeDocument/2006/relationships/slide" Target="slides/slide8.xml"/><Relationship Id="rId19" Type="http://schemas.openxmlformats.org/officeDocument/2006/relationships/font" Target="fonts/font8.fntdata"/><Relationship Id="rId31" Type="http://schemas.openxmlformats.org/officeDocument/2006/relationships/font" Target="fonts/font20.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35" Type="http://schemas.openxmlformats.org/officeDocument/2006/relationships/font" Target="fonts/font24.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BBBBF-62FA-9C46-9276-200C323BED13}" type="datetimeFigureOut">
              <a:rPr lang="en-US" smtClean="0"/>
              <a:t>17-Jun-26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63A87-EDC9-564D-9178-84887BFBBC65}" type="slidenum">
              <a:rPr lang="en-US" smtClean="0"/>
              <a:t>‹#›</a:t>
            </a:fld>
            <a:endParaRPr lang="en-US"/>
          </a:p>
        </p:txBody>
      </p:sp>
    </p:spTree>
    <p:extLst>
      <p:ext uri="{BB962C8B-B14F-4D97-AF65-F5344CB8AC3E}">
        <p14:creationId xmlns:p14="http://schemas.microsoft.com/office/powerpoint/2010/main" val="296817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B63A87-EDC9-564D-9178-84887BFBBC6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0334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3367089"/>
            <a:ext cx="27432000" cy="7162800"/>
          </a:xfrm>
          <a:prstGeom prst="rect">
            <a:avLst/>
          </a:prstGeo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4572000" y="10806114"/>
            <a:ext cx="27432000" cy="4967286"/>
          </a:xfrm>
          <a:prstGeom prst="rect">
            <a:avLst/>
          </a:prstGeo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1762754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2514600" y="5476875"/>
            <a:ext cx="31546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67321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5129215"/>
            <a:ext cx="31546800" cy="8558211"/>
          </a:xfrm>
          <a:prstGeom prst="rect">
            <a:avLst/>
          </a:prstGeo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2495550" y="13768391"/>
            <a:ext cx="31546800" cy="4500561"/>
          </a:xfrm>
          <a:prstGeom prst="rect">
            <a:avLst/>
          </a:prstGeo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1190467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52813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095377"/>
            <a:ext cx="31546800" cy="3976689"/>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2519366" y="5043489"/>
            <a:ext cx="15473361"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2519366" y="7515225"/>
            <a:ext cx="15473361"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0" y="5043489"/>
            <a:ext cx="15549564"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8516600" y="7515225"/>
            <a:ext cx="15549564"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8" name="Footer Placeholder 7"/>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9" name="Slide Number Placeholder 8"/>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524811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4" name="Footer Placeholder 3"/>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5" name="Slide Number Placeholder 4"/>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82082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3" name="Footer Placeholder 2"/>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4" name="Slide Number Placeholder 3"/>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1938172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5549564" y="2962277"/>
            <a:ext cx="18516600" cy="14620875"/>
          </a:xfrm>
          <a:prstGeom prst="rect">
            <a:avLst/>
          </a:prstGeo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1784426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2962277"/>
            <a:ext cx="18516600" cy="14620875"/>
          </a:xfrm>
          <a:prstGeom prst="rect">
            <a:avLst/>
          </a:prstGeo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483328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514600" y="5476875"/>
            <a:ext cx="31546800" cy="130540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2198095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0" y="1095375"/>
            <a:ext cx="7886700" cy="17435514"/>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0" y="1095375"/>
            <a:ext cx="23202900" cy="174355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952834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0" y="3367089"/>
            <a:ext cx="27432000" cy="7162800"/>
          </a:xfrm>
          <a:prstGeom prst="rect">
            <a:avLst/>
          </a:prstGeo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4572000" y="10806114"/>
            <a:ext cx="27432000" cy="4967286"/>
          </a:xfrm>
          <a:prstGeom prst="rect">
            <a:avLst/>
          </a:prstGeo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973751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2514600" y="5476875"/>
            <a:ext cx="31546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2224135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0" y="5129215"/>
            <a:ext cx="31546800" cy="8558211"/>
          </a:xfrm>
          <a:prstGeom prst="rect">
            <a:avLst/>
          </a:prstGeo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2495550" y="13768391"/>
            <a:ext cx="31546800" cy="4500561"/>
          </a:xfrm>
          <a:prstGeom prst="rect">
            <a:avLst/>
          </a:prstGeo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2284632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5476875"/>
            <a:ext cx="15544800" cy="130540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4248183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095377"/>
            <a:ext cx="31546800" cy="3976689"/>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2519366" y="5043489"/>
            <a:ext cx="15473361"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2519366" y="7515225"/>
            <a:ext cx="15473361"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0" y="5043489"/>
            <a:ext cx="15549564" cy="2471736"/>
          </a:xfrm>
          <a:prstGeom prst="rect">
            <a:avLst/>
          </a:prstGeo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8516600" y="7515225"/>
            <a:ext cx="15549564" cy="1105376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8" name="Footer Placeholder 7"/>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9" name="Slide Number Placeholder 8"/>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251575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4" name="Footer Placeholder 3"/>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5" name="Slide Number Placeholder 4"/>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2118628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3" name="Footer Placeholder 2"/>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4" name="Slide Number Placeholder 3"/>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1732251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5549564" y="2962277"/>
            <a:ext cx="18516600" cy="14620875"/>
          </a:xfrm>
          <a:prstGeom prst="rect">
            <a:avLst/>
          </a:prstGeo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40275339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6" y="1371600"/>
            <a:ext cx="11796711" cy="4800600"/>
          </a:xfrm>
          <a:prstGeom prst="rect">
            <a:avLst/>
          </a:prstGeo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2962277"/>
            <a:ext cx="18516600" cy="14620875"/>
          </a:xfrm>
          <a:prstGeom prst="rect">
            <a:avLst/>
          </a:prstGeo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2519366" y="6172200"/>
            <a:ext cx="11796711" cy="11434764"/>
          </a:xfrm>
          <a:prstGeom prst="rect">
            <a:avLst/>
          </a:prstGeo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6" name="Footer Placeholder 5"/>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7" name="Slide Number Placeholder 6"/>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6390328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514600" y="1095377"/>
            <a:ext cx="31546800" cy="3976689"/>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514600" y="5476875"/>
            <a:ext cx="31546800" cy="130540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37699810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0" y="1095375"/>
            <a:ext cx="7886700" cy="17435514"/>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0" y="1095375"/>
            <a:ext cx="23202900" cy="1743551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2514600" y="19069052"/>
            <a:ext cx="8229600" cy="1095375"/>
          </a:xfrm>
          <a:prstGeom prst="rect">
            <a:avLst/>
          </a:prstGeom>
        </p:spPr>
        <p:txBody>
          <a:bodyPr/>
          <a:lstStyle/>
          <a:p>
            <a:fld id="{D9F13478-F01D-4C4A-99A5-5EF851BC56C5}" type="datetimeFigureOut">
              <a:rPr lang="en-IN" smtClean="0"/>
              <a:t>17-06-2026</a:t>
            </a:fld>
            <a:endParaRPr lang="en-IN"/>
          </a:p>
        </p:txBody>
      </p:sp>
      <p:sp>
        <p:nvSpPr>
          <p:cNvPr id="5" name="Footer Placeholder 4"/>
          <p:cNvSpPr>
            <a:spLocks noGrp="1"/>
          </p:cNvSpPr>
          <p:nvPr>
            <p:ph type="ftr" sz="quarter" idx="11"/>
          </p:nvPr>
        </p:nvSpPr>
        <p:spPr>
          <a:xfrm>
            <a:off x="12115800" y="19069052"/>
            <a:ext cx="12344400" cy="1095375"/>
          </a:xfrm>
          <a:prstGeom prst="rect">
            <a:avLst/>
          </a:prstGeom>
        </p:spPr>
        <p:txBody>
          <a:bodyPr/>
          <a:lstStyle/>
          <a:p>
            <a:endParaRPr lang="en-IN"/>
          </a:p>
        </p:txBody>
      </p:sp>
      <p:sp>
        <p:nvSpPr>
          <p:cNvPr id="6" name="Slide Number Placeholder 5"/>
          <p:cNvSpPr>
            <a:spLocks noGrp="1"/>
          </p:cNvSpPr>
          <p:nvPr>
            <p:ph type="sldNum" sz="quarter" idx="12"/>
          </p:nvPr>
        </p:nvSpPr>
        <p:spPr>
          <a:xfrm>
            <a:off x="25831800" y="19069052"/>
            <a:ext cx="8229600" cy="1095375"/>
          </a:xfrm>
          <a:prstGeom prst="rect">
            <a:avLst/>
          </a:prstGeom>
        </p:spPr>
        <p:txBody>
          <a:bodyPr/>
          <a:lstStyle/>
          <a:p>
            <a:fld id="{0D3F2877-31C6-474A-BE1D-8525C5F994EC}" type="slidenum">
              <a:rPr lang="en-IN" smtClean="0"/>
              <a:t>‹#›</a:t>
            </a:fld>
            <a:endParaRPr lang="en-IN"/>
          </a:p>
        </p:txBody>
      </p:sp>
    </p:spTree>
    <p:extLst>
      <p:ext uri="{BB962C8B-B14F-4D97-AF65-F5344CB8AC3E}">
        <p14:creationId xmlns:p14="http://schemas.microsoft.com/office/powerpoint/2010/main" val="4152276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0C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6457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5130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0866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E06A26B-5B97-D691-3D9B-2A6492C5E7DF}"/>
              </a:ext>
            </a:extLst>
          </p:cNvPr>
          <p:cNvSpPr txBox="1"/>
          <p:nvPr/>
        </p:nvSpPr>
        <p:spPr>
          <a:xfrm>
            <a:off x="6167491" y="18353091"/>
            <a:ext cx="11961929" cy="1569660"/>
          </a:xfrm>
          <a:prstGeom prst="rect">
            <a:avLst/>
          </a:prstGeom>
          <a:noFill/>
        </p:spPr>
        <p:txBody>
          <a:bodyPr wrap="none" rtlCol="0">
            <a:spAutoFit/>
          </a:bodyPr>
          <a:lstStyle/>
          <a:p>
            <a:pPr lvl="0" algn="ctr">
              <a:defRPr/>
            </a:pPr>
            <a:r>
              <a:rPr lang="en-US" sz="9600" b="1" dirty="0">
                <a:solidFill>
                  <a:prstClr val="white"/>
                </a:solidFill>
                <a:latin typeface="Poppins" pitchFamily="2" charset="77"/>
                <a:cs typeface="Poppins" pitchFamily="2" charset="77"/>
              </a:rPr>
              <a:t>By – Faculty Name</a:t>
            </a:r>
            <a:endParaRPr kumimoji="0" lang="en-US" sz="96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sp>
        <p:nvSpPr>
          <p:cNvPr id="3" name="Rounded Rectangle 2">
            <a:extLst>
              <a:ext uri="{FF2B5EF4-FFF2-40B4-BE49-F238E27FC236}">
                <a16:creationId xmlns:a16="http://schemas.microsoft.com/office/drawing/2014/main" id="{EC54F128-12AD-5F08-FA19-76EE74136992}"/>
              </a:ext>
            </a:extLst>
          </p:cNvPr>
          <p:cNvSpPr/>
          <p:nvPr/>
        </p:nvSpPr>
        <p:spPr>
          <a:xfrm>
            <a:off x="2508902" y="12518381"/>
            <a:ext cx="19279108" cy="5137184"/>
          </a:xfrm>
          <a:prstGeom prst="roundRect">
            <a:avLst>
              <a:gd name="adj" fmla="val 0"/>
            </a:avLst>
          </a:prstGeom>
          <a:solidFill>
            <a:schemeClr val="tx1">
              <a:alpha val="70000"/>
            </a:schemeClr>
          </a:solidFill>
          <a:ln w="50800">
            <a:gradFill>
              <a:gsLst>
                <a:gs pos="50000">
                  <a:schemeClr val="bg1"/>
                </a:gs>
                <a:gs pos="0">
                  <a:schemeClr val="tx1">
                    <a:lumMod val="75000"/>
                    <a:lumOff val="25000"/>
                  </a:schemeClr>
                </a:gs>
                <a:gs pos="99000">
                  <a:schemeClr val="tx1">
                    <a:lumMod val="75000"/>
                    <a:lumOff val="2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9CABF17B-1AEF-9DE7-F603-A4445AAF2B36}"/>
              </a:ext>
            </a:extLst>
          </p:cNvPr>
          <p:cNvSpPr txBox="1"/>
          <p:nvPr/>
        </p:nvSpPr>
        <p:spPr>
          <a:xfrm>
            <a:off x="10348925" y="14746868"/>
            <a:ext cx="3599062" cy="1569660"/>
          </a:xfrm>
          <a:prstGeom prst="rect">
            <a:avLst/>
          </a:prstGeom>
          <a:noFill/>
        </p:spPr>
        <p:txBody>
          <a:bodyPr wrap="none" rtlCol="0">
            <a:spAutoFit/>
          </a:bodyPr>
          <a:lstStyle/>
          <a:p>
            <a:pPr lvl="0" algn="ctr">
              <a:defRPr/>
            </a:pPr>
            <a:r>
              <a:rPr lang="en-US" sz="9600" b="1" dirty="0">
                <a:solidFill>
                  <a:srgbClr val="FFFD31"/>
                </a:solidFill>
                <a:latin typeface="Poppins SemiBold" pitchFamily="2" charset="77"/>
                <a:cs typeface="Poppins SemiBold" pitchFamily="2" charset="77"/>
              </a:rPr>
              <a:t>Topic</a:t>
            </a:r>
            <a:endParaRPr kumimoji="0" lang="en-US" sz="9600" b="1" i="0" u="none" strike="noStrike" kern="1200" cap="none" spc="0" normalizeH="0" baseline="0" noProof="0" dirty="0">
              <a:ln>
                <a:noFill/>
              </a:ln>
              <a:solidFill>
                <a:srgbClr val="FFFD31"/>
              </a:solidFill>
              <a:effectLst/>
              <a:uLnTx/>
              <a:uFillTx/>
              <a:latin typeface="Poppins SemiBold" pitchFamily="2" charset="77"/>
              <a:ea typeface="+mn-ea"/>
              <a:cs typeface="Poppins SemiBold" pitchFamily="2" charset="77"/>
            </a:endParaRPr>
          </a:p>
        </p:txBody>
      </p:sp>
      <p:sp>
        <p:nvSpPr>
          <p:cNvPr id="2" name="Rounded Rectangle 1">
            <a:extLst>
              <a:ext uri="{FF2B5EF4-FFF2-40B4-BE49-F238E27FC236}">
                <a16:creationId xmlns:a16="http://schemas.microsoft.com/office/drawing/2014/main" id="{D1CBFF79-D759-A2DD-5516-41F9215F3FBF}"/>
              </a:ext>
            </a:extLst>
          </p:cNvPr>
          <p:cNvSpPr/>
          <p:nvPr/>
        </p:nvSpPr>
        <p:spPr>
          <a:xfrm>
            <a:off x="4768784" y="11820856"/>
            <a:ext cx="6476768" cy="1586975"/>
          </a:xfrm>
          <a:prstGeom prst="roundRect">
            <a:avLst>
              <a:gd name="adj" fmla="val 0"/>
            </a:avLst>
          </a:prstGeom>
          <a:solidFill>
            <a:schemeClr val="bg1"/>
          </a:solidFill>
          <a:ln w="508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A649102D-FE0A-155F-0F7A-FF744D162DB8}"/>
              </a:ext>
            </a:extLst>
          </p:cNvPr>
          <p:cNvSpPr txBox="1"/>
          <p:nvPr/>
        </p:nvSpPr>
        <p:spPr>
          <a:xfrm>
            <a:off x="6291795" y="12060346"/>
            <a:ext cx="3430747" cy="1107996"/>
          </a:xfrm>
          <a:prstGeom prst="rect">
            <a:avLst/>
          </a:prstGeom>
          <a:noFill/>
        </p:spPr>
        <p:txBody>
          <a:bodyPr wrap="none" rtlCol="0">
            <a:spAutoFit/>
          </a:bodyPr>
          <a:lstStyle/>
          <a:p>
            <a:pPr lvl="0" algn="ctr">
              <a:defRPr/>
            </a:pPr>
            <a:r>
              <a:rPr lang="en-US" sz="6600" b="1" dirty="0">
                <a:solidFill>
                  <a:prstClr val="black"/>
                </a:solidFill>
                <a:latin typeface="Poppins SemiBold" pitchFamily="2" charset="77"/>
                <a:cs typeface="Poppins SemiBold" pitchFamily="2" charset="77"/>
              </a:rPr>
              <a:t>Subject</a:t>
            </a:r>
            <a:endParaRPr kumimoji="0" lang="en-US" sz="66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endParaRPr>
          </a:p>
        </p:txBody>
      </p:sp>
      <p:sp>
        <p:nvSpPr>
          <p:cNvPr id="12" name="Rounded Rectangle 11">
            <a:extLst>
              <a:ext uri="{FF2B5EF4-FFF2-40B4-BE49-F238E27FC236}">
                <a16:creationId xmlns:a16="http://schemas.microsoft.com/office/drawing/2014/main" id="{6C9C6C39-968A-EF20-6CD1-CB01E11DE12C}"/>
              </a:ext>
            </a:extLst>
          </p:cNvPr>
          <p:cNvSpPr/>
          <p:nvPr/>
        </p:nvSpPr>
        <p:spPr>
          <a:xfrm>
            <a:off x="11691238" y="11820856"/>
            <a:ext cx="7836891" cy="1586975"/>
          </a:xfrm>
          <a:prstGeom prst="roundRect">
            <a:avLst>
              <a:gd name="adj" fmla="val 0"/>
            </a:avLst>
          </a:prstGeom>
          <a:solidFill>
            <a:schemeClr val="bg1"/>
          </a:solidFill>
          <a:ln w="508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457386D5-29ED-55F2-635B-6ECA00C7ACA6}"/>
              </a:ext>
            </a:extLst>
          </p:cNvPr>
          <p:cNvSpPr txBox="1"/>
          <p:nvPr/>
        </p:nvSpPr>
        <p:spPr>
          <a:xfrm>
            <a:off x="13055939" y="12060346"/>
            <a:ext cx="5107488" cy="1107996"/>
          </a:xfrm>
          <a:prstGeom prst="rect">
            <a:avLst/>
          </a:prstGeom>
          <a:noFill/>
        </p:spPr>
        <p:txBody>
          <a:bodyPr wrap="none" rtlCol="0">
            <a:spAutoFit/>
          </a:bodyPr>
          <a:lstStyle/>
          <a:p>
            <a:pPr lvl="0" algn="ctr">
              <a:defRPr/>
            </a:pPr>
            <a:r>
              <a:rPr lang="en-US" sz="6600" b="1" dirty="0">
                <a:solidFill>
                  <a:prstClr val="black"/>
                </a:solidFill>
                <a:latin typeface="Poppins SemiBold" pitchFamily="2" charset="77"/>
                <a:cs typeface="Poppins SemiBold" pitchFamily="2" charset="77"/>
              </a:rPr>
              <a:t>Lecture - 01</a:t>
            </a:r>
            <a:endParaRPr kumimoji="0" lang="en-US" sz="6600" b="1" i="0" u="none" strike="noStrike" kern="1200" cap="none" spc="0" normalizeH="0" baseline="0" noProof="0" dirty="0">
              <a:ln>
                <a:noFill/>
              </a:ln>
              <a:solidFill>
                <a:prstClr val="black"/>
              </a:solidFill>
              <a:effectLst/>
              <a:uLnTx/>
              <a:uFillTx/>
              <a:latin typeface="Poppins SemiBold" pitchFamily="2" charset="77"/>
              <a:ea typeface="+mn-ea"/>
              <a:cs typeface="Poppins SemiBold" pitchFamily="2" charset="77"/>
            </a:endParaRPr>
          </a:p>
        </p:txBody>
      </p:sp>
      <p:pic>
        <p:nvPicPr>
          <p:cNvPr id="6" name="Picture 2">
            <a:extLst>
              <a:ext uri="{FF2B5EF4-FFF2-40B4-BE49-F238E27FC236}">
                <a16:creationId xmlns:a16="http://schemas.microsoft.com/office/drawing/2014/main" id="{7D05D8F0-58F3-419B-BA53-797CE400374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0208719" y="-198287"/>
            <a:ext cx="18193252" cy="2290948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4CB6759F-5216-3005-150D-E1ECE1A3A9A7}"/>
              </a:ext>
            </a:extLst>
          </p:cNvPr>
          <p:cNvGrpSpPr/>
          <p:nvPr/>
        </p:nvGrpSpPr>
        <p:grpSpPr>
          <a:xfrm>
            <a:off x="33588957" y="-120444"/>
            <a:ext cx="2346273" cy="3256442"/>
            <a:chOff x="33588957" y="-120444"/>
            <a:chExt cx="2346273" cy="3256442"/>
          </a:xfrm>
        </p:grpSpPr>
        <p:sp>
          <p:nvSpPr>
            <p:cNvPr id="20" name="Round Same Side Corner Rectangle 19">
              <a:extLst>
                <a:ext uri="{FF2B5EF4-FFF2-40B4-BE49-F238E27FC236}">
                  <a16:creationId xmlns:a16="http://schemas.microsoft.com/office/drawing/2014/main" id="{71A7D9F8-9A18-E551-D1F5-9849295CEAB2}"/>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white circle with a black letter in it&#10;&#10;AI-generated content may be incorrect.">
              <a:extLst>
                <a:ext uri="{FF2B5EF4-FFF2-40B4-BE49-F238E27FC236}">
                  <a16:creationId xmlns:a16="http://schemas.microsoft.com/office/drawing/2014/main" id="{CF06531E-5A5C-2067-2826-FB6CE8D972B2}"/>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grpSp>
    </p:spTree>
    <p:extLst>
      <p:ext uri="{BB962C8B-B14F-4D97-AF65-F5344CB8AC3E}">
        <p14:creationId xmlns:p14="http://schemas.microsoft.com/office/powerpoint/2010/main" val="3763592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4FC5F4A-3426-2147-BDD1-851AD679E632}"/>
              </a:ext>
            </a:extLst>
          </p:cNvPr>
          <p:cNvSpPr/>
          <p:nvPr/>
        </p:nvSpPr>
        <p:spPr>
          <a:xfrm>
            <a:off x="1839018" y="976839"/>
            <a:ext cx="22528770" cy="2748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25" name="TextBox 24">
            <a:extLst>
              <a:ext uri="{FF2B5EF4-FFF2-40B4-BE49-F238E27FC236}">
                <a16:creationId xmlns:a16="http://schemas.microsoft.com/office/drawing/2014/main" id="{2F26D682-371E-DE75-D9CB-AF98137B4F4E}"/>
              </a:ext>
            </a:extLst>
          </p:cNvPr>
          <p:cNvSpPr txBox="1"/>
          <p:nvPr/>
        </p:nvSpPr>
        <p:spPr>
          <a:xfrm>
            <a:off x="3579434" y="6928558"/>
            <a:ext cx="14464749" cy="1323439"/>
          </a:xfrm>
          <a:prstGeom prst="rect">
            <a:avLst/>
          </a:prstGeom>
          <a:noFill/>
        </p:spPr>
        <p:txBody>
          <a:bodyPr wrap="square" rtlCol="0">
            <a:spAutoFit/>
          </a:bodyPr>
          <a:lstStyle/>
          <a:p>
            <a:pPr>
              <a:defRPr/>
            </a:pP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option here</a:t>
            </a:r>
          </a:p>
        </p:txBody>
      </p:sp>
      <p:sp>
        <p:nvSpPr>
          <p:cNvPr id="27" name="Oval 26">
            <a:extLst>
              <a:ext uri="{FF2B5EF4-FFF2-40B4-BE49-F238E27FC236}">
                <a16:creationId xmlns:a16="http://schemas.microsoft.com/office/drawing/2014/main" id="{15611268-4AA2-4985-21C8-07AFB3913959}"/>
              </a:ext>
            </a:extLst>
          </p:cNvPr>
          <p:cNvSpPr/>
          <p:nvPr/>
        </p:nvSpPr>
        <p:spPr>
          <a:xfrm>
            <a:off x="1370651" y="6770975"/>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28" name="TextBox 27">
            <a:extLst>
              <a:ext uri="{FF2B5EF4-FFF2-40B4-BE49-F238E27FC236}">
                <a16:creationId xmlns:a16="http://schemas.microsoft.com/office/drawing/2014/main" id="{EDF7AC4A-5EC0-A116-85D1-47C9034A7DA1}"/>
              </a:ext>
            </a:extLst>
          </p:cNvPr>
          <p:cNvSpPr txBox="1"/>
          <p:nvPr/>
        </p:nvSpPr>
        <p:spPr>
          <a:xfrm>
            <a:off x="1435959" y="7056567"/>
            <a:ext cx="1466724" cy="1200329"/>
          </a:xfrm>
          <a:prstGeom prst="rect">
            <a:avLst/>
          </a:prstGeom>
          <a:noFill/>
        </p:spPr>
        <p:txBody>
          <a:bodyPr wrap="square" rtlCol="0">
            <a:spAutoFit/>
          </a:bodyPr>
          <a:lstStyle/>
          <a:p>
            <a:pPr algn="ctr">
              <a:defRPr/>
            </a:pPr>
            <a:r>
              <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1</a:t>
            </a:r>
          </a:p>
        </p:txBody>
      </p:sp>
      <p:sp>
        <p:nvSpPr>
          <p:cNvPr id="4" name="TextBox 3">
            <a:extLst>
              <a:ext uri="{FF2B5EF4-FFF2-40B4-BE49-F238E27FC236}">
                <a16:creationId xmlns:a16="http://schemas.microsoft.com/office/drawing/2014/main" id="{C11CACCC-1264-5B4B-D2F3-A6082862EC40}"/>
              </a:ext>
            </a:extLst>
          </p:cNvPr>
          <p:cNvSpPr txBox="1"/>
          <p:nvPr/>
        </p:nvSpPr>
        <p:spPr>
          <a:xfrm>
            <a:off x="4973181" y="1653425"/>
            <a:ext cx="16772394" cy="1323439"/>
          </a:xfrm>
          <a:prstGeom prst="rect">
            <a:avLst/>
          </a:prstGeom>
          <a:noFill/>
        </p:spPr>
        <p:txBody>
          <a:bodyPr wrap="square" rtlCol="0">
            <a:spAutoFit/>
          </a:bodyPr>
          <a:lstStyle/>
          <a:p>
            <a:r>
              <a:rPr lang="en-IN" sz="80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rPr>
              <a:t>Recap of previous lecture</a:t>
            </a:r>
          </a:p>
        </p:txBody>
      </p:sp>
      <p:grpSp>
        <p:nvGrpSpPr>
          <p:cNvPr id="3" name="Group 2">
            <a:extLst>
              <a:ext uri="{FF2B5EF4-FFF2-40B4-BE49-F238E27FC236}">
                <a16:creationId xmlns:a16="http://schemas.microsoft.com/office/drawing/2014/main" id="{F531B2B4-37CC-5892-C62D-02775D49DD06}"/>
              </a:ext>
            </a:extLst>
          </p:cNvPr>
          <p:cNvGrpSpPr/>
          <p:nvPr/>
        </p:nvGrpSpPr>
        <p:grpSpPr>
          <a:xfrm>
            <a:off x="640767" y="512064"/>
            <a:ext cx="3678210" cy="3678210"/>
            <a:chOff x="213589" y="170688"/>
            <a:chExt cx="1226070" cy="1226070"/>
          </a:xfrm>
        </p:grpSpPr>
        <p:sp>
          <p:nvSpPr>
            <p:cNvPr id="9" name="Oval 8">
              <a:extLst>
                <a:ext uri="{FF2B5EF4-FFF2-40B4-BE49-F238E27FC236}">
                  <a16:creationId xmlns:a16="http://schemas.microsoft.com/office/drawing/2014/main" id="{100D4E11-E6A0-C60C-0966-FCAECAE122DA}"/>
                </a:ext>
              </a:extLst>
            </p:cNvPr>
            <p:cNvSpPr/>
            <p:nvPr/>
          </p:nvSpPr>
          <p:spPr>
            <a:xfrm>
              <a:off x="213589" y="170688"/>
              <a:ext cx="1226070" cy="1226070"/>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0" dirty="0"/>
            </a:p>
          </p:txBody>
        </p:sp>
        <p:pic>
          <p:nvPicPr>
            <p:cNvPr id="10" name="Picture 9">
              <a:extLst>
                <a:ext uri="{FF2B5EF4-FFF2-40B4-BE49-F238E27FC236}">
                  <a16:creationId xmlns:a16="http://schemas.microsoft.com/office/drawing/2014/main" id="{692E604F-1812-5CE9-67B1-9D09CA0301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9830" y="286929"/>
              <a:ext cx="993588" cy="993588"/>
            </a:xfrm>
            <a:prstGeom prst="ellipse">
              <a:avLst/>
            </a:prstGeom>
          </p:spPr>
        </p:pic>
      </p:grpSp>
      <p:grpSp>
        <p:nvGrpSpPr>
          <p:cNvPr id="6" name="Group 5">
            <a:extLst>
              <a:ext uri="{FF2B5EF4-FFF2-40B4-BE49-F238E27FC236}">
                <a16:creationId xmlns:a16="http://schemas.microsoft.com/office/drawing/2014/main" id="{61CAC19B-7A47-E2A6-D635-115A6793D58F}"/>
              </a:ext>
            </a:extLst>
          </p:cNvPr>
          <p:cNvGrpSpPr/>
          <p:nvPr/>
        </p:nvGrpSpPr>
        <p:grpSpPr>
          <a:xfrm>
            <a:off x="33588957" y="-120444"/>
            <a:ext cx="2346273" cy="3256442"/>
            <a:chOff x="33588957" y="-120444"/>
            <a:chExt cx="2346273" cy="3256442"/>
          </a:xfrm>
        </p:grpSpPr>
        <p:sp>
          <p:nvSpPr>
            <p:cNvPr id="5" name="Round Same Side Corner Rectangle 4">
              <a:extLst>
                <a:ext uri="{FF2B5EF4-FFF2-40B4-BE49-F238E27FC236}">
                  <a16:creationId xmlns:a16="http://schemas.microsoft.com/office/drawing/2014/main" id="{BD5BF057-1838-7180-EDA7-DE1A573DAB2D}"/>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circle with a black letter in it&#10;&#10;AI-generated content may be incorrect.">
              <a:extLst>
                <a:ext uri="{FF2B5EF4-FFF2-40B4-BE49-F238E27FC236}">
                  <a16:creationId xmlns:a16="http://schemas.microsoft.com/office/drawing/2014/main" id="{9FA05AA7-F816-91BF-DE0F-D3F03D90E28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grpSp>
    </p:spTree>
    <p:extLst>
      <p:ext uri="{BB962C8B-B14F-4D97-AF65-F5344CB8AC3E}">
        <p14:creationId xmlns:p14="http://schemas.microsoft.com/office/powerpoint/2010/main" val="343820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4FC5F4A-3426-2147-BDD1-851AD679E632}"/>
              </a:ext>
            </a:extLst>
          </p:cNvPr>
          <p:cNvSpPr/>
          <p:nvPr/>
        </p:nvSpPr>
        <p:spPr>
          <a:xfrm>
            <a:off x="1839018" y="976839"/>
            <a:ext cx="17276296" cy="2748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25" name="TextBox 24">
            <a:extLst>
              <a:ext uri="{FF2B5EF4-FFF2-40B4-BE49-F238E27FC236}">
                <a16:creationId xmlns:a16="http://schemas.microsoft.com/office/drawing/2014/main" id="{2F26D682-371E-DE75-D9CB-AF98137B4F4E}"/>
              </a:ext>
            </a:extLst>
          </p:cNvPr>
          <p:cNvSpPr txBox="1"/>
          <p:nvPr/>
        </p:nvSpPr>
        <p:spPr>
          <a:xfrm>
            <a:off x="3579434" y="6928558"/>
            <a:ext cx="14464749" cy="1323439"/>
          </a:xfrm>
          <a:prstGeom prst="rect">
            <a:avLst/>
          </a:prstGeom>
          <a:noFill/>
        </p:spPr>
        <p:txBody>
          <a:bodyPr wrap="square" rtlCol="0">
            <a:spAutoFit/>
          </a:bodyPr>
          <a:lstStyle/>
          <a:p>
            <a:pPr>
              <a:defRPr/>
            </a:pP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option here</a:t>
            </a:r>
          </a:p>
        </p:txBody>
      </p:sp>
      <p:sp>
        <p:nvSpPr>
          <p:cNvPr id="27" name="Oval 26">
            <a:extLst>
              <a:ext uri="{FF2B5EF4-FFF2-40B4-BE49-F238E27FC236}">
                <a16:creationId xmlns:a16="http://schemas.microsoft.com/office/drawing/2014/main" id="{15611268-4AA2-4985-21C8-07AFB3913959}"/>
              </a:ext>
            </a:extLst>
          </p:cNvPr>
          <p:cNvSpPr/>
          <p:nvPr/>
        </p:nvSpPr>
        <p:spPr>
          <a:xfrm>
            <a:off x="1370651" y="6770975"/>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28" name="TextBox 27">
            <a:extLst>
              <a:ext uri="{FF2B5EF4-FFF2-40B4-BE49-F238E27FC236}">
                <a16:creationId xmlns:a16="http://schemas.microsoft.com/office/drawing/2014/main" id="{EDF7AC4A-5EC0-A116-85D1-47C9034A7DA1}"/>
              </a:ext>
            </a:extLst>
          </p:cNvPr>
          <p:cNvSpPr txBox="1"/>
          <p:nvPr/>
        </p:nvSpPr>
        <p:spPr>
          <a:xfrm>
            <a:off x="1435959" y="7056567"/>
            <a:ext cx="1466724" cy="1200329"/>
          </a:xfrm>
          <a:prstGeom prst="rect">
            <a:avLst/>
          </a:prstGeom>
          <a:noFill/>
        </p:spPr>
        <p:txBody>
          <a:bodyPr wrap="square" rtlCol="0">
            <a:spAutoFit/>
          </a:bodyPr>
          <a:lstStyle/>
          <a:p>
            <a:pPr algn="ctr">
              <a:defRPr/>
            </a:pPr>
            <a:r>
              <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1</a:t>
            </a:r>
          </a:p>
        </p:txBody>
      </p:sp>
      <p:sp>
        <p:nvSpPr>
          <p:cNvPr id="4" name="TextBox 3">
            <a:extLst>
              <a:ext uri="{FF2B5EF4-FFF2-40B4-BE49-F238E27FC236}">
                <a16:creationId xmlns:a16="http://schemas.microsoft.com/office/drawing/2014/main" id="{C11CACCC-1264-5B4B-D2F3-A6082862EC40}"/>
              </a:ext>
            </a:extLst>
          </p:cNvPr>
          <p:cNvSpPr txBox="1"/>
          <p:nvPr/>
        </p:nvSpPr>
        <p:spPr>
          <a:xfrm>
            <a:off x="4973181" y="1696968"/>
            <a:ext cx="11703733" cy="1323439"/>
          </a:xfrm>
          <a:prstGeom prst="rect">
            <a:avLst/>
          </a:prstGeom>
          <a:noFill/>
        </p:spPr>
        <p:txBody>
          <a:bodyPr wrap="square" rtlCol="0">
            <a:spAutoFit/>
          </a:bodyPr>
          <a:lstStyle/>
          <a:p>
            <a:r>
              <a:rPr lang="en-IN" sz="80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rPr>
              <a:t>Topics to be covered</a:t>
            </a:r>
            <a:endParaRPr lang="en-IN" sz="80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endParaRPr>
          </a:p>
        </p:txBody>
      </p:sp>
      <p:grpSp>
        <p:nvGrpSpPr>
          <p:cNvPr id="3" name="Group 2">
            <a:extLst>
              <a:ext uri="{FF2B5EF4-FFF2-40B4-BE49-F238E27FC236}">
                <a16:creationId xmlns:a16="http://schemas.microsoft.com/office/drawing/2014/main" id="{F531B2B4-37CC-5892-C62D-02775D49DD06}"/>
              </a:ext>
            </a:extLst>
          </p:cNvPr>
          <p:cNvGrpSpPr/>
          <p:nvPr/>
        </p:nvGrpSpPr>
        <p:grpSpPr>
          <a:xfrm>
            <a:off x="640767" y="512064"/>
            <a:ext cx="3678210" cy="3678210"/>
            <a:chOff x="213589" y="170688"/>
            <a:chExt cx="1226070" cy="1226070"/>
          </a:xfrm>
        </p:grpSpPr>
        <p:sp>
          <p:nvSpPr>
            <p:cNvPr id="9" name="Oval 8">
              <a:extLst>
                <a:ext uri="{FF2B5EF4-FFF2-40B4-BE49-F238E27FC236}">
                  <a16:creationId xmlns:a16="http://schemas.microsoft.com/office/drawing/2014/main" id="{100D4E11-E6A0-C60C-0966-FCAECAE122DA}"/>
                </a:ext>
              </a:extLst>
            </p:cNvPr>
            <p:cNvSpPr/>
            <p:nvPr/>
          </p:nvSpPr>
          <p:spPr>
            <a:xfrm>
              <a:off x="213589" y="170688"/>
              <a:ext cx="1226070" cy="1226070"/>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0" dirty="0"/>
            </a:p>
          </p:txBody>
        </p:sp>
        <p:pic>
          <p:nvPicPr>
            <p:cNvPr id="10" name="Picture 9">
              <a:extLst>
                <a:ext uri="{FF2B5EF4-FFF2-40B4-BE49-F238E27FC236}">
                  <a16:creationId xmlns:a16="http://schemas.microsoft.com/office/drawing/2014/main" id="{692E604F-1812-5CE9-67B1-9D09CA0301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9830" y="286929"/>
              <a:ext cx="993588" cy="993588"/>
            </a:xfrm>
            <a:prstGeom prst="ellipse">
              <a:avLst/>
            </a:prstGeom>
          </p:spPr>
        </p:pic>
      </p:grpSp>
      <p:grpSp>
        <p:nvGrpSpPr>
          <p:cNvPr id="6" name="Group 5">
            <a:extLst>
              <a:ext uri="{FF2B5EF4-FFF2-40B4-BE49-F238E27FC236}">
                <a16:creationId xmlns:a16="http://schemas.microsoft.com/office/drawing/2014/main" id="{61CAC19B-7A47-E2A6-D635-115A6793D58F}"/>
              </a:ext>
            </a:extLst>
          </p:cNvPr>
          <p:cNvGrpSpPr/>
          <p:nvPr/>
        </p:nvGrpSpPr>
        <p:grpSpPr>
          <a:xfrm>
            <a:off x="33588957" y="-120444"/>
            <a:ext cx="2346273" cy="3256442"/>
            <a:chOff x="33588957" y="-120444"/>
            <a:chExt cx="2346273" cy="3256442"/>
          </a:xfrm>
        </p:grpSpPr>
        <p:sp>
          <p:nvSpPr>
            <p:cNvPr id="5" name="Round Same Side Corner Rectangle 4">
              <a:extLst>
                <a:ext uri="{FF2B5EF4-FFF2-40B4-BE49-F238E27FC236}">
                  <a16:creationId xmlns:a16="http://schemas.microsoft.com/office/drawing/2014/main" id="{BD5BF057-1838-7180-EDA7-DE1A573DAB2D}"/>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circle with a black letter in it&#10;&#10;AI-generated content may be incorrect.">
              <a:extLst>
                <a:ext uri="{FF2B5EF4-FFF2-40B4-BE49-F238E27FC236}">
                  <a16:creationId xmlns:a16="http://schemas.microsoft.com/office/drawing/2014/main" id="{9FA05AA7-F816-91BF-DE0F-D3F03D90E28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grpSp>
    </p:spTree>
    <p:extLst>
      <p:ext uri="{BB962C8B-B14F-4D97-AF65-F5344CB8AC3E}">
        <p14:creationId xmlns:p14="http://schemas.microsoft.com/office/powerpoint/2010/main" val="2131230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4" name="Rectangle: Rounded Corners 1">
            <a:extLst>
              <a:ext uri="{FF2B5EF4-FFF2-40B4-BE49-F238E27FC236}">
                <a16:creationId xmlns:a16="http://schemas.microsoft.com/office/drawing/2014/main" id="{8A803821-0254-8DF3-C053-BE60BF757EC9}"/>
              </a:ext>
            </a:extLst>
          </p:cNvPr>
          <p:cNvSpPr/>
          <p:nvPr/>
        </p:nvSpPr>
        <p:spPr>
          <a:xfrm>
            <a:off x="1839018" y="976839"/>
            <a:ext cx="17363382" cy="2748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grpSp>
        <p:nvGrpSpPr>
          <p:cNvPr id="5" name="Group 4">
            <a:extLst>
              <a:ext uri="{FF2B5EF4-FFF2-40B4-BE49-F238E27FC236}">
                <a16:creationId xmlns:a16="http://schemas.microsoft.com/office/drawing/2014/main" id="{D88B2EF4-D15C-3464-B829-3C3C7947737F}"/>
              </a:ext>
            </a:extLst>
          </p:cNvPr>
          <p:cNvGrpSpPr/>
          <p:nvPr/>
        </p:nvGrpSpPr>
        <p:grpSpPr>
          <a:xfrm>
            <a:off x="640767" y="512064"/>
            <a:ext cx="3678210" cy="3678210"/>
            <a:chOff x="213589" y="170688"/>
            <a:chExt cx="1226070" cy="1226070"/>
          </a:xfrm>
        </p:grpSpPr>
        <p:sp>
          <p:nvSpPr>
            <p:cNvPr id="6" name="Oval 5">
              <a:extLst>
                <a:ext uri="{FF2B5EF4-FFF2-40B4-BE49-F238E27FC236}">
                  <a16:creationId xmlns:a16="http://schemas.microsoft.com/office/drawing/2014/main" id="{28C45DC6-952F-A631-F441-84ACD80C461C}"/>
                </a:ext>
              </a:extLst>
            </p:cNvPr>
            <p:cNvSpPr/>
            <p:nvPr/>
          </p:nvSpPr>
          <p:spPr>
            <a:xfrm>
              <a:off x="213589" y="170688"/>
              <a:ext cx="1226070" cy="1226070"/>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0"/>
            </a:p>
          </p:txBody>
        </p:sp>
        <p:pic>
          <p:nvPicPr>
            <p:cNvPr id="9" name="Picture 8">
              <a:extLst>
                <a:ext uri="{FF2B5EF4-FFF2-40B4-BE49-F238E27FC236}">
                  <a16:creationId xmlns:a16="http://schemas.microsoft.com/office/drawing/2014/main" id="{11BC2EF1-B765-F14E-FF5D-C2A035B79FF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9830" y="286929"/>
              <a:ext cx="993588" cy="993588"/>
            </a:xfrm>
            <a:prstGeom prst="ellipse">
              <a:avLst/>
            </a:prstGeom>
          </p:spPr>
        </p:pic>
      </p:grpSp>
      <p:sp>
        <p:nvSpPr>
          <p:cNvPr id="10" name="TextBox 9">
            <a:extLst>
              <a:ext uri="{FF2B5EF4-FFF2-40B4-BE49-F238E27FC236}">
                <a16:creationId xmlns:a16="http://schemas.microsoft.com/office/drawing/2014/main" id="{3F0A3B3F-69CC-2432-1CCE-22004CCC04BB}"/>
              </a:ext>
            </a:extLst>
          </p:cNvPr>
          <p:cNvSpPr txBox="1"/>
          <p:nvPr/>
        </p:nvSpPr>
        <p:spPr>
          <a:xfrm>
            <a:off x="4973181" y="1696968"/>
            <a:ext cx="12583299" cy="1323439"/>
          </a:xfrm>
          <a:prstGeom prst="rect">
            <a:avLst/>
          </a:prstGeom>
          <a:noFill/>
        </p:spPr>
        <p:txBody>
          <a:bodyPr wrap="square" rtlCol="0">
            <a:spAutoFit/>
          </a:bodyPr>
          <a:lstStyle/>
          <a:p>
            <a:r>
              <a:rPr lang="en-IN" sz="80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rPr>
              <a:t>Type Heading Here</a:t>
            </a:r>
          </a:p>
        </p:txBody>
      </p:sp>
      <p:sp>
        <p:nvSpPr>
          <p:cNvPr id="2" name="Round Same Side Corner Rectangle 1">
            <a:extLst>
              <a:ext uri="{FF2B5EF4-FFF2-40B4-BE49-F238E27FC236}">
                <a16:creationId xmlns:a16="http://schemas.microsoft.com/office/drawing/2014/main" id="{918BB84E-230E-39E6-C143-324E9D38ACD7}"/>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 circle with a black letter in it&#10;&#10;AI-generated content may be incorrect.">
            <a:extLst>
              <a:ext uri="{FF2B5EF4-FFF2-40B4-BE49-F238E27FC236}">
                <a16:creationId xmlns:a16="http://schemas.microsoft.com/office/drawing/2014/main" id="{93768E43-1471-22A3-D81E-819E1196F1F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sp>
        <p:nvSpPr>
          <p:cNvPr id="11" name="TextBox 10">
            <a:extLst>
              <a:ext uri="{FF2B5EF4-FFF2-40B4-BE49-F238E27FC236}">
                <a16:creationId xmlns:a16="http://schemas.microsoft.com/office/drawing/2014/main" id="{2F26D682-371E-DE75-D9CB-AF98137B4F4E}"/>
              </a:ext>
            </a:extLst>
          </p:cNvPr>
          <p:cNvSpPr txBox="1"/>
          <p:nvPr/>
        </p:nvSpPr>
        <p:spPr>
          <a:xfrm>
            <a:off x="1839018" y="4538997"/>
            <a:ext cx="24156068" cy="1323439"/>
          </a:xfrm>
          <a:prstGeom prst="rect">
            <a:avLst/>
          </a:prstGeom>
          <a:noFill/>
        </p:spPr>
        <p:txBody>
          <a:bodyPr wrap="square" rtlCol="0">
            <a:spAutoFit/>
          </a:bodyPr>
          <a:lstStyle/>
          <a:p>
            <a:pPr>
              <a:defRPr/>
            </a:pPr>
            <a:r>
              <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a:t>
            </a:r>
            <a:endPar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p:txBody>
      </p:sp>
    </p:spTree>
    <p:extLst>
      <p:ext uri="{BB962C8B-B14F-4D97-AF65-F5344CB8AC3E}">
        <p14:creationId xmlns:p14="http://schemas.microsoft.com/office/powerpoint/2010/main" val="4172018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0DEB77-EE04-B5C4-1C9D-88C4042B96DB}"/>
              </a:ext>
            </a:extLst>
          </p:cNvPr>
          <p:cNvSpPr txBox="1"/>
          <p:nvPr/>
        </p:nvSpPr>
        <p:spPr>
          <a:xfrm>
            <a:off x="1004891" y="2685090"/>
            <a:ext cx="25904595" cy="5016758"/>
          </a:xfrm>
          <a:prstGeom prst="rect">
            <a:avLst/>
          </a:prstGeom>
          <a:noFill/>
        </p:spPr>
        <p:txBody>
          <a:bodyPr wrap="square" rtlCol="0">
            <a:spAutoFit/>
          </a:bodyPr>
          <a:lstStyle/>
          <a:p>
            <a:pPr>
              <a:defRPr/>
            </a:pPr>
            <a:r>
              <a:rPr lang="en-IN" sz="8000" dirty="0" smtClean="0">
                <a:solidFill>
                  <a:srgbClr val="FFC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question here</a:t>
            </a:r>
          </a:p>
          <a:p>
            <a:pPr>
              <a:defRPr/>
            </a:pPr>
            <a:endParaRPr lang="en-IN" sz="8000" dirty="0" smtClean="0">
              <a:solidFill>
                <a:srgbClr val="FFC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a:p>
            <a:pPr>
              <a:defRPr/>
            </a:pPr>
            <a:endParaRPr lang="en-IN" sz="8000" dirty="0" smtClean="0">
              <a:solidFill>
                <a:srgbClr val="FFC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a:p>
            <a:pPr>
              <a:defRPr/>
            </a:pPr>
            <a:endParaRPr lang="en-IN" sz="8000" dirty="0">
              <a:solidFill>
                <a:srgbClr val="FFC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p:txBody>
      </p:sp>
      <p:sp>
        <p:nvSpPr>
          <p:cNvPr id="3" name="TextBox 2">
            <a:extLst>
              <a:ext uri="{FF2B5EF4-FFF2-40B4-BE49-F238E27FC236}">
                <a16:creationId xmlns:a16="http://schemas.microsoft.com/office/drawing/2014/main" id="{71114383-9A52-25DC-8769-1A6E28831522}"/>
              </a:ext>
            </a:extLst>
          </p:cNvPr>
          <p:cNvSpPr txBox="1"/>
          <p:nvPr/>
        </p:nvSpPr>
        <p:spPr>
          <a:xfrm>
            <a:off x="3213674" y="8179234"/>
            <a:ext cx="14464749" cy="8710077"/>
          </a:xfrm>
          <a:prstGeom prst="rect">
            <a:avLst/>
          </a:prstGeom>
          <a:noFill/>
        </p:spPr>
        <p:txBody>
          <a:bodyPr wrap="square" rtlCol="0">
            <a:spAutoFit/>
          </a:bodyPr>
          <a:lstStyle/>
          <a:p>
            <a:pPr>
              <a:defRPr/>
            </a:pP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option </a:t>
            </a:r>
            <a:r>
              <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here</a:t>
            </a:r>
          </a:p>
          <a:p>
            <a:pPr>
              <a:defRPr/>
            </a:pPr>
            <a:endPar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a:p>
            <a:pPr>
              <a:defRPr/>
            </a:pP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option here</a:t>
            </a:r>
          </a:p>
          <a:p>
            <a:pPr>
              <a:defRPr/>
            </a:pPr>
            <a:endPar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a:p>
            <a:pPr>
              <a:defRPr/>
            </a:pP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option here</a:t>
            </a:r>
          </a:p>
          <a:p>
            <a:pPr>
              <a:defRPr/>
            </a:pPr>
            <a:endPar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a:p>
            <a:pPr>
              <a:defRPr/>
            </a:pPr>
            <a:r>
              <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Type </a:t>
            </a:r>
            <a:r>
              <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option </a:t>
            </a:r>
            <a:r>
              <a:rPr lang="en-IN" sz="8000" kern="0" dirty="0" smtClean="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rPr>
              <a:t>here</a:t>
            </a:r>
            <a:endParaRPr lang="en-IN" sz="8000" kern="0" dirty="0">
              <a:solidFill>
                <a:prstClr val="white"/>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cs typeface="Poppins" panose="00000500000000000000" pitchFamily="2" charset="0"/>
            </a:endParaRPr>
          </a:p>
        </p:txBody>
      </p:sp>
      <p:sp>
        <p:nvSpPr>
          <p:cNvPr id="5" name="Oval 4">
            <a:extLst>
              <a:ext uri="{FF2B5EF4-FFF2-40B4-BE49-F238E27FC236}">
                <a16:creationId xmlns:a16="http://schemas.microsoft.com/office/drawing/2014/main" id="{4F038E52-DA4D-EE66-D4E7-4EBC40A5CB5F}"/>
              </a:ext>
            </a:extLst>
          </p:cNvPr>
          <p:cNvSpPr/>
          <p:nvPr/>
        </p:nvSpPr>
        <p:spPr>
          <a:xfrm>
            <a:off x="1004891" y="8021651"/>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6" name="TextBox 5">
            <a:extLst>
              <a:ext uri="{FF2B5EF4-FFF2-40B4-BE49-F238E27FC236}">
                <a16:creationId xmlns:a16="http://schemas.microsoft.com/office/drawing/2014/main" id="{96D900C9-FEF1-ED7C-1904-5DF0E2D7BC94}"/>
              </a:ext>
            </a:extLst>
          </p:cNvPr>
          <p:cNvSpPr txBox="1"/>
          <p:nvPr/>
        </p:nvSpPr>
        <p:spPr>
          <a:xfrm>
            <a:off x="1070199" y="8220157"/>
            <a:ext cx="1466724" cy="1200329"/>
          </a:xfrm>
          <a:prstGeom prst="rect">
            <a:avLst/>
          </a:prstGeom>
          <a:noFill/>
        </p:spPr>
        <p:txBody>
          <a:bodyPr wrap="square" rtlCol="0">
            <a:spAutoFit/>
          </a:bodyPr>
          <a:lstStyle/>
          <a:p>
            <a:pPr algn="ctr">
              <a:defRPr/>
            </a:pPr>
            <a:r>
              <a:rPr lang="en-IN" sz="7200" b="1" kern="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A</a:t>
            </a:r>
            <a:endPar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9" name="Oval 8">
            <a:extLst>
              <a:ext uri="{FF2B5EF4-FFF2-40B4-BE49-F238E27FC236}">
                <a16:creationId xmlns:a16="http://schemas.microsoft.com/office/drawing/2014/main" id="{2D9A7671-7E46-3FB3-5635-221789813F34}"/>
              </a:ext>
            </a:extLst>
          </p:cNvPr>
          <p:cNvSpPr/>
          <p:nvPr/>
        </p:nvSpPr>
        <p:spPr>
          <a:xfrm>
            <a:off x="1004891" y="10526762"/>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10" name="TextBox 9">
            <a:extLst>
              <a:ext uri="{FF2B5EF4-FFF2-40B4-BE49-F238E27FC236}">
                <a16:creationId xmlns:a16="http://schemas.microsoft.com/office/drawing/2014/main" id="{805A6268-4726-EB35-50A9-D26780E49A3E}"/>
              </a:ext>
            </a:extLst>
          </p:cNvPr>
          <p:cNvSpPr txBox="1"/>
          <p:nvPr/>
        </p:nvSpPr>
        <p:spPr>
          <a:xfrm>
            <a:off x="1070199" y="10725268"/>
            <a:ext cx="1466724" cy="1200329"/>
          </a:xfrm>
          <a:prstGeom prst="rect">
            <a:avLst/>
          </a:prstGeom>
          <a:noFill/>
        </p:spPr>
        <p:txBody>
          <a:bodyPr wrap="square" rtlCol="0">
            <a:spAutoFit/>
          </a:bodyPr>
          <a:lstStyle/>
          <a:p>
            <a:pPr algn="ctr">
              <a:defRPr/>
            </a:pPr>
            <a:r>
              <a:rPr lang="en-IN" sz="7200" b="1" kern="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B</a:t>
            </a:r>
            <a:endPar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13" name="Oval 12">
            <a:extLst>
              <a:ext uri="{FF2B5EF4-FFF2-40B4-BE49-F238E27FC236}">
                <a16:creationId xmlns:a16="http://schemas.microsoft.com/office/drawing/2014/main" id="{6A84BE6A-F10F-4012-D015-3D2778EEAB3B}"/>
              </a:ext>
            </a:extLst>
          </p:cNvPr>
          <p:cNvSpPr/>
          <p:nvPr/>
        </p:nvSpPr>
        <p:spPr>
          <a:xfrm>
            <a:off x="1004891" y="13031873"/>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14" name="TextBox 13">
            <a:extLst>
              <a:ext uri="{FF2B5EF4-FFF2-40B4-BE49-F238E27FC236}">
                <a16:creationId xmlns:a16="http://schemas.microsoft.com/office/drawing/2014/main" id="{B2815548-AB63-451C-F512-946676187809}"/>
              </a:ext>
            </a:extLst>
          </p:cNvPr>
          <p:cNvSpPr txBox="1"/>
          <p:nvPr/>
        </p:nvSpPr>
        <p:spPr>
          <a:xfrm>
            <a:off x="1070196" y="13230379"/>
            <a:ext cx="1466724" cy="1200329"/>
          </a:xfrm>
          <a:prstGeom prst="rect">
            <a:avLst/>
          </a:prstGeom>
          <a:noFill/>
        </p:spPr>
        <p:txBody>
          <a:bodyPr wrap="square" rtlCol="0">
            <a:spAutoFit/>
          </a:bodyPr>
          <a:lstStyle/>
          <a:p>
            <a:pPr algn="ctr">
              <a:defRPr/>
            </a:pPr>
            <a:r>
              <a:rPr lang="en-IN" sz="7200" b="1" kern="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C</a:t>
            </a:r>
            <a:endPar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endParaRPr>
          </a:p>
        </p:txBody>
      </p:sp>
      <p:sp>
        <p:nvSpPr>
          <p:cNvPr id="17" name="Oval 16">
            <a:extLst>
              <a:ext uri="{FF2B5EF4-FFF2-40B4-BE49-F238E27FC236}">
                <a16:creationId xmlns:a16="http://schemas.microsoft.com/office/drawing/2014/main" id="{D5FAB5FA-9AA7-BEBF-F3BB-9C784022B9F0}"/>
              </a:ext>
            </a:extLst>
          </p:cNvPr>
          <p:cNvSpPr/>
          <p:nvPr/>
        </p:nvSpPr>
        <p:spPr>
          <a:xfrm>
            <a:off x="1004891" y="15536984"/>
            <a:ext cx="1597341" cy="1597341"/>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18" name="TextBox 17">
            <a:extLst>
              <a:ext uri="{FF2B5EF4-FFF2-40B4-BE49-F238E27FC236}">
                <a16:creationId xmlns:a16="http://schemas.microsoft.com/office/drawing/2014/main" id="{4A05BF99-E3AB-A734-90EA-8B75FFD26A20}"/>
              </a:ext>
            </a:extLst>
          </p:cNvPr>
          <p:cNvSpPr txBox="1"/>
          <p:nvPr/>
        </p:nvSpPr>
        <p:spPr>
          <a:xfrm>
            <a:off x="1070199" y="15735490"/>
            <a:ext cx="1466724" cy="1200329"/>
          </a:xfrm>
          <a:prstGeom prst="rect">
            <a:avLst/>
          </a:prstGeom>
          <a:noFill/>
        </p:spPr>
        <p:txBody>
          <a:bodyPr wrap="square" rtlCol="0">
            <a:spAutoFit/>
          </a:bodyPr>
          <a:lstStyle/>
          <a:p>
            <a:pPr algn="ctr">
              <a:defRPr/>
            </a:pPr>
            <a:r>
              <a:rPr lang="en-IN" sz="7200" b="1" kern="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D</a:t>
            </a:r>
          </a:p>
        </p:txBody>
      </p:sp>
      <p:sp>
        <p:nvSpPr>
          <p:cNvPr id="19" name="Rectangle: Rounded Corners 18">
            <a:extLst>
              <a:ext uri="{FF2B5EF4-FFF2-40B4-BE49-F238E27FC236}">
                <a16:creationId xmlns:a16="http://schemas.microsoft.com/office/drawing/2014/main" id="{5A9A0F99-F490-EBBB-72EC-76D5BDBA4098}"/>
              </a:ext>
            </a:extLst>
          </p:cNvPr>
          <p:cNvSpPr/>
          <p:nvPr/>
        </p:nvSpPr>
        <p:spPr>
          <a:xfrm>
            <a:off x="-1899137" y="630267"/>
            <a:ext cx="7788951" cy="1569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a:p>
        </p:txBody>
      </p:sp>
      <p:sp>
        <p:nvSpPr>
          <p:cNvPr id="20" name="TextBox 19">
            <a:extLst>
              <a:ext uri="{FF2B5EF4-FFF2-40B4-BE49-F238E27FC236}">
                <a16:creationId xmlns:a16="http://schemas.microsoft.com/office/drawing/2014/main" id="{8EC98255-6EBA-374A-169C-EE43B4E619CE}"/>
              </a:ext>
            </a:extLst>
          </p:cNvPr>
          <p:cNvSpPr txBox="1"/>
          <p:nvPr/>
        </p:nvSpPr>
        <p:spPr>
          <a:xfrm>
            <a:off x="640777" y="776637"/>
            <a:ext cx="4926305" cy="1323439"/>
          </a:xfrm>
          <a:prstGeom prst="rect">
            <a:avLst/>
          </a:prstGeom>
          <a:noFill/>
        </p:spPr>
        <p:txBody>
          <a:bodyPr wrap="square" rtlCol="0">
            <a:spAutoFit/>
          </a:bodyPr>
          <a:lstStyle/>
          <a:p>
            <a:pPr>
              <a:defRPr/>
            </a:pPr>
            <a:r>
              <a:rPr lang="en-IN" sz="8000" b="1"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Question</a:t>
            </a:r>
          </a:p>
        </p:txBody>
      </p:sp>
      <p:sp>
        <p:nvSpPr>
          <p:cNvPr id="4" name="Round Same Side Corner Rectangle 3">
            <a:extLst>
              <a:ext uri="{FF2B5EF4-FFF2-40B4-BE49-F238E27FC236}">
                <a16:creationId xmlns:a16="http://schemas.microsoft.com/office/drawing/2014/main" id="{438363CF-24E2-0080-B674-D5BA728F3652}"/>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white circle with a black letter in it&#10;&#10;AI-generated content may be incorrect.">
            <a:extLst>
              <a:ext uri="{FF2B5EF4-FFF2-40B4-BE49-F238E27FC236}">
                <a16:creationId xmlns:a16="http://schemas.microsoft.com/office/drawing/2014/main" id="{AEB947B4-3374-DFBE-24B5-3ADCECF356B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spTree>
    <p:extLst>
      <p:ext uri="{BB962C8B-B14F-4D97-AF65-F5344CB8AC3E}">
        <p14:creationId xmlns:p14="http://schemas.microsoft.com/office/powerpoint/2010/main" val="3733530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a:extLst>
            <a:ext uri="{FF2B5EF4-FFF2-40B4-BE49-F238E27FC236}">
              <a16:creationId xmlns:a16="http://schemas.microsoft.com/office/drawing/2014/main" id="{37D5BD46-67E8-4A1B-73B3-1C1688DBEBA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81CB05E-0A38-0B32-7011-F33E0E2BDA5B}"/>
              </a:ext>
            </a:extLst>
          </p:cNvPr>
          <p:cNvSpPr/>
          <p:nvPr/>
        </p:nvSpPr>
        <p:spPr>
          <a:xfrm>
            <a:off x="1839020" y="976839"/>
            <a:ext cx="12460641" cy="2748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grpSp>
        <p:nvGrpSpPr>
          <p:cNvPr id="4" name="Group 3">
            <a:extLst>
              <a:ext uri="{FF2B5EF4-FFF2-40B4-BE49-F238E27FC236}">
                <a16:creationId xmlns:a16="http://schemas.microsoft.com/office/drawing/2014/main" id="{48E022A8-1573-34B0-82BC-74CA639C6DEF}"/>
              </a:ext>
            </a:extLst>
          </p:cNvPr>
          <p:cNvGrpSpPr/>
          <p:nvPr/>
        </p:nvGrpSpPr>
        <p:grpSpPr>
          <a:xfrm>
            <a:off x="640767" y="512064"/>
            <a:ext cx="3678210" cy="3678210"/>
            <a:chOff x="213589" y="170688"/>
            <a:chExt cx="1226070" cy="1226070"/>
          </a:xfrm>
        </p:grpSpPr>
        <p:sp>
          <p:nvSpPr>
            <p:cNvPr id="7" name="Oval 6">
              <a:extLst>
                <a:ext uri="{FF2B5EF4-FFF2-40B4-BE49-F238E27FC236}">
                  <a16:creationId xmlns:a16="http://schemas.microsoft.com/office/drawing/2014/main" id="{C6ABF11A-544C-DF0E-E5F7-281BF5F0A92F}"/>
                </a:ext>
              </a:extLst>
            </p:cNvPr>
            <p:cNvSpPr/>
            <p:nvPr/>
          </p:nvSpPr>
          <p:spPr>
            <a:xfrm>
              <a:off x="213589" y="170688"/>
              <a:ext cx="1226070" cy="1226070"/>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0"/>
            </a:p>
          </p:txBody>
        </p:sp>
        <p:pic>
          <p:nvPicPr>
            <p:cNvPr id="5" name="Picture 4">
              <a:extLst>
                <a:ext uri="{FF2B5EF4-FFF2-40B4-BE49-F238E27FC236}">
                  <a16:creationId xmlns:a16="http://schemas.microsoft.com/office/drawing/2014/main" id="{DEDB9438-60D9-B633-E4EE-BCF5B004A0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9830" y="286929"/>
              <a:ext cx="993588" cy="993588"/>
            </a:xfrm>
            <a:prstGeom prst="ellipse">
              <a:avLst/>
            </a:prstGeom>
          </p:spPr>
        </p:pic>
      </p:grpSp>
      <p:sp>
        <p:nvSpPr>
          <p:cNvPr id="6" name="TextBox 5">
            <a:extLst>
              <a:ext uri="{FF2B5EF4-FFF2-40B4-BE49-F238E27FC236}">
                <a16:creationId xmlns:a16="http://schemas.microsoft.com/office/drawing/2014/main" id="{E21DDDAF-2A5C-C961-ADC8-6C4401DAD25E}"/>
              </a:ext>
            </a:extLst>
          </p:cNvPr>
          <p:cNvSpPr txBox="1"/>
          <p:nvPr/>
        </p:nvSpPr>
        <p:spPr>
          <a:xfrm>
            <a:off x="4973181" y="1566339"/>
            <a:ext cx="7188339" cy="1569660"/>
          </a:xfrm>
          <a:prstGeom prst="rect">
            <a:avLst/>
          </a:prstGeom>
          <a:noFill/>
        </p:spPr>
        <p:txBody>
          <a:bodyPr wrap="square" rtlCol="0">
            <a:spAutoFit/>
          </a:bodyPr>
          <a:lstStyle/>
          <a:p>
            <a:r>
              <a:rPr lang="en-IN" sz="96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rPr>
              <a:t>Summary</a:t>
            </a:r>
          </a:p>
        </p:txBody>
      </p:sp>
      <p:sp>
        <p:nvSpPr>
          <p:cNvPr id="3" name="Round Same Side Corner Rectangle 2">
            <a:extLst>
              <a:ext uri="{FF2B5EF4-FFF2-40B4-BE49-F238E27FC236}">
                <a16:creationId xmlns:a16="http://schemas.microsoft.com/office/drawing/2014/main" id="{B7943CD4-7CDE-5682-EAA8-66A93BE04E2D}"/>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white circle with a black letter in it&#10;&#10;AI-generated content may be incorrect.">
            <a:extLst>
              <a:ext uri="{FF2B5EF4-FFF2-40B4-BE49-F238E27FC236}">
                <a16:creationId xmlns:a16="http://schemas.microsoft.com/office/drawing/2014/main" id="{462FCCCD-B772-1B91-9902-B1F1BB8C6DE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spTree>
    <p:extLst>
      <p:ext uri="{BB962C8B-B14F-4D97-AF65-F5344CB8AC3E}">
        <p14:creationId xmlns:p14="http://schemas.microsoft.com/office/powerpoint/2010/main" val="479868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a:extLst>
            <a:ext uri="{FF2B5EF4-FFF2-40B4-BE49-F238E27FC236}">
              <a16:creationId xmlns:a16="http://schemas.microsoft.com/office/drawing/2014/main" id="{07ECD46C-4CA4-2C22-35A2-AA75437B8074}"/>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17320C3-0959-6357-F8AB-93E275A3973A}"/>
              </a:ext>
            </a:extLst>
          </p:cNvPr>
          <p:cNvSpPr/>
          <p:nvPr/>
        </p:nvSpPr>
        <p:spPr>
          <a:xfrm>
            <a:off x="6256116" y="5321465"/>
            <a:ext cx="24063768" cy="9931077"/>
          </a:xfrm>
          <a:prstGeom prst="roundRect">
            <a:avLst/>
          </a:prstGeom>
          <a:solidFill>
            <a:schemeClr val="tx1">
              <a:alpha val="27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5400"/>
          </a:p>
        </p:txBody>
      </p:sp>
      <p:grpSp>
        <p:nvGrpSpPr>
          <p:cNvPr id="3" name="Group 2">
            <a:extLst>
              <a:ext uri="{FF2B5EF4-FFF2-40B4-BE49-F238E27FC236}">
                <a16:creationId xmlns:a16="http://schemas.microsoft.com/office/drawing/2014/main" id="{81D1F3E9-88D6-D396-1D98-27075C787C0F}"/>
              </a:ext>
            </a:extLst>
          </p:cNvPr>
          <p:cNvGrpSpPr/>
          <p:nvPr/>
        </p:nvGrpSpPr>
        <p:grpSpPr>
          <a:xfrm>
            <a:off x="6852213" y="7833311"/>
            <a:ext cx="22871574" cy="6780525"/>
            <a:chOff x="3499413" y="2458723"/>
            <a:chExt cx="5193174" cy="1698103"/>
          </a:xfrm>
          <a:effectLst>
            <a:outerShdw blurRad="50800" dist="38100" dir="5400000" algn="t" rotWithShape="0">
              <a:prstClr val="black">
                <a:alpha val="40000"/>
              </a:prstClr>
            </a:outerShdw>
          </a:effectLst>
        </p:grpSpPr>
        <p:grpSp>
          <p:nvGrpSpPr>
            <p:cNvPr id="4" name="Group 3">
              <a:extLst>
                <a:ext uri="{FF2B5EF4-FFF2-40B4-BE49-F238E27FC236}">
                  <a16:creationId xmlns:a16="http://schemas.microsoft.com/office/drawing/2014/main" id="{5357EDD4-F550-09E1-30D7-0BDC75FD4355}"/>
                </a:ext>
              </a:extLst>
            </p:cNvPr>
            <p:cNvGrpSpPr/>
            <p:nvPr/>
          </p:nvGrpSpPr>
          <p:grpSpPr>
            <a:xfrm>
              <a:off x="3827363" y="3465102"/>
              <a:ext cx="4607843" cy="691724"/>
              <a:chOff x="4004841" y="3465102"/>
              <a:chExt cx="4607843" cy="691724"/>
            </a:xfrm>
          </p:grpSpPr>
          <p:cxnSp>
            <p:nvCxnSpPr>
              <p:cNvPr id="8" name="Straight Connector 7">
                <a:extLst>
                  <a:ext uri="{FF2B5EF4-FFF2-40B4-BE49-F238E27FC236}">
                    <a16:creationId xmlns:a16="http://schemas.microsoft.com/office/drawing/2014/main" id="{E2CDAA67-CD12-7EC0-8B61-44B6DDA07F58}"/>
                  </a:ext>
                </a:extLst>
              </p:cNvPr>
              <p:cNvCxnSpPr>
                <a:cxnSpLocks/>
              </p:cNvCxnSpPr>
              <p:nvPr/>
            </p:nvCxnSpPr>
            <p:spPr>
              <a:xfrm>
                <a:off x="4004841" y="3810964"/>
                <a:ext cx="4607843"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9D5AF8EC-5A4D-F8FC-851D-C7F2C9ABDED1}"/>
                  </a:ext>
                </a:extLst>
              </p:cNvPr>
              <p:cNvSpPr/>
              <p:nvPr/>
            </p:nvSpPr>
            <p:spPr>
              <a:xfrm>
                <a:off x="5318418" y="3465102"/>
                <a:ext cx="1941264" cy="691724"/>
              </a:xfrm>
              <a:prstGeom prst="roundRect">
                <a:avLst>
                  <a:gd name="adj" fmla="val 15486"/>
                </a:avLst>
              </a:prstGeom>
              <a:solidFill>
                <a:srgbClr val="1E0E0A"/>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5400" dirty="0"/>
              </a:p>
            </p:txBody>
          </p:sp>
          <p:sp>
            <p:nvSpPr>
              <p:cNvPr id="10" name="Rectangle: Rounded Corners 9">
                <a:extLst>
                  <a:ext uri="{FF2B5EF4-FFF2-40B4-BE49-F238E27FC236}">
                    <a16:creationId xmlns:a16="http://schemas.microsoft.com/office/drawing/2014/main" id="{12F737CF-7956-1B50-D1ED-20773DB12A1B}"/>
                  </a:ext>
                </a:extLst>
              </p:cNvPr>
              <p:cNvSpPr/>
              <p:nvPr/>
            </p:nvSpPr>
            <p:spPr>
              <a:xfrm>
                <a:off x="5379685" y="3534185"/>
                <a:ext cx="1818729" cy="553559"/>
              </a:xfrm>
              <a:prstGeom prst="roundRect">
                <a:avLst>
                  <a:gd name="adj" fmla="val 1548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200" dirty="0">
                    <a:solidFill>
                      <a:srgbClr val="1F0100"/>
                    </a:solidFill>
                    <a:latin typeface="Poppins ExtraBold" panose="00000900000000000000" pitchFamily="2" charset="0"/>
                    <a:cs typeface="Poppins ExtraBold" panose="00000900000000000000" pitchFamily="2" charset="0"/>
                  </a:rPr>
                  <a:t>You</a:t>
                </a:r>
              </a:p>
            </p:txBody>
          </p:sp>
        </p:grpSp>
        <p:sp>
          <p:nvSpPr>
            <p:cNvPr id="6" name="Rectangle: Rounded Corners 5">
              <a:extLst>
                <a:ext uri="{FF2B5EF4-FFF2-40B4-BE49-F238E27FC236}">
                  <a16:creationId xmlns:a16="http://schemas.microsoft.com/office/drawing/2014/main" id="{96A4B6AA-93EB-111D-5D73-A94FB4F6CD97}"/>
                </a:ext>
              </a:extLst>
            </p:cNvPr>
            <p:cNvSpPr/>
            <p:nvPr/>
          </p:nvSpPr>
          <p:spPr>
            <a:xfrm>
              <a:off x="3499413" y="2458723"/>
              <a:ext cx="5193174" cy="736788"/>
            </a:xfrm>
            <a:prstGeom prst="roundRect">
              <a:avLst>
                <a:gd name="adj" fmla="val 1548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49800" dirty="0">
                  <a:gradFill>
                    <a:gsLst>
                      <a:gs pos="49000">
                        <a:srgbClr val="FFFF00"/>
                      </a:gs>
                      <a:gs pos="11000">
                        <a:srgbClr val="FFC000"/>
                      </a:gs>
                      <a:gs pos="87000">
                        <a:srgbClr val="FFC000"/>
                      </a:gs>
                    </a:gsLst>
                    <a:lin ang="12600000" scaled="0"/>
                  </a:gradFill>
                  <a:effectLst>
                    <a:outerShdw blurRad="101600" dist="76200" dir="5400000" algn="t" rotWithShape="0">
                      <a:prstClr val="black">
                        <a:alpha val="56000"/>
                      </a:prstClr>
                    </a:outerShdw>
                  </a:effectLst>
                  <a:latin typeface="Poppins Black" panose="00000A00000000000000" pitchFamily="2" charset="0"/>
                  <a:cs typeface="Poppins Black" panose="00000A00000000000000" pitchFamily="2" charset="0"/>
                </a:rPr>
                <a:t>Thank</a:t>
              </a:r>
            </a:p>
          </p:txBody>
        </p:sp>
      </p:grpSp>
      <p:sp>
        <p:nvSpPr>
          <p:cNvPr id="5" name="Round Same Side Corner Rectangle 4">
            <a:extLst>
              <a:ext uri="{FF2B5EF4-FFF2-40B4-BE49-F238E27FC236}">
                <a16:creationId xmlns:a16="http://schemas.microsoft.com/office/drawing/2014/main" id="{CD02AE3D-CB1F-80AA-B082-5CD0A81F4886}"/>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circle with a black letter in it&#10;&#10;AI-generated content may be incorrect.">
            <a:extLst>
              <a:ext uri="{FF2B5EF4-FFF2-40B4-BE49-F238E27FC236}">
                <a16:creationId xmlns:a16="http://schemas.microsoft.com/office/drawing/2014/main" id="{4334E5CB-6A46-AF54-EFBA-A23BD19ABB8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spTree>
    <p:extLst>
      <p:ext uri="{BB962C8B-B14F-4D97-AF65-F5344CB8AC3E}">
        <p14:creationId xmlns:p14="http://schemas.microsoft.com/office/powerpoint/2010/main" val="2723224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3" name="Rectangle: Rounded Corners 1">
            <a:extLst>
              <a:ext uri="{FF2B5EF4-FFF2-40B4-BE49-F238E27FC236}">
                <a16:creationId xmlns:a16="http://schemas.microsoft.com/office/drawing/2014/main" id="{9A08C007-F0D6-25B0-9CE5-CFA2671CC88B}"/>
              </a:ext>
            </a:extLst>
          </p:cNvPr>
          <p:cNvSpPr/>
          <p:nvPr/>
        </p:nvSpPr>
        <p:spPr>
          <a:xfrm>
            <a:off x="1839018" y="976839"/>
            <a:ext cx="18880896" cy="2748660"/>
          </a:xfrm>
          <a:prstGeom prst="roundRect">
            <a:avLst>
              <a:gd name="adj" fmla="val 50000"/>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dirty="0"/>
          </a:p>
        </p:txBody>
      </p:sp>
      <p:sp>
        <p:nvSpPr>
          <p:cNvPr id="2" name="TextBox 1">
            <a:extLst>
              <a:ext uri="{FF2B5EF4-FFF2-40B4-BE49-F238E27FC236}">
                <a16:creationId xmlns:a16="http://schemas.microsoft.com/office/drawing/2014/main" id="{F1A838DE-A91F-5E83-E3C4-39C50463BF54}"/>
              </a:ext>
            </a:extLst>
          </p:cNvPr>
          <p:cNvSpPr txBox="1"/>
          <p:nvPr/>
        </p:nvSpPr>
        <p:spPr>
          <a:xfrm>
            <a:off x="11505432" y="7495025"/>
            <a:ext cx="12435528" cy="923330"/>
          </a:xfrm>
          <a:prstGeom prst="rect">
            <a:avLst/>
          </a:prstGeom>
          <a:noFill/>
        </p:spPr>
        <p:txBody>
          <a:bodyPr wrap="squar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Type : Poppins Bold</a:t>
            </a:r>
            <a:endParaRPr lang="en-IN" sz="5400" dirty="0">
              <a:solidFill>
                <a:prstClr val="white"/>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F331D0C2-5946-9051-B289-4F0ADA607899}"/>
              </a:ext>
            </a:extLst>
          </p:cNvPr>
          <p:cNvSpPr txBox="1"/>
          <p:nvPr/>
        </p:nvSpPr>
        <p:spPr>
          <a:xfrm>
            <a:off x="11505432" y="9355371"/>
            <a:ext cx="6898042" cy="923330"/>
          </a:xfrm>
          <a:prstGeom prst="rect">
            <a:avLst/>
          </a:prstGeom>
          <a:noFill/>
        </p:spPr>
        <p:txBody>
          <a:bodyPr wrap="non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Color : #FFFFFF</a:t>
            </a:r>
            <a:endParaRPr lang="en-IN" sz="5400" kern="0" dirty="0">
              <a:solidFill>
                <a:prstClr val="white"/>
              </a:solidFill>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D12D3C92-90BA-449C-12E3-44DCB0312203}"/>
              </a:ext>
            </a:extLst>
          </p:cNvPr>
          <p:cNvSpPr txBox="1"/>
          <p:nvPr/>
        </p:nvSpPr>
        <p:spPr>
          <a:xfrm>
            <a:off x="11505432" y="11215718"/>
            <a:ext cx="4565673" cy="923330"/>
          </a:xfrm>
          <a:prstGeom prst="rect">
            <a:avLst/>
          </a:prstGeom>
          <a:noFill/>
        </p:spPr>
        <p:txBody>
          <a:bodyPr wrap="non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Size : </a:t>
            </a:r>
            <a:r>
              <a:rPr lang="en-US" sz="5400" kern="0" dirty="0" smtClean="0">
                <a:solidFill>
                  <a:prstClr val="white"/>
                </a:solidFill>
                <a:latin typeface="Poppins" panose="00000500000000000000" pitchFamily="2" charset="0"/>
                <a:cs typeface="Poppins" panose="00000500000000000000" pitchFamily="2" charset="0"/>
              </a:rPr>
              <a:t>80</a:t>
            </a:r>
          </a:p>
        </p:txBody>
      </p:sp>
      <p:sp>
        <p:nvSpPr>
          <p:cNvPr id="5" name="TextBox 4">
            <a:extLst>
              <a:ext uri="{FF2B5EF4-FFF2-40B4-BE49-F238E27FC236}">
                <a16:creationId xmlns:a16="http://schemas.microsoft.com/office/drawing/2014/main" id="{86DF9B3E-D0E7-17BD-5910-45B5BA5E86BA}"/>
              </a:ext>
            </a:extLst>
          </p:cNvPr>
          <p:cNvSpPr txBox="1"/>
          <p:nvPr/>
        </p:nvSpPr>
        <p:spPr>
          <a:xfrm>
            <a:off x="1322559" y="6674402"/>
            <a:ext cx="5530681" cy="923330"/>
          </a:xfrm>
          <a:prstGeom prst="rect">
            <a:avLst/>
          </a:prstGeom>
          <a:noFill/>
        </p:spPr>
        <p:txBody>
          <a:bodyPr wrap="none" rtlCol="0">
            <a:spAutoFit/>
          </a:bodyPr>
          <a:lstStyle/>
          <a:p>
            <a:pPr>
              <a:defRPr/>
            </a:pPr>
            <a:r>
              <a:rPr lang="en-US" sz="5400" kern="0" dirty="0">
                <a:solidFill>
                  <a:srgbClr val="FFFFFF"/>
                </a:solidFill>
                <a:latin typeface="Poppins" panose="00000500000000000000" pitchFamily="2" charset="0"/>
                <a:cs typeface="Poppins" panose="00000500000000000000" pitchFamily="2" charset="0"/>
              </a:rPr>
              <a:t>For Normal Text</a:t>
            </a:r>
            <a:endParaRPr lang="en-IN" sz="5400" kern="0" dirty="0">
              <a:solidFill>
                <a:srgbClr val="FFFFFF"/>
              </a:solidFill>
              <a:latin typeface="Poppins" panose="00000500000000000000" pitchFamily="2" charset="0"/>
              <a:cs typeface="Poppins" panose="00000500000000000000" pitchFamily="2" charset="0"/>
            </a:endParaRPr>
          </a:p>
        </p:txBody>
      </p:sp>
      <p:sp>
        <p:nvSpPr>
          <p:cNvPr id="6" name="Up Arrow 21">
            <a:extLst>
              <a:ext uri="{FF2B5EF4-FFF2-40B4-BE49-F238E27FC236}">
                <a16:creationId xmlns:a16="http://schemas.microsoft.com/office/drawing/2014/main" id="{51D0D352-8364-2E94-B4EE-6EBA984F1193}"/>
              </a:ext>
            </a:extLst>
          </p:cNvPr>
          <p:cNvSpPr/>
          <p:nvPr/>
        </p:nvSpPr>
        <p:spPr>
          <a:xfrm>
            <a:off x="12236847" y="4935381"/>
            <a:ext cx="685800" cy="1622628"/>
          </a:xfrm>
          <a:prstGeom prst="upArrow">
            <a:avLst/>
          </a:prstGeom>
          <a:solidFill>
            <a:srgbClr val="FF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DB7A641D-59D7-3098-533A-63364BE6AD07}"/>
              </a:ext>
            </a:extLst>
          </p:cNvPr>
          <p:cNvSpPr txBox="1"/>
          <p:nvPr/>
        </p:nvSpPr>
        <p:spPr>
          <a:xfrm>
            <a:off x="1322559" y="10428112"/>
            <a:ext cx="8541912" cy="923330"/>
          </a:xfrm>
          <a:prstGeom prst="rect">
            <a:avLst/>
          </a:prstGeom>
          <a:noFill/>
        </p:spPr>
        <p:txBody>
          <a:bodyPr wrap="squar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Type : </a:t>
            </a:r>
            <a:r>
              <a:rPr lang="en-US" sz="5400" kern="0" dirty="0" err="1" smtClean="0">
                <a:solidFill>
                  <a:prstClr val="white"/>
                </a:solidFill>
                <a:latin typeface="Poppins" panose="00000500000000000000" pitchFamily="2" charset="0"/>
                <a:cs typeface="Poppins" panose="00000500000000000000" pitchFamily="2" charset="0"/>
              </a:rPr>
              <a:t>cambria</a:t>
            </a:r>
            <a:endParaRPr lang="en-IN" sz="5400" kern="0" dirty="0">
              <a:solidFill>
                <a:prstClr val="white"/>
              </a:solidFill>
              <a:latin typeface="Poppins" panose="00000500000000000000" pitchFamily="2" charset="0"/>
              <a:ea typeface="Gadugi" panose="020B0502040204020203" pitchFamily="34" charset="0"/>
              <a:cs typeface="Poppins" panose="00000500000000000000" pitchFamily="2" charset="0"/>
            </a:endParaRPr>
          </a:p>
        </p:txBody>
      </p:sp>
      <p:sp>
        <p:nvSpPr>
          <p:cNvPr id="8" name="TextBox 7">
            <a:extLst>
              <a:ext uri="{FF2B5EF4-FFF2-40B4-BE49-F238E27FC236}">
                <a16:creationId xmlns:a16="http://schemas.microsoft.com/office/drawing/2014/main" id="{DCC8A446-2EE3-F19C-4A73-7CD5E1E9857B}"/>
              </a:ext>
            </a:extLst>
          </p:cNvPr>
          <p:cNvSpPr txBox="1"/>
          <p:nvPr/>
        </p:nvSpPr>
        <p:spPr>
          <a:xfrm>
            <a:off x="1322559" y="11955318"/>
            <a:ext cx="8541912" cy="923330"/>
          </a:xfrm>
          <a:prstGeom prst="rect">
            <a:avLst/>
          </a:prstGeom>
          <a:noFill/>
        </p:spPr>
        <p:txBody>
          <a:bodyPr wrap="squar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Color : #FFFFFF</a:t>
            </a:r>
            <a:endParaRPr lang="en-IN" sz="5400" kern="0" dirty="0">
              <a:solidFill>
                <a:prstClr val="white"/>
              </a:solidFill>
              <a:latin typeface="Poppins" panose="00000500000000000000" pitchFamily="2" charset="0"/>
              <a:cs typeface="Poppins" panose="00000500000000000000" pitchFamily="2" charset="0"/>
            </a:endParaRPr>
          </a:p>
        </p:txBody>
      </p:sp>
      <p:sp>
        <p:nvSpPr>
          <p:cNvPr id="9" name="Up Arrow 25">
            <a:extLst>
              <a:ext uri="{FF2B5EF4-FFF2-40B4-BE49-F238E27FC236}">
                <a16:creationId xmlns:a16="http://schemas.microsoft.com/office/drawing/2014/main" id="{7C18D961-12A8-B87B-AB26-343AADC6DDA4}"/>
              </a:ext>
            </a:extLst>
          </p:cNvPr>
          <p:cNvSpPr/>
          <p:nvPr/>
        </p:nvSpPr>
        <p:spPr>
          <a:xfrm>
            <a:off x="2138742" y="8201608"/>
            <a:ext cx="685800" cy="1622628"/>
          </a:xfrm>
          <a:prstGeom prst="upArrow">
            <a:avLst/>
          </a:prstGeom>
          <a:solidFill>
            <a:srgbClr val="FF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200">
              <a:solidFill>
                <a:prstClr val="white"/>
              </a:solidFill>
              <a:latin typeface="Calibri" panose="020F0502020204030204"/>
            </a:endParaRPr>
          </a:p>
        </p:txBody>
      </p:sp>
      <p:sp>
        <p:nvSpPr>
          <p:cNvPr id="10" name="TextBox 9">
            <a:extLst>
              <a:ext uri="{FF2B5EF4-FFF2-40B4-BE49-F238E27FC236}">
                <a16:creationId xmlns:a16="http://schemas.microsoft.com/office/drawing/2014/main" id="{FA8F4FBA-C8E5-CDFA-0933-AD33DF8A6226}"/>
              </a:ext>
            </a:extLst>
          </p:cNvPr>
          <p:cNvSpPr txBox="1"/>
          <p:nvPr/>
        </p:nvSpPr>
        <p:spPr>
          <a:xfrm>
            <a:off x="23653359" y="3799860"/>
            <a:ext cx="10362321" cy="3416320"/>
          </a:xfrm>
          <a:prstGeom prst="rect">
            <a:avLst/>
          </a:prstGeom>
          <a:noFill/>
        </p:spPr>
        <p:txBody>
          <a:bodyPr wrap="square" rtlCol="0">
            <a:spAutoFit/>
          </a:bodyPr>
          <a:lstStyle/>
          <a:p>
            <a:pPr marL="1028700" indent="-1028700">
              <a:buFont typeface="Arial" panose="020B0604020202020204" pitchFamily="34" charset="0"/>
              <a:buChar char="•"/>
              <a:defRPr/>
            </a:pPr>
            <a:r>
              <a:rPr lang="en-US" sz="5400" kern="0" dirty="0">
                <a:solidFill>
                  <a:srgbClr val="FFCC31"/>
                </a:solidFill>
                <a:latin typeface="Cambria Math" panose="02040503050406030204" pitchFamily="18" charset="0"/>
                <a:ea typeface="Cambria Math" panose="02040503050406030204" pitchFamily="18" charset="0"/>
              </a:rPr>
              <a:t>Those who don’t know, Press    ( Alt ) + ( = ) button to type in Cambria Math for equations like - </a:t>
            </a:r>
            <a:endParaRPr lang="en-IN" sz="5400" kern="0" dirty="0">
              <a:solidFill>
                <a:srgbClr val="FFCC31"/>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A416AB-D879-56C6-4403-10F539E70C79}"/>
                  </a:ext>
                </a:extLst>
              </p:cNvPr>
              <p:cNvSpPr txBox="1"/>
              <p:nvPr/>
            </p:nvSpPr>
            <p:spPr>
              <a:xfrm>
                <a:off x="27182120" y="7616327"/>
                <a:ext cx="5257797" cy="923330"/>
              </a:xfrm>
              <a:prstGeom prst="rect">
                <a:avLst/>
              </a:prstGeom>
              <a:noFill/>
            </p:spPr>
            <p:txBody>
              <a:bodyPr wrap="square" rtlCol="0">
                <a:spAutoFit/>
              </a:bodyPr>
              <a:lstStyle/>
              <a:p>
                <a:pPr>
                  <a:defRPr/>
                </a:pPr>
                <a14:m>
                  <m:oMathPara xmlns:m="http://schemas.openxmlformats.org/officeDocument/2006/math">
                    <m:oMathParaPr>
                      <m:jc m:val="centerGroup"/>
                    </m:oMathParaPr>
                    <m:oMath xmlns:m="http://schemas.openxmlformats.org/officeDocument/2006/math">
                      <m:r>
                        <a:rPr lang="en-US" sz="5400" i="1" kern="0" dirty="0">
                          <a:solidFill>
                            <a:srgbClr val="FFCC31"/>
                          </a:solidFill>
                          <a:latin typeface="Cambria Math" panose="02040503050406030204" pitchFamily="18" charset="0"/>
                          <a:ea typeface="Cambria Math" panose="02040503050406030204" pitchFamily="18" charset="0"/>
                        </a:rPr>
                        <m:t>𝐸𝑞𝑢𝑎𝑡𝑖𝑜𝑛</m:t>
                      </m:r>
                    </m:oMath>
                  </m:oMathPara>
                </a14:m>
                <a:endParaRPr lang="en-IN" sz="5400" kern="0" dirty="0">
                  <a:solidFill>
                    <a:srgbClr val="FFCC31"/>
                  </a:solidFill>
                  <a:latin typeface="Cambria Math" panose="02040503050406030204" pitchFamily="18" charset="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24A416AB-D879-56C6-4403-10F539E70C79}"/>
                  </a:ext>
                </a:extLst>
              </p:cNvPr>
              <p:cNvSpPr txBox="1">
                <a:spLocks noRot="1" noChangeAspect="1" noMove="1" noResize="1" noEditPoints="1" noAdjustHandles="1" noChangeArrowheads="1" noChangeShapeType="1" noTextEdit="1"/>
              </p:cNvSpPr>
              <p:nvPr/>
            </p:nvSpPr>
            <p:spPr>
              <a:xfrm>
                <a:off x="27182120" y="7616327"/>
                <a:ext cx="5257797" cy="923330"/>
              </a:xfrm>
              <a:prstGeom prst="rect">
                <a:avLst/>
              </a:prstGeom>
              <a:blipFill>
                <a:blip r:embed="rId2"/>
                <a:stretch>
                  <a:fillRect b="-2297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EEAA06B-4C0D-E906-04EA-99B836526D30}"/>
              </a:ext>
            </a:extLst>
          </p:cNvPr>
          <p:cNvSpPr txBox="1"/>
          <p:nvPr/>
        </p:nvSpPr>
        <p:spPr>
          <a:xfrm>
            <a:off x="24629624" y="10962579"/>
            <a:ext cx="7320591" cy="923330"/>
          </a:xfrm>
          <a:prstGeom prst="rect">
            <a:avLst/>
          </a:prstGeom>
          <a:noFill/>
        </p:spPr>
        <p:txBody>
          <a:bodyPr wrap="square" rtlCol="0">
            <a:spAutoFit/>
          </a:bodyPr>
          <a:lstStyle/>
          <a:p>
            <a:pPr>
              <a:defRPr/>
            </a:pPr>
            <a:r>
              <a:rPr lang="en-US" sz="5400" dirty="0">
                <a:solidFill>
                  <a:srgbClr val="FFCC31"/>
                </a:solidFill>
                <a:latin typeface="Cambria Math" panose="02040503050406030204" pitchFamily="18" charset="0"/>
                <a:ea typeface="Cambria Math" panose="02040503050406030204" pitchFamily="18" charset="0"/>
              </a:rPr>
              <a:t>Font Color :#FFCC31</a:t>
            </a:r>
          </a:p>
        </p:txBody>
      </p:sp>
      <p:sp>
        <p:nvSpPr>
          <p:cNvPr id="13" name="TextBox 12">
            <a:extLst>
              <a:ext uri="{FF2B5EF4-FFF2-40B4-BE49-F238E27FC236}">
                <a16:creationId xmlns:a16="http://schemas.microsoft.com/office/drawing/2014/main" id="{69D0E7B7-6201-BA2E-4C3E-F8EC4EE28446}"/>
              </a:ext>
            </a:extLst>
          </p:cNvPr>
          <p:cNvSpPr txBox="1"/>
          <p:nvPr/>
        </p:nvSpPr>
        <p:spPr>
          <a:xfrm>
            <a:off x="24629622" y="12286056"/>
            <a:ext cx="4110612" cy="923330"/>
          </a:xfrm>
          <a:prstGeom prst="rect">
            <a:avLst/>
          </a:prstGeom>
          <a:noFill/>
        </p:spPr>
        <p:txBody>
          <a:bodyPr wrap="none" rtlCol="0">
            <a:spAutoFit/>
          </a:bodyPr>
          <a:lstStyle/>
          <a:p>
            <a:pPr>
              <a:defRPr/>
            </a:pPr>
            <a:r>
              <a:rPr lang="en-US" sz="5400" dirty="0">
                <a:solidFill>
                  <a:srgbClr val="FFCC31"/>
                </a:solidFill>
                <a:latin typeface="Cambria Math" panose="02040503050406030204" pitchFamily="18" charset="0"/>
                <a:ea typeface="Cambria Math" panose="02040503050406030204" pitchFamily="18" charset="0"/>
              </a:rPr>
              <a:t>Font Size : </a:t>
            </a:r>
            <a:r>
              <a:rPr lang="en-US" sz="5400" dirty="0" smtClean="0">
                <a:solidFill>
                  <a:srgbClr val="FFCC31"/>
                </a:solidFill>
                <a:latin typeface="Cambria Math" panose="02040503050406030204" pitchFamily="18" charset="0"/>
                <a:ea typeface="Cambria Math" panose="02040503050406030204" pitchFamily="18" charset="0"/>
              </a:rPr>
              <a:t>80</a:t>
            </a:r>
          </a:p>
        </p:txBody>
      </p:sp>
      <p:sp>
        <p:nvSpPr>
          <p:cNvPr id="14" name="TextBox 13">
            <a:extLst>
              <a:ext uri="{FF2B5EF4-FFF2-40B4-BE49-F238E27FC236}">
                <a16:creationId xmlns:a16="http://schemas.microsoft.com/office/drawing/2014/main" id="{E3CF3652-0BFB-D0AF-C161-90EDE51B807E}"/>
              </a:ext>
            </a:extLst>
          </p:cNvPr>
          <p:cNvSpPr txBox="1"/>
          <p:nvPr/>
        </p:nvSpPr>
        <p:spPr>
          <a:xfrm>
            <a:off x="24629624" y="13609532"/>
            <a:ext cx="5081584" cy="923330"/>
          </a:xfrm>
          <a:prstGeom prst="rect">
            <a:avLst/>
          </a:prstGeom>
          <a:noFill/>
        </p:spPr>
        <p:txBody>
          <a:bodyPr wrap="none" rtlCol="0">
            <a:spAutoFit/>
          </a:bodyPr>
          <a:lstStyle/>
          <a:p>
            <a:pPr>
              <a:defRPr/>
            </a:pPr>
            <a:r>
              <a:rPr lang="en-US" sz="5400" dirty="0">
                <a:solidFill>
                  <a:srgbClr val="FFCC31"/>
                </a:solidFill>
                <a:latin typeface="Cambria Math" panose="02040503050406030204" pitchFamily="18" charset="0"/>
                <a:ea typeface="Cambria Math" panose="02040503050406030204" pitchFamily="18" charset="0"/>
              </a:rPr>
              <a:t>Font Style : Italic</a:t>
            </a:r>
            <a:endParaRPr lang="en-IN" sz="5400" dirty="0">
              <a:solidFill>
                <a:srgbClr val="FFCC31"/>
              </a:solidFill>
              <a:latin typeface="Cambria Math" panose="02040503050406030204" pitchFamily="18" charset="0"/>
              <a:ea typeface="Cambria Math" panose="02040503050406030204" pitchFamily="18" charset="0"/>
            </a:endParaRPr>
          </a:p>
        </p:txBody>
      </p:sp>
      <p:sp>
        <p:nvSpPr>
          <p:cNvPr id="15" name="Up Arrow 51">
            <a:extLst>
              <a:ext uri="{FF2B5EF4-FFF2-40B4-BE49-F238E27FC236}">
                <a16:creationId xmlns:a16="http://schemas.microsoft.com/office/drawing/2014/main" id="{1DA7F051-CBB6-A194-E18E-21E4AD7BC8FC}"/>
              </a:ext>
            </a:extLst>
          </p:cNvPr>
          <p:cNvSpPr/>
          <p:nvPr/>
        </p:nvSpPr>
        <p:spPr>
          <a:xfrm>
            <a:off x="29468115" y="8939804"/>
            <a:ext cx="685800" cy="1622628"/>
          </a:xfrm>
          <a:prstGeom prst="upArrow">
            <a:avLst/>
          </a:prstGeom>
          <a:solidFill>
            <a:srgbClr val="FFEC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200">
              <a:solidFill>
                <a:srgbClr val="FFCC31"/>
              </a:solidFill>
              <a:latin typeface="Cambria Math" panose="02040503050406030204" pitchFamily="18" charset="0"/>
              <a:ea typeface="Cambria Math" panose="02040503050406030204" pitchFamily="18" charset="0"/>
            </a:endParaRPr>
          </a:p>
        </p:txBody>
      </p:sp>
      <p:sp>
        <p:nvSpPr>
          <p:cNvPr id="16" name="TextBox 15">
            <a:extLst>
              <a:ext uri="{FF2B5EF4-FFF2-40B4-BE49-F238E27FC236}">
                <a16:creationId xmlns:a16="http://schemas.microsoft.com/office/drawing/2014/main" id="{02381209-DB29-8E78-5573-BFE91D219045}"/>
              </a:ext>
            </a:extLst>
          </p:cNvPr>
          <p:cNvSpPr txBox="1"/>
          <p:nvPr/>
        </p:nvSpPr>
        <p:spPr>
          <a:xfrm>
            <a:off x="1322559" y="13482525"/>
            <a:ext cx="6568131" cy="923330"/>
          </a:xfrm>
          <a:prstGeom prst="rect">
            <a:avLst/>
          </a:prstGeom>
          <a:noFill/>
        </p:spPr>
        <p:txBody>
          <a:bodyPr wrap="square" rtlCol="0">
            <a:spAutoFit/>
          </a:bodyPr>
          <a:lstStyle/>
          <a:p>
            <a:pPr>
              <a:defRPr/>
            </a:pPr>
            <a:r>
              <a:rPr lang="en-US" sz="5400" kern="0" dirty="0">
                <a:solidFill>
                  <a:prstClr val="white"/>
                </a:solidFill>
                <a:latin typeface="Poppins" panose="00000500000000000000" pitchFamily="2" charset="0"/>
                <a:cs typeface="Poppins" panose="00000500000000000000" pitchFamily="2" charset="0"/>
              </a:rPr>
              <a:t>Font Size : </a:t>
            </a:r>
            <a:r>
              <a:rPr lang="en-US" sz="5400" kern="0" dirty="0" smtClean="0">
                <a:solidFill>
                  <a:prstClr val="white"/>
                </a:solidFill>
                <a:latin typeface="Poppins" panose="00000500000000000000" pitchFamily="2" charset="0"/>
                <a:cs typeface="Poppins" panose="00000500000000000000" pitchFamily="2" charset="0"/>
              </a:rPr>
              <a:t>80</a:t>
            </a:r>
            <a:endParaRPr lang="en-IN" sz="5400" kern="0" dirty="0">
              <a:solidFill>
                <a:prstClr val="white"/>
              </a:solidFill>
              <a:latin typeface="Poppins" panose="00000500000000000000" pitchFamily="2" charset="0"/>
              <a:cs typeface="Poppins" panose="00000500000000000000" pitchFamily="2" charset="0"/>
            </a:endParaRPr>
          </a:p>
        </p:txBody>
      </p:sp>
      <p:sp>
        <p:nvSpPr>
          <p:cNvPr id="17" name="Rectangle 16">
            <a:extLst>
              <a:ext uri="{FF2B5EF4-FFF2-40B4-BE49-F238E27FC236}">
                <a16:creationId xmlns:a16="http://schemas.microsoft.com/office/drawing/2014/main" id="{4AEB4C4C-C0FD-8B85-12B6-B6045B36B569}"/>
              </a:ext>
            </a:extLst>
          </p:cNvPr>
          <p:cNvSpPr/>
          <p:nvPr/>
        </p:nvSpPr>
        <p:spPr>
          <a:xfrm>
            <a:off x="0" y="15676872"/>
            <a:ext cx="36576000" cy="4897128"/>
          </a:xfrm>
          <a:prstGeom prst="rect">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6200"/>
          </a:p>
        </p:txBody>
      </p:sp>
      <p:sp>
        <p:nvSpPr>
          <p:cNvPr id="18" name="TextBox 17">
            <a:extLst>
              <a:ext uri="{FF2B5EF4-FFF2-40B4-BE49-F238E27FC236}">
                <a16:creationId xmlns:a16="http://schemas.microsoft.com/office/drawing/2014/main" id="{62054020-3A68-48D2-1090-83830641DA8A}"/>
              </a:ext>
            </a:extLst>
          </p:cNvPr>
          <p:cNvSpPr txBox="1"/>
          <p:nvPr/>
        </p:nvSpPr>
        <p:spPr>
          <a:xfrm>
            <a:off x="457200" y="16324941"/>
            <a:ext cx="35661600" cy="3416320"/>
          </a:xfrm>
          <a:prstGeom prst="rect">
            <a:avLst/>
          </a:prstGeom>
          <a:noFill/>
        </p:spPr>
        <p:txBody>
          <a:bodyPr wrap="square" rtlCol="0">
            <a:spAutoFit/>
          </a:bodyPr>
          <a:lstStyle/>
          <a:p>
            <a:r>
              <a:rPr lang="en-IN" sz="5400" b="1" dirty="0">
                <a:solidFill>
                  <a:srgbClr val="FFCC3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PS -</a:t>
            </a:r>
            <a:r>
              <a:rPr lang="en-IN" sz="5400" dirty="0">
                <a:solidFill>
                  <a:srgbClr val="FFCC3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 </a:t>
            </a:r>
            <a:r>
              <a:rPr lang="en-IN" sz="540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lang="en-IN" sz="5400" b="1" dirty="0">
                <a:solidFill>
                  <a:srgbClr val="FFCC3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Do use Microsoft PowerPoint slideshow</a:t>
            </a:r>
            <a:r>
              <a:rPr lang="en-IN" sz="5400" b="1" dirty="0">
                <a:solidFill>
                  <a:srgbClr val="FFF600"/>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 </a:t>
            </a:r>
            <a:r>
              <a:rPr lang="en-IN" sz="5400" dirty="0">
                <a:solidFill>
                  <a:schemeClr val="bg1"/>
                </a:solidFill>
                <a:effectLst>
                  <a:outerShdw blurRad="38100" dist="38100" dir="2700000" algn="tl">
                    <a:srgbClr val="000000">
                      <a:alpha val="43137"/>
                    </a:srgbClr>
                  </a:outerShdw>
                </a:effectLst>
                <a:latin typeface="Poppins" panose="00000500000000000000" pitchFamily="2" charset="0"/>
                <a:cs typeface="Poppins" panose="00000500000000000000" pitchFamily="2" charset="0"/>
              </a:rPr>
              <a:t>for its best view &amp; If you have any issues, please connect with our ppt team.</a:t>
            </a:r>
          </a:p>
        </p:txBody>
      </p:sp>
      <p:grpSp>
        <p:nvGrpSpPr>
          <p:cNvPr id="24" name="Group 23">
            <a:extLst>
              <a:ext uri="{FF2B5EF4-FFF2-40B4-BE49-F238E27FC236}">
                <a16:creationId xmlns:a16="http://schemas.microsoft.com/office/drawing/2014/main" id="{38EAC7EA-98E0-E16A-7BEF-FA7D73177B65}"/>
              </a:ext>
            </a:extLst>
          </p:cNvPr>
          <p:cNvGrpSpPr/>
          <p:nvPr/>
        </p:nvGrpSpPr>
        <p:grpSpPr>
          <a:xfrm>
            <a:off x="640767" y="512064"/>
            <a:ext cx="3678210" cy="3678210"/>
            <a:chOff x="213589" y="170688"/>
            <a:chExt cx="1226070" cy="1226070"/>
          </a:xfrm>
        </p:grpSpPr>
        <p:sp>
          <p:nvSpPr>
            <p:cNvPr id="25" name="Oval 24">
              <a:extLst>
                <a:ext uri="{FF2B5EF4-FFF2-40B4-BE49-F238E27FC236}">
                  <a16:creationId xmlns:a16="http://schemas.microsoft.com/office/drawing/2014/main" id="{24FE74B0-7665-281A-C034-F609997830F0}"/>
                </a:ext>
              </a:extLst>
            </p:cNvPr>
            <p:cNvSpPr/>
            <p:nvPr/>
          </p:nvSpPr>
          <p:spPr>
            <a:xfrm>
              <a:off x="213589" y="170688"/>
              <a:ext cx="1226070" cy="1226070"/>
            </a:xfrm>
            <a:prstGeom prst="ellipse">
              <a:avLst/>
            </a:prstGeom>
            <a:gradFill>
              <a:gsLst>
                <a:gs pos="20000">
                  <a:srgbClr val="DC0000"/>
                </a:gs>
                <a:gs pos="70000">
                  <a:srgbClr val="9C0000"/>
                </a:gs>
              </a:gsLst>
              <a:lin ang="5400000" scaled="0"/>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0"/>
            </a:p>
          </p:txBody>
        </p:sp>
        <p:pic>
          <p:nvPicPr>
            <p:cNvPr id="26" name="Picture 25">
              <a:extLst>
                <a:ext uri="{FF2B5EF4-FFF2-40B4-BE49-F238E27FC236}">
                  <a16:creationId xmlns:a16="http://schemas.microsoft.com/office/drawing/2014/main" id="{3999824C-662B-53C4-5868-8CAE78F4D78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9830" y="286929"/>
              <a:ext cx="993588" cy="993588"/>
            </a:xfrm>
            <a:prstGeom prst="ellipse">
              <a:avLst/>
            </a:prstGeom>
          </p:spPr>
        </p:pic>
      </p:grpSp>
      <p:sp>
        <p:nvSpPr>
          <p:cNvPr id="27" name="TextBox 26">
            <a:extLst>
              <a:ext uri="{FF2B5EF4-FFF2-40B4-BE49-F238E27FC236}">
                <a16:creationId xmlns:a16="http://schemas.microsoft.com/office/drawing/2014/main" id="{4221F911-03E8-1CB4-3CB2-96CCBAD8BE0F}"/>
              </a:ext>
            </a:extLst>
          </p:cNvPr>
          <p:cNvSpPr txBox="1"/>
          <p:nvPr/>
        </p:nvSpPr>
        <p:spPr>
          <a:xfrm>
            <a:off x="4973181" y="1566339"/>
            <a:ext cx="12583299" cy="1569660"/>
          </a:xfrm>
          <a:prstGeom prst="rect">
            <a:avLst/>
          </a:prstGeom>
          <a:noFill/>
        </p:spPr>
        <p:txBody>
          <a:bodyPr wrap="square" rtlCol="0">
            <a:spAutoFit/>
          </a:bodyPr>
          <a:lstStyle/>
          <a:p>
            <a:r>
              <a:rPr lang="en-IN" sz="9600" b="1" dirty="0">
                <a:solidFill>
                  <a:schemeClr val="bg1"/>
                </a:solidFill>
                <a:effectLst>
                  <a:outerShdw blurRad="50800" dist="38100" dir="10800000" algn="r" rotWithShape="0">
                    <a:prstClr val="black">
                      <a:alpha val="71000"/>
                    </a:prstClr>
                  </a:outerShdw>
                </a:effectLst>
                <a:latin typeface="Poppins ExtraBold" panose="00000900000000000000" pitchFamily="2" charset="0"/>
                <a:ea typeface="Roboto" panose="02000000000000000000" pitchFamily="2" charset="0"/>
                <a:cs typeface="Poppins ExtraBold" panose="00000900000000000000" pitchFamily="2" charset="0"/>
              </a:rPr>
              <a:t>Type Heading Here</a:t>
            </a:r>
          </a:p>
        </p:txBody>
      </p:sp>
      <p:sp>
        <p:nvSpPr>
          <p:cNvPr id="19" name="Round Same Side Corner Rectangle 18">
            <a:extLst>
              <a:ext uri="{FF2B5EF4-FFF2-40B4-BE49-F238E27FC236}">
                <a16:creationId xmlns:a16="http://schemas.microsoft.com/office/drawing/2014/main" id="{2C6990E4-8026-39F3-1F63-C5C77EC0A87B}"/>
              </a:ext>
            </a:extLst>
          </p:cNvPr>
          <p:cNvSpPr/>
          <p:nvPr/>
        </p:nvSpPr>
        <p:spPr>
          <a:xfrm rot="10800000">
            <a:off x="33588957" y="-120444"/>
            <a:ext cx="2346273" cy="3256442"/>
          </a:xfrm>
          <a:prstGeom prst="round2SameRect">
            <a:avLst>
              <a:gd name="adj1" fmla="val 50000"/>
              <a:gd name="adj2" fmla="val 0"/>
            </a:avLst>
          </a:prstGeom>
          <a:solidFill>
            <a:schemeClr val="tx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white circle with a black letter in it&#10;&#10;AI-generated content may be incorrect.">
            <a:extLst>
              <a:ext uri="{FF2B5EF4-FFF2-40B4-BE49-F238E27FC236}">
                <a16:creationId xmlns:a16="http://schemas.microsoft.com/office/drawing/2014/main" id="{783B9312-3C77-A92D-AE4D-9A1399C5A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22706" y="872172"/>
            <a:ext cx="1878775" cy="1878775"/>
          </a:xfrm>
          <a:prstGeom prst="rect">
            <a:avLst/>
          </a:prstGeom>
        </p:spPr>
      </p:pic>
    </p:spTree>
    <p:extLst>
      <p:ext uri="{BB962C8B-B14F-4D97-AF65-F5344CB8AC3E}">
        <p14:creationId xmlns:p14="http://schemas.microsoft.com/office/powerpoint/2010/main" val="24021623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973</TotalTime>
  <Words>202</Words>
  <Application>Microsoft Office PowerPoint</Application>
  <PresentationFormat>Custom</PresentationFormat>
  <Paragraphs>44</Paragraphs>
  <Slides>8</Slides>
  <Notes>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8</vt:i4>
      </vt:variant>
    </vt:vector>
  </HeadingPairs>
  <TitlesOfParts>
    <vt:vector size="22" baseType="lpstr">
      <vt:lpstr>Cambria Math</vt:lpstr>
      <vt:lpstr>Roboto</vt:lpstr>
      <vt:lpstr>Arial</vt:lpstr>
      <vt:lpstr>Poppins ExtraBold</vt:lpstr>
      <vt:lpstr>Gadugi</vt:lpstr>
      <vt:lpstr>Poppins SemiBold</vt:lpstr>
      <vt:lpstr>Aptos Display</vt:lpstr>
      <vt:lpstr>Poppins Black</vt:lpstr>
      <vt:lpstr>Poppins</vt:lpstr>
      <vt:lpstr>Cambria</vt:lpstr>
      <vt:lpstr>Aptos</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PW MSO 389</dc:creator>
  <cp:lastModifiedBy>user</cp:lastModifiedBy>
  <cp:revision>39</cp:revision>
  <dcterms:created xsi:type="dcterms:W3CDTF">2025-07-17T12:24:37Z</dcterms:created>
  <dcterms:modified xsi:type="dcterms:W3CDTF">2026-06-17T11:32:24Z</dcterms:modified>
</cp:coreProperties>
</file>