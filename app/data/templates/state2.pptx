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3" r:id="rId1"/>
  </p:sldMasterIdLst>
  <p:notesMasterIdLst>
    <p:notesMasterId r:id="rId11"/>
  </p:notesMasterIdLst>
  <p:sldIdLst>
    <p:sldId id="256" r:id="rId2"/>
    <p:sldId id="257" r:id="rId3"/>
    <p:sldId id="289" r:id="rId4"/>
    <p:sldId id="294" r:id="rId5"/>
    <p:sldId id="290" r:id="rId6"/>
    <p:sldId id="292" r:id="rId7"/>
    <p:sldId id="293" r:id="rId8"/>
    <p:sldId id="258" r:id="rId9"/>
    <p:sldId id="259" r:id="rId10"/>
  </p:sldIdLst>
  <p:sldSz cx="36576000" cy="20574000"/>
  <p:notesSz cx="6858000" cy="9144000"/>
  <p:embeddedFontLst>
    <p:embeddedFont>
      <p:font typeface="Anton" pitchFamily="2" charset="0"/>
      <p:regular r:id="rId12"/>
    </p:embeddedFont>
    <p:embeddedFont>
      <p:font typeface="Australia Custom" panose="020B0604020202020204" charset="0"/>
      <p:regular r:id="rId13"/>
      <p:italic r:id="rId14"/>
      <p:boldItalic r:id="rId15"/>
    </p:embeddedFont>
    <p:embeddedFont>
      <p:font typeface="Cambria" panose="02040503050406030204" pitchFamily="18" charset="0"/>
      <p:regular r:id="rId16"/>
      <p:bold r:id="rId17"/>
      <p:italic r:id="rId18"/>
      <p:boldItalic r:id="rId19"/>
    </p:embeddedFont>
    <p:embeddedFont>
      <p:font typeface="Poppins" panose="00000500000000000000" pitchFamily="2" charset="0"/>
      <p:regular r:id="rId20"/>
      <p:bold r:id="rId21"/>
      <p:italic r:id="rId22"/>
      <p:boldItalic r:id="rId23"/>
    </p:embeddedFont>
    <p:embeddedFont>
      <p:font typeface="Poppins ExtraBold" panose="00000900000000000000" pitchFamily="2" charset="0"/>
      <p:bold r:id="rId24"/>
      <p:boldItalic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32" userDrawn="1">
          <p15:clr>
            <a:srgbClr val="A4A3A4"/>
          </p15:clr>
        </p15:guide>
        <p15:guide id="2" pos="115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170C"/>
    <a:srgbClr val="E2ECDD"/>
    <a:srgbClr val="390A00"/>
    <a:srgbClr val="542C04"/>
    <a:srgbClr val="5C3004"/>
    <a:srgbClr val="341B02"/>
    <a:srgbClr val="6C0000"/>
    <a:srgbClr val="033703"/>
    <a:srgbClr val="00575B"/>
    <a:srgbClr val="003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56" autoAdjust="0"/>
    <p:restoredTop sz="94660"/>
  </p:normalViewPr>
  <p:slideViewPr>
    <p:cSldViewPr snapToGrid="0" showGuides="1">
      <p:cViewPr varScale="1">
        <p:scale>
          <a:sx n="19" d="100"/>
          <a:sy n="19" d="100"/>
        </p:scale>
        <p:origin x="980" y="44"/>
      </p:cViewPr>
      <p:guideLst>
        <p:guide orient="horz" pos="3432"/>
        <p:guide pos="1152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0CB95-8F72-4821-8B36-049675607049}" type="datetimeFigureOut">
              <a:rPr lang="en-IN" smtClean="0"/>
              <a:t>26-06-2026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DDB16-0FA7-4F11-A981-254AA9902A30}" type="slidenum">
              <a:rPr lang="en-IN" smtClean="0"/>
              <a:t>‹#›</a:t>
            </a:fld>
            <a:endParaRPr lang="en-IN"/>
          </a:p>
        </p:txBody>
      </p:sp>
    </p:spTree>
    <p:extLst>
      <p:ext uri="{BB962C8B-B14F-4D97-AF65-F5344CB8AC3E}">
        <p14:creationId xmlns:p14="http://schemas.microsoft.com/office/powerpoint/2010/main" val="2489125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4391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6643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3293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6880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690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600"/>
              <a:buFont typeface="Arial"/>
              <a:buNone/>
            </a:pPr>
            <a:r>
              <a:rPr lang="en-IN"/>
              <a:t>This ppt can be modified and tuned wherever required as per the faculty requirements and content</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p:txBody>
      </p:sp>
      <p:sp>
        <p:nvSpPr>
          <p:cNvPr id="117" name="Google Shape;117;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IN"/>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0" y="3367089"/>
            <a:ext cx="27432000" cy="7162800"/>
          </a:xfrm>
          <a:prstGeom prst="rect">
            <a:avLst/>
          </a:prstGeom>
        </p:spPr>
        <p:txBody>
          <a:bodyPr anchor="b"/>
          <a:lstStyle>
            <a:lvl1pPr algn="ctr">
              <a:defRPr sz="18000"/>
            </a:lvl1pPr>
          </a:lstStyle>
          <a:p>
            <a:r>
              <a:rPr lang="en-US"/>
              <a:t>Click to edit Master title style</a:t>
            </a:r>
            <a:endParaRPr lang="en-US" dirty="0"/>
          </a:p>
        </p:txBody>
      </p:sp>
      <p:sp>
        <p:nvSpPr>
          <p:cNvPr id="3" name="Subtitle 2"/>
          <p:cNvSpPr>
            <a:spLocks noGrp="1"/>
          </p:cNvSpPr>
          <p:nvPr>
            <p:ph type="subTitle" idx="1"/>
          </p:nvPr>
        </p:nvSpPr>
        <p:spPr>
          <a:xfrm>
            <a:off x="4572000" y="10806114"/>
            <a:ext cx="27432000" cy="4967286"/>
          </a:xfrm>
          <a:prstGeom prst="rect">
            <a:avLst/>
          </a:prstGeom>
        </p:spPr>
        <p:txBody>
          <a:bodyPr/>
          <a:lstStyle>
            <a:lvl1pPr marL="0" indent="0" algn="ctr">
              <a:buNone/>
              <a:defRPr sz="7200"/>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edit Master subtitle style</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3651535321"/>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2514600" y="5476875"/>
            <a:ext cx="31546800" cy="130540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20008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0" y="5129216"/>
            <a:ext cx="31546800" cy="8558211"/>
          </a:xfrm>
          <a:prstGeom prst="rect">
            <a:avLst/>
          </a:prstGeom>
        </p:spPr>
        <p:txBody>
          <a:bodyPr anchor="b"/>
          <a:lstStyle>
            <a:lvl1pPr>
              <a:defRPr sz="18000"/>
            </a:lvl1pPr>
          </a:lstStyle>
          <a:p>
            <a:r>
              <a:rPr lang="en-US"/>
              <a:t>Click to edit Master title style</a:t>
            </a:r>
            <a:endParaRPr lang="en-US" dirty="0"/>
          </a:p>
        </p:txBody>
      </p:sp>
      <p:sp>
        <p:nvSpPr>
          <p:cNvPr id="3" name="Text Placeholder 2"/>
          <p:cNvSpPr>
            <a:spLocks noGrp="1"/>
          </p:cNvSpPr>
          <p:nvPr>
            <p:ph type="body" idx="1"/>
          </p:nvPr>
        </p:nvSpPr>
        <p:spPr>
          <a:xfrm>
            <a:off x="2495550" y="13768391"/>
            <a:ext cx="31546800" cy="4500561"/>
          </a:xfrm>
          <a:prstGeom prst="rect">
            <a:avLst/>
          </a:prstGeom>
        </p:spPr>
        <p:txBody>
          <a:bodyPr/>
          <a:lstStyle>
            <a:lvl1pPr marL="0" indent="0">
              <a:buNone/>
              <a:defRPr sz="7200">
                <a:solidFill>
                  <a:schemeClr val="tx1">
                    <a:tint val="82000"/>
                  </a:schemeClr>
                </a:solidFill>
              </a:defRPr>
            </a:lvl1pPr>
            <a:lvl2pPr marL="1371600" indent="0">
              <a:buNone/>
              <a:defRPr sz="6000">
                <a:solidFill>
                  <a:schemeClr val="tx1">
                    <a:tint val="82000"/>
                  </a:schemeClr>
                </a:solidFill>
              </a:defRPr>
            </a:lvl2pPr>
            <a:lvl3pPr marL="2743200" indent="0">
              <a:buNone/>
              <a:defRPr sz="5400">
                <a:solidFill>
                  <a:schemeClr val="tx1">
                    <a:tint val="82000"/>
                  </a:schemeClr>
                </a:solidFill>
              </a:defRPr>
            </a:lvl3pPr>
            <a:lvl4pPr marL="4114800" indent="0">
              <a:buNone/>
              <a:defRPr sz="4800">
                <a:solidFill>
                  <a:schemeClr val="tx1">
                    <a:tint val="82000"/>
                  </a:schemeClr>
                </a:solidFill>
              </a:defRPr>
            </a:lvl4pPr>
            <a:lvl5pPr marL="5486400" indent="0">
              <a:buNone/>
              <a:defRPr sz="4800">
                <a:solidFill>
                  <a:schemeClr val="tx1">
                    <a:tint val="82000"/>
                  </a:schemeClr>
                </a:solidFill>
              </a:defRPr>
            </a:lvl5pPr>
            <a:lvl6pPr marL="6858000" indent="0">
              <a:buNone/>
              <a:defRPr sz="4800">
                <a:solidFill>
                  <a:schemeClr val="tx1">
                    <a:tint val="82000"/>
                  </a:schemeClr>
                </a:solidFill>
              </a:defRPr>
            </a:lvl6pPr>
            <a:lvl7pPr marL="8229600" indent="0">
              <a:buNone/>
              <a:defRPr sz="4800">
                <a:solidFill>
                  <a:schemeClr val="tx1">
                    <a:tint val="82000"/>
                  </a:schemeClr>
                </a:solidFill>
              </a:defRPr>
            </a:lvl7pPr>
            <a:lvl8pPr marL="9601200" indent="0">
              <a:buNone/>
              <a:defRPr sz="4800">
                <a:solidFill>
                  <a:schemeClr val="tx1">
                    <a:tint val="82000"/>
                  </a:schemeClr>
                </a:solidFill>
              </a:defRPr>
            </a:lvl8pPr>
            <a:lvl9pPr marL="10972800" indent="0">
              <a:buNone/>
              <a:defRPr sz="4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2629890028"/>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5476875"/>
            <a:ext cx="15544800" cy="130540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5476875"/>
            <a:ext cx="15544800" cy="130540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6" name="Footer Placeholder 5"/>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7" name="Slide Number Placeholder 6"/>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99161755"/>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095377"/>
            <a:ext cx="31546800" cy="3976689"/>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2519366" y="5043489"/>
            <a:ext cx="15473361" cy="2471736"/>
          </a:xfrm>
          <a:prstGeom prst="rect">
            <a:avLst/>
          </a:prstGeo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4" name="Content Placeholder 3"/>
          <p:cNvSpPr>
            <a:spLocks noGrp="1"/>
          </p:cNvSpPr>
          <p:nvPr>
            <p:ph sz="half" idx="2"/>
          </p:nvPr>
        </p:nvSpPr>
        <p:spPr>
          <a:xfrm>
            <a:off x="2519366" y="7515225"/>
            <a:ext cx="15473361" cy="1105376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0" y="5043489"/>
            <a:ext cx="15549564" cy="2471736"/>
          </a:xfrm>
          <a:prstGeom prst="rect">
            <a:avLst/>
          </a:prstGeo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6" name="Content Placeholder 5"/>
          <p:cNvSpPr>
            <a:spLocks noGrp="1"/>
          </p:cNvSpPr>
          <p:nvPr>
            <p:ph sz="quarter" idx="4"/>
          </p:nvPr>
        </p:nvSpPr>
        <p:spPr>
          <a:xfrm>
            <a:off x="18516600" y="7515225"/>
            <a:ext cx="15549564" cy="1105376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8" name="Footer Placeholder 7"/>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9" name="Slide Number Placeholder 8"/>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2597362334"/>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4" name="Footer Placeholder 3"/>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5" name="Slide Number Placeholder 4"/>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3242370762"/>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3" name="Footer Placeholder 2"/>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4" name="Slide Number Placeholder 3"/>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2541344246"/>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6" y="1371600"/>
            <a:ext cx="11796711" cy="4800600"/>
          </a:xfrm>
          <a:prstGeom prst="rect">
            <a:avLst/>
          </a:prstGeom>
        </p:spPr>
        <p:txBody>
          <a:bodyPr anchor="b"/>
          <a:lstStyle>
            <a:lvl1pPr>
              <a:defRPr sz="9600"/>
            </a:lvl1pPr>
          </a:lstStyle>
          <a:p>
            <a:r>
              <a:rPr lang="en-US"/>
              <a:t>Click to edit Master title style</a:t>
            </a:r>
            <a:endParaRPr lang="en-US" dirty="0"/>
          </a:p>
        </p:txBody>
      </p:sp>
      <p:sp>
        <p:nvSpPr>
          <p:cNvPr id="3" name="Content Placeholder 2"/>
          <p:cNvSpPr>
            <a:spLocks noGrp="1"/>
          </p:cNvSpPr>
          <p:nvPr>
            <p:ph idx="1"/>
          </p:nvPr>
        </p:nvSpPr>
        <p:spPr>
          <a:xfrm>
            <a:off x="15549564" y="2962277"/>
            <a:ext cx="18516600" cy="14620875"/>
          </a:xfrm>
          <a:prstGeom prst="rect">
            <a:avLst/>
          </a:prstGeom>
        </p:spPr>
        <p:txBody>
          <a:bodyPr/>
          <a:lstStyle>
            <a:lvl1pPr>
              <a:defRPr sz="9600"/>
            </a:lvl1pPr>
            <a:lvl2pPr>
              <a:defRPr sz="8400"/>
            </a:lvl2pPr>
            <a:lvl3pPr>
              <a:defRPr sz="7200"/>
            </a:lvl3pPr>
            <a:lvl4pPr>
              <a:defRPr sz="6000"/>
            </a:lvl4pPr>
            <a:lvl5pPr>
              <a:defRPr sz="6000"/>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6" y="6172200"/>
            <a:ext cx="11796711" cy="11434764"/>
          </a:xfrm>
          <a:prstGeom prst="rect">
            <a:avLst/>
          </a:prstGeo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6" name="Footer Placeholder 5"/>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7" name="Slide Number Placeholder 6"/>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3445884320"/>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6" y="1371600"/>
            <a:ext cx="11796711" cy="4800600"/>
          </a:xfrm>
          <a:prstGeom prst="rect">
            <a:avLst/>
          </a:prstGeom>
        </p:spPr>
        <p:txBody>
          <a:bodyPr anchor="b"/>
          <a:lstStyle>
            <a:lvl1pPr>
              <a:defRPr sz="9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2962277"/>
            <a:ext cx="18516600" cy="14620875"/>
          </a:xfrm>
          <a:prstGeom prst="rect">
            <a:avLst/>
          </a:prstGeom>
        </p:spPr>
        <p:txBody>
          <a:bodyPr anchor="t"/>
          <a:lstStyle>
            <a:lvl1pPr marL="0" indent="0">
              <a:buNone/>
              <a:defRPr sz="9600"/>
            </a:lvl1pPr>
            <a:lvl2pPr marL="1371600" indent="0">
              <a:buNone/>
              <a:defRPr sz="8400"/>
            </a:lvl2pPr>
            <a:lvl3pPr marL="2743200" indent="0">
              <a:buNone/>
              <a:defRPr sz="7200"/>
            </a:lvl3pPr>
            <a:lvl4pPr marL="4114800" indent="0">
              <a:buNone/>
              <a:defRPr sz="6000"/>
            </a:lvl4pPr>
            <a:lvl5pPr marL="5486400" indent="0">
              <a:buNone/>
              <a:defRPr sz="6000"/>
            </a:lvl5pPr>
            <a:lvl6pPr marL="6858000" indent="0">
              <a:buNone/>
              <a:defRPr sz="6000"/>
            </a:lvl6pPr>
            <a:lvl7pPr marL="8229600" indent="0">
              <a:buNone/>
              <a:defRPr sz="6000"/>
            </a:lvl7pPr>
            <a:lvl8pPr marL="9601200" indent="0">
              <a:buNone/>
              <a:defRPr sz="6000"/>
            </a:lvl8pPr>
            <a:lvl9pPr marL="10972800" indent="0">
              <a:buNone/>
              <a:defRPr sz="6000"/>
            </a:lvl9pPr>
          </a:lstStyle>
          <a:p>
            <a:r>
              <a:rPr lang="en-US"/>
              <a:t>Click icon to add picture</a:t>
            </a:r>
            <a:endParaRPr lang="en-US" dirty="0"/>
          </a:p>
        </p:txBody>
      </p:sp>
      <p:sp>
        <p:nvSpPr>
          <p:cNvPr id="4" name="Text Placeholder 3"/>
          <p:cNvSpPr>
            <a:spLocks noGrp="1"/>
          </p:cNvSpPr>
          <p:nvPr>
            <p:ph type="body" sz="half" idx="2"/>
          </p:nvPr>
        </p:nvSpPr>
        <p:spPr>
          <a:xfrm>
            <a:off x="2519366" y="6172200"/>
            <a:ext cx="11796711" cy="11434764"/>
          </a:xfrm>
          <a:prstGeom prst="rect">
            <a:avLst/>
          </a:prstGeo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6" name="Footer Placeholder 5"/>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7" name="Slide Number Placeholder 6"/>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3137412777"/>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2514600" y="5476875"/>
            <a:ext cx="31546800" cy="1305401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1394503954"/>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0" y="1095375"/>
            <a:ext cx="7886700" cy="17435514"/>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0" y="1095375"/>
            <a:ext cx="23202900" cy="1743551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A797F174-9319-4E8F-B4BE-E6C1A5E3314A}" type="datetimeFigureOut">
              <a:rPr lang="en-IN" smtClean="0"/>
              <a:t>26-06-2026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4AD17417-AB13-4DC5-9355-DD68436533DC}" type="slidenum">
              <a:rPr lang="en-IN" smtClean="0"/>
              <a:t>‹#›</a:t>
            </a:fld>
            <a:endParaRPr lang="en-IN"/>
          </a:p>
        </p:txBody>
      </p:sp>
    </p:spTree>
    <p:extLst>
      <p:ext uri="{BB962C8B-B14F-4D97-AF65-F5344CB8AC3E}">
        <p14:creationId xmlns:p14="http://schemas.microsoft.com/office/powerpoint/2010/main" val="2692305259"/>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4901282"/>
      </p:ext>
    </p:extLst>
  </p:cSld>
  <p:clrMapOvr>
    <a:masterClrMapping/>
  </p:clrMapOvr>
  <p:transition spd="slow">
    <p:push dir="u"/>
  </p:transition>
  <p:extLst>
    <p:ext uri="{DCECCB84-F9BA-43D5-87BE-67443E8EF086}">
      <p15:sldGuideLst xmlns:p15="http://schemas.microsoft.com/office/powerpoint/2012/main">
        <p15:guide id="1" orient="horz" pos="6480">
          <p15:clr>
            <a:srgbClr val="FBAE40"/>
          </p15:clr>
        </p15:guide>
        <p15:guide id="2" pos="115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and Content">
  <p:cSld name="2_Title and Content">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3615757993"/>
      </p:ext>
    </p:extLst>
  </p:cSld>
  <p:clrMapOvr>
    <a:masterClrMapping/>
  </p:clrMapOvr>
  <p:transition spd="slow">
    <p:push/>
  </p:transition>
  <p:extLst>
    <p:ext uri="{DCECCB84-F9BA-43D5-87BE-67443E8EF086}">
      <p15:sldGuideLst xmlns:p15="http://schemas.microsoft.com/office/powerpoint/2012/main">
        <p15:guide id="1" orient="horz" pos="6480">
          <p15:clr>
            <a:srgbClr val="FBAE40"/>
          </p15:clr>
        </p15:guide>
        <p15:guide id="2" pos="115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17017C0-7ADE-3023-7C6B-C0AD32013D9C}"/>
              </a:ext>
            </a:extLst>
          </p:cNvPr>
          <p:cNvGrpSpPr/>
          <p:nvPr userDrawn="1"/>
        </p:nvGrpSpPr>
        <p:grpSpPr>
          <a:xfrm>
            <a:off x="34014783" y="-2016037"/>
            <a:ext cx="1926363" cy="4202618"/>
            <a:chOff x="34014783" y="-2016037"/>
            <a:chExt cx="1926363" cy="4202618"/>
          </a:xfrm>
        </p:grpSpPr>
        <p:sp>
          <p:nvSpPr>
            <p:cNvPr id="7" name="Rectangle: Rounded Corners 6">
              <a:extLst>
                <a:ext uri="{FF2B5EF4-FFF2-40B4-BE49-F238E27FC236}">
                  <a16:creationId xmlns:a16="http://schemas.microsoft.com/office/drawing/2014/main" id="{C4D6AD64-CACB-FC8C-B0C5-C8753A692F5A}"/>
                </a:ext>
              </a:extLst>
            </p:cNvPr>
            <p:cNvSpPr/>
            <p:nvPr userDrawn="1"/>
          </p:nvSpPr>
          <p:spPr>
            <a:xfrm>
              <a:off x="34014783" y="-2016037"/>
              <a:ext cx="1926363" cy="42026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descr="A black and white logo&#10;&#10;AI-generated content may be incorrect.">
              <a:extLst>
                <a:ext uri="{FF2B5EF4-FFF2-40B4-BE49-F238E27FC236}">
                  <a16:creationId xmlns:a16="http://schemas.microsoft.com/office/drawing/2014/main" id="{1FF6D77E-D6BB-2340-71A6-8DEFDB586DED}"/>
                </a:ext>
              </a:extLst>
            </p:cNvPr>
            <p:cNvPicPr>
              <a:picLocks noChangeAspect="1"/>
            </p:cNvPicPr>
            <p:nvPr userDrawn="1"/>
          </p:nvPicPr>
          <p:blipFill>
            <a:blip r:embed="rId16" cstate="hq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186728" y="478558"/>
              <a:ext cx="1582471" cy="1582471"/>
            </a:xfrm>
            <a:prstGeom prst="rect">
              <a:avLst/>
            </a:prstGeom>
          </p:spPr>
        </p:pic>
      </p:grpSp>
    </p:spTree>
    <p:extLst>
      <p:ext uri="{BB962C8B-B14F-4D97-AF65-F5344CB8AC3E}">
        <p14:creationId xmlns:p14="http://schemas.microsoft.com/office/powerpoint/2010/main" val="135156456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transition spd="slow">
    <p:push dir="u"/>
  </p:transition>
  <p:txStyles>
    <p:titleStyle>
      <a:lvl1pPr algn="l" defTabSz="2743200" rtl="0" eaLnBrk="1" latinLnBrk="0" hangingPunct="1">
        <a:lnSpc>
          <a:spcPct val="90000"/>
        </a:lnSpc>
        <a:spcBef>
          <a:spcPct val="0"/>
        </a:spcBef>
        <a:buNone/>
        <a:defRPr sz="13200" kern="1200">
          <a:solidFill>
            <a:schemeClr val="tx1"/>
          </a:solidFill>
          <a:latin typeface="+mj-lt"/>
          <a:ea typeface="+mj-ea"/>
          <a:cs typeface="+mj-cs"/>
        </a:defRPr>
      </a:lvl1pPr>
    </p:titleStyle>
    <p:body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80" userDrawn="1">
          <p15:clr>
            <a:srgbClr val="F26B43"/>
          </p15:clr>
        </p15:guide>
        <p15:guide id="2" pos="115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microsoft.com/office/2007/relationships/hdphoto" Target="../media/hdphoto2.wdp"/><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07A813-C18B-6A19-9CFA-73E3DE89CD8C}"/>
              </a:ext>
            </a:extLst>
          </p:cNvPr>
          <p:cNvSpPr txBox="1"/>
          <p:nvPr/>
        </p:nvSpPr>
        <p:spPr>
          <a:xfrm>
            <a:off x="952500" y="9823608"/>
            <a:ext cx="22408699" cy="4862870"/>
          </a:xfrm>
          <a:prstGeom prst="rect">
            <a:avLst/>
          </a:prstGeom>
          <a:noFill/>
        </p:spPr>
        <p:txBody>
          <a:bodyPr wrap="none" rtlCol="0">
            <a:spAutoFit/>
          </a:bodyPr>
          <a:lstStyle/>
          <a:p>
            <a:r>
              <a:rPr lang="en-US" sz="31000" dirty="0">
                <a:solidFill>
                  <a:schemeClr val="tx1">
                    <a:lumMod val="85000"/>
                    <a:lumOff val="15000"/>
                  </a:schemeClr>
                </a:solidFill>
                <a:latin typeface="Anton" pitchFamily="2" charset="0"/>
              </a:rPr>
              <a:t>CHAPTER NAME</a:t>
            </a:r>
            <a:endParaRPr lang="en-IN" sz="31000" dirty="0">
              <a:solidFill>
                <a:schemeClr val="tx1">
                  <a:lumMod val="85000"/>
                  <a:lumOff val="15000"/>
                </a:schemeClr>
              </a:solidFill>
              <a:latin typeface="Anton" pitchFamily="2" charset="0"/>
            </a:endParaRPr>
          </a:p>
        </p:txBody>
      </p:sp>
      <p:grpSp>
        <p:nvGrpSpPr>
          <p:cNvPr id="11" name="Group 10">
            <a:extLst>
              <a:ext uri="{FF2B5EF4-FFF2-40B4-BE49-F238E27FC236}">
                <a16:creationId xmlns:a16="http://schemas.microsoft.com/office/drawing/2014/main" id="{2C3942EA-750D-F82D-167F-7A9BBC4154C4}"/>
              </a:ext>
            </a:extLst>
          </p:cNvPr>
          <p:cNvGrpSpPr/>
          <p:nvPr/>
        </p:nvGrpSpPr>
        <p:grpSpPr>
          <a:xfrm>
            <a:off x="2569769" y="15045801"/>
            <a:ext cx="16618117" cy="1912398"/>
            <a:chOff x="104306" y="14463910"/>
            <a:chExt cx="16618117" cy="1912398"/>
          </a:xfrm>
        </p:grpSpPr>
        <p:grpSp>
          <p:nvGrpSpPr>
            <p:cNvPr id="8" name="Group 7">
              <a:extLst>
                <a:ext uri="{FF2B5EF4-FFF2-40B4-BE49-F238E27FC236}">
                  <a16:creationId xmlns:a16="http://schemas.microsoft.com/office/drawing/2014/main" id="{982AE446-8CEC-0874-2BDC-EE6F993FFD9D}"/>
                </a:ext>
              </a:extLst>
            </p:cNvPr>
            <p:cNvGrpSpPr/>
            <p:nvPr/>
          </p:nvGrpSpPr>
          <p:grpSpPr>
            <a:xfrm>
              <a:off x="104306" y="14463910"/>
              <a:ext cx="16618117" cy="1912398"/>
              <a:chOff x="-1226828" y="14353309"/>
              <a:chExt cx="18725711" cy="2133600"/>
            </a:xfrm>
          </p:grpSpPr>
          <p:sp>
            <p:nvSpPr>
              <p:cNvPr id="5" name="Rectangle: Rounded Corners 4">
                <a:extLst>
                  <a:ext uri="{FF2B5EF4-FFF2-40B4-BE49-F238E27FC236}">
                    <a16:creationId xmlns:a16="http://schemas.microsoft.com/office/drawing/2014/main" id="{1DAF6367-C4CB-D287-8A00-80B3ABC610FD}"/>
                  </a:ext>
                </a:extLst>
              </p:cNvPr>
              <p:cNvSpPr/>
              <p:nvPr/>
            </p:nvSpPr>
            <p:spPr>
              <a:xfrm>
                <a:off x="-1226828" y="14353309"/>
                <a:ext cx="10384687" cy="2133600"/>
              </a:xfrm>
              <a:prstGeom prst="roundRect">
                <a:avLst>
                  <a:gd name="adj" fmla="val 0"/>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6016E0E6-A0EA-5B9B-667F-26B0F7C2A1B5}"/>
                  </a:ext>
                </a:extLst>
              </p:cNvPr>
              <p:cNvSpPr/>
              <p:nvPr/>
            </p:nvSpPr>
            <p:spPr>
              <a:xfrm>
                <a:off x="6673256" y="14353309"/>
                <a:ext cx="10825627" cy="2133600"/>
              </a:xfrm>
              <a:prstGeom prst="roundRect">
                <a:avLst>
                  <a:gd name="adj" fmla="val 0"/>
                </a:avLst>
              </a:prstGeom>
              <a:solidFill>
                <a:srgbClr val="6C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9" name="TextBox 8">
              <a:extLst>
                <a:ext uri="{FF2B5EF4-FFF2-40B4-BE49-F238E27FC236}">
                  <a16:creationId xmlns:a16="http://schemas.microsoft.com/office/drawing/2014/main" id="{13B2523C-071A-79E7-7069-ABCB5EABBABB}"/>
                </a:ext>
              </a:extLst>
            </p:cNvPr>
            <p:cNvSpPr txBox="1"/>
            <p:nvPr/>
          </p:nvSpPr>
          <p:spPr>
            <a:xfrm>
              <a:off x="569512" y="14796463"/>
              <a:ext cx="5894562" cy="1446550"/>
            </a:xfrm>
            <a:prstGeom prst="rect">
              <a:avLst/>
            </a:prstGeom>
            <a:noFill/>
          </p:spPr>
          <p:txBody>
            <a:bodyPr wrap="none" rtlCol="0">
              <a:spAutoFit/>
            </a:bodyPr>
            <a:lstStyle/>
            <a:p>
              <a:r>
                <a:rPr lang="en-US" sz="8800" b="1" dirty="0">
                  <a:solidFill>
                    <a:schemeClr val="bg1"/>
                  </a:solidFill>
                  <a:latin typeface="Poppins" panose="00000500000000000000" pitchFamily="2" charset="0"/>
                  <a:cs typeface="Poppins" panose="00000500000000000000" pitchFamily="2" charset="0"/>
                </a:rPr>
                <a:t>LECTURE- </a:t>
              </a:r>
              <a:endParaRPr lang="en-IN" sz="8800" b="1" dirty="0">
                <a:solidFill>
                  <a:schemeClr val="bg1"/>
                </a:solidFill>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8230D472-2D46-8AD7-8086-001EBCEF98C0}"/>
                </a:ext>
              </a:extLst>
            </p:cNvPr>
            <p:cNvSpPr txBox="1"/>
            <p:nvPr/>
          </p:nvSpPr>
          <p:spPr>
            <a:xfrm>
              <a:off x="8762353" y="14796463"/>
              <a:ext cx="4573688" cy="1446550"/>
            </a:xfrm>
            <a:prstGeom prst="rect">
              <a:avLst/>
            </a:prstGeom>
            <a:noFill/>
          </p:spPr>
          <p:txBody>
            <a:bodyPr wrap="none" rtlCol="0">
              <a:spAutoFit/>
            </a:bodyPr>
            <a:lstStyle/>
            <a:p>
              <a:r>
                <a:rPr lang="en-IN" sz="8800" b="1" dirty="0">
                  <a:solidFill>
                    <a:schemeClr val="bg1"/>
                  </a:solidFill>
                  <a:latin typeface="Poppins" panose="00000500000000000000" pitchFamily="2" charset="0"/>
                  <a:cs typeface="Poppins" panose="00000500000000000000" pitchFamily="2" charset="0"/>
                </a:rPr>
                <a:t>Subject</a:t>
              </a:r>
            </a:p>
          </p:txBody>
        </p:sp>
      </p:grpSp>
      <p:sp>
        <p:nvSpPr>
          <p:cNvPr id="13" name="TextBox 12">
            <a:extLst>
              <a:ext uri="{FF2B5EF4-FFF2-40B4-BE49-F238E27FC236}">
                <a16:creationId xmlns:a16="http://schemas.microsoft.com/office/drawing/2014/main" id="{A9CE485A-E46D-2801-3396-5C149CE56698}"/>
              </a:ext>
            </a:extLst>
          </p:cNvPr>
          <p:cNvSpPr txBox="1"/>
          <p:nvPr/>
        </p:nvSpPr>
        <p:spPr>
          <a:xfrm>
            <a:off x="4906563" y="17676845"/>
            <a:ext cx="12954186" cy="1862048"/>
          </a:xfrm>
          <a:prstGeom prst="rect">
            <a:avLst/>
          </a:prstGeom>
          <a:noFill/>
        </p:spPr>
        <p:txBody>
          <a:bodyPr wrap="square" anchor="ctr">
            <a:spAutoFit/>
          </a:bodyPr>
          <a:lstStyle/>
          <a:p>
            <a:pPr algn="ctr"/>
            <a:r>
              <a:rPr lang="en-IN" sz="11500" b="1" dirty="0">
                <a:solidFill>
                  <a:srgbClr val="FFFF00"/>
                </a:solidFill>
                <a:effectLst>
                  <a:outerShdw blurRad="38100" dist="38100" dir="2700000" algn="tl">
                    <a:srgbClr val="000000">
                      <a:alpha val="43137"/>
                    </a:srgbClr>
                  </a:outerShdw>
                </a:effectLst>
                <a:latin typeface="Poppins "/>
              </a:rPr>
              <a:t>Faculty Name</a:t>
            </a:r>
          </a:p>
        </p:txBody>
      </p:sp>
    </p:spTree>
    <p:extLst>
      <p:ext uri="{BB962C8B-B14F-4D97-AF65-F5344CB8AC3E}">
        <p14:creationId xmlns:p14="http://schemas.microsoft.com/office/powerpoint/2010/main" val="112107798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FE71EA-5FE3-80B4-3473-676691B7C67E}"/>
              </a:ext>
            </a:extLst>
          </p:cNvPr>
          <p:cNvSpPr txBox="1"/>
          <p:nvPr/>
        </p:nvSpPr>
        <p:spPr>
          <a:xfrm>
            <a:off x="2087208" y="778077"/>
            <a:ext cx="30720356" cy="3123932"/>
          </a:xfrm>
          <a:prstGeom prst="rect">
            <a:avLst/>
          </a:prstGeom>
          <a:noFill/>
        </p:spPr>
        <p:txBody>
          <a:bodyPr wrap="square">
            <a:spAutoFit/>
          </a:bodyPr>
          <a:lstStyle>
            <a:defPPr>
              <a:defRPr lang="en-US"/>
            </a:defPPr>
            <a:lvl1pPr algn="ctr">
              <a:defRPr sz="8800" b="1">
                <a:gradFill>
                  <a:gsLst>
                    <a:gs pos="49000">
                      <a:srgbClr val="FFFF00"/>
                    </a:gs>
                    <a:gs pos="11000">
                      <a:srgbClr val="FFC000"/>
                    </a:gs>
                    <a:gs pos="87000">
                      <a:srgbClr val="FFC000"/>
                    </a:gs>
                  </a:gsLst>
                  <a:lin ang="12600000" scaled="0"/>
                </a:gradFill>
                <a:effectLst>
                  <a:outerShdw blurRad="101600" dist="76200" dir="5400000" algn="t" rotWithShape="0">
                    <a:prstClr val="black">
                      <a:alpha val="56000"/>
                    </a:prstClr>
                  </a:outerShdw>
                </a:effectLst>
                <a:latin typeface="Poppins" panose="00000500000000000000" pitchFamily="2" charset="0"/>
                <a:cs typeface="Poppins" panose="00000500000000000000" pitchFamily="2" charset="0"/>
              </a:defRPr>
            </a:lvl1pPr>
          </a:lstStyle>
          <a:p>
            <a:pPr algn="l"/>
            <a:r>
              <a:rPr lang="en-IN" sz="19700" b="0" spc="-150" dirty="0">
                <a:latin typeface="Poppins ExtraBold" panose="00000900000000000000" pitchFamily="2" charset="0"/>
                <a:cs typeface="Poppins ExtraBold" panose="00000900000000000000" pitchFamily="2" charset="0"/>
              </a:rPr>
              <a:t>Topics To Be Covered</a:t>
            </a:r>
          </a:p>
        </p:txBody>
      </p:sp>
      <p:sp>
        <p:nvSpPr>
          <p:cNvPr id="5" name="Rectangle: Rounded Corners 4">
            <a:extLst>
              <a:ext uri="{FF2B5EF4-FFF2-40B4-BE49-F238E27FC236}">
                <a16:creationId xmlns:a16="http://schemas.microsoft.com/office/drawing/2014/main" id="{76135C54-6BE1-9363-CD7E-9E60C7B43E2B}"/>
              </a:ext>
            </a:extLst>
          </p:cNvPr>
          <p:cNvSpPr/>
          <p:nvPr/>
        </p:nvSpPr>
        <p:spPr>
          <a:xfrm>
            <a:off x="723900" y="4699549"/>
            <a:ext cx="34429700" cy="12393523"/>
          </a:xfrm>
          <a:prstGeom prst="roundRect">
            <a:avLst>
              <a:gd name="adj" fmla="val 9823"/>
            </a:avLst>
          </a:prstGeom>
          <a:solidFill>
            <a:srgbClr val="531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19" name="TextBox 18">
            <a:extLst>
              <a:ext uri="{FF2B5EF4-FFF2-40B4-BE49-F238E27FC236}">
                <a16:creationId xmlns:a16="http://schemas.microsoft.com/office/drawing/2014/main" id="{4F9E449A-1841-E2C0-8B83-B3D6C4594FD0}"/>
              </a:ext>
            </a:extLst>
          </p:cNvPr>
          <p:cNvSpPr txBox="1"/>
          <p:nvPr/>
        </p:nvSpPr>
        <p:spPr>
          <a:xfrm>
            <a:off x="4252143" y="5934955"/>
            <a:ext cx="9517817"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72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Poppins" panose="00000500000000000000" pitchFamily="2" charset="0"/>
                <a:cs typeface="Poppins" panose="00000500000000000000" pitchFamily="2" charset="0"/>
              </a:rPr>
              <a:t>…</a:t>
            </a:r>
          </a:p>
        </p:txBody>
      </p:sp>
      <p:sp>
        <p:nvSpPr>
          <p:cNvPr id="20" name="TextBox 19">
            <a:extLst>
              <a:ext uri="{FF2B5EF4-FFF2-40B4-BE49-F238E27FC236}">
                <a16:creationId xmlns:a16="http://schemas.microsoft.com/office/drawing/2014/main" id="{3B331555-1F8D-7720-C42F-F862FE9B1A93}"/>
              </a:ext>
            </a:extLst>
          </p:cNvPr>
          <p:cNvSpPr txBox="1"/>
          <p:nvPr/>
        </p:nvSpPr>
        <p:spPr>
          <a:xfrm>
            <a:off x="4252143" y="8726608"/>
            <a:ext cx="9517817"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72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Poppins" panose="00000500000000000000" pitchFamily="2" charset="0"/>
                <a:cs typeface="Poppins" panose="00000500000000000000" pitchFamily="2" charset="0"/>
              </a:rPr>
              <a:t>…</a:t>
            </a:r>
          </a:p>
        </p:txBody>
      </p:sp>
      <p:sp>
        <p:nvSpPr>
          <p:cNvPr id="21" name="TextBox 20">
            <a:extLst>
              <a:ext uri="{FF2B5EF4-FFF2-40B4-BE49-F238E27FC236}">
                <a16:creationId xmlns:a16="http://schemas.microsoft.com/office/drawing/2014/main" id="{4DD3637E-0EF9-9A46-0A5B-551777F2C0B4}"/>
              </a:ext>
            </a:extLst>
          </p:cNvPr>
          <p:cNvSpPr txBox="1"/>
          <p:nvPr/>
        </p:nvSpPr>
        <p:spPr>
          <a:xfrm>
            <a:off x="4252143" y="11509755"/>
            <a:ext cx="9517817" cy="1200329"/>
          </a:xfrm>
          <a:prstGeom prst="rect">
            <a:avLst/>
          </a:prstGeom>
          <a:noFill/>
        </p:spPr>
        <p:txBody>
          <a:bodyPr wrap="square" rtlCol="0">
            <a:spAutoFit/>
          </a:bodyPr>
          <a:lstStyle/>
          <a:p>
            <a:pPr lvl="0" defTabSz="914400">
              <a:defRPr/>
            </a:pPr>
            <a:r>
              <a:rPr lang="en-IN" sz="7200" kern="0" dirty="0">
                <a:solidFill>
                  <a:prstClr val="white"/>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a:t>
            </a:r>
            <a:endParaRPr kumimoji="0" lang="en-IN" sz="72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Poppins" panose="00000500000000000000" pitchFamily="2" charset="0"/>
              <a:cs typeface="Poppins" panose="00000500000000000000" pitchFamily="2" charset="0"/>
            </a:endParaRPr>
          </a:p>
        </p:txBody>
      </p:sp>
      <p:sp>
        <p:nvSpPr>
          <p:cNvPr id="22" name="TextBox 21">
            <a:extLst>
              <a:ext uri="{FF2B5EF4-FFF2-40B4-BE49-F238E27FC236}">
                <a16:creationId xmlns:a16="http://schemas.microsoft.com/office/drawing/2014/main" id="{17E3E8CE-434D-59F0-ACD4-4444A088DD49}"/>
              </a:ext>
            </a:extLst>
          </p:cNvPr>
          <p:cNvSpPr txBox="1"/>
          <p:nvPr/>
        </p:nvSpPr>
        <p:spPr>
          <a:xfrm>
            <a:off x="4252143" y="14336883"/>
            <a:ext cx="9517817" cy="1200329"/>
          </a:xfrm>
          <a:prstGeom prst="rect">
            <a:avLst/>
          </a:prstGeom>
          <a:noFill/>
        </p:spPr>
        <p:txBody>
          <a:bodyPr wrap="square" rtlCol="0">
            <a:spAutoFit/>
          </a:bodyPr>
          <a:lstStyle/>
          <a:p>
            <a:pPr lvl="0" defTabSz="914400">
              <a:defRPr/>
            </a:pPr>
            <a:r>
              <a:rPr lang="en-IN" sz="7200" kern="0" dirty="0">
                <a:solidFill>
                  <a:prstClr val="white"/>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a:t>
            </a:r>
            <a:endParaRPr kumimoji="0" lang="en-IN" sz="72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Poppins" panose="00000500000000000000" pitchFamily="2" charset="0"/>
              <a:cs typeface="Poppins" panose="00000500000000000000" pitchFamily="2" charset="0"/>
            </a:endParaRPr>
          </a:p>
        </p:txBody>
      </p:sp>
      <p:grpSp>
        <p:nvGrpSpPr>
          <p:cNvPr id="2" name="Group 1">
            <a:extLst>
              <a:ext uri="{FF2B5EF4-FFF2-40B4-BE49-F238E27FC236}">
                <a16:creationId xmlns:a16="http://schemas.microsoft.com/office/drawing/2014/main" id="{91D01837-91EF-D672-AB68-1A85C6AB412D}"/>
              </a:ext>
            </a:extLst>
          </p:cNvPr>
          <p:cNvGrpSpPr/>
          <p:nvPr/>
        </p:nvGrpSpPr>
        <p:grpSpPr>
          <a:xfrm>
            <a:off x="1255874" y="5447486"/>
            <a:ext cx="2718580" cy="2711028"/>
            <a:chOff x="1255874" y="5976257"/>
            <a:chExt cx="2718580" cy="2711028"/>
          </a:xfrm>
        </p:grpSpPr>
        <p:pic>
          <p:nvPicPr>
            <p:cNvPr id="4" name="Picture 3">
              <a:extLst>
                <a:ext uri="{FF2B5EF4-FFF2-40B4-BE49-F238E27FC236}">
                  <a16:creationId xmlns:a16="http://schemas.microsoft.com/office/drawing/2014/main" id="{17F7D902-E665-C81F-40C9-7608F7A9CEF6}"/>
                </a:ext>
              </a:extLst>
            </p:cNvPr>
            <p:cNvPicPr>
              <a:picLocks noChangeAspect="1"/>
            </p:cNvPicPr>
            <p:nvPr/>
          </p:nvPicPr>
          <p:blipFill>
            <a:blip r:embed="rId2"/>
            <a:stretch>
              <a:fillRect/>
            </a:stretch>
          </p:blipFill>
          <p:spPr>
            <a:xfrm>
              <a:off x="1255874" y="5976257"/>
              <a:ext cx="2718580" cy="2711028"/>
            </a:xfrm>
            <a:prstGeom prst="rect">
              <a:avLst/>
            </a:prstGeom>
          </p:spPr>
        </p:pic>
        <p:grpSp>
          <p:nvGrpSpPr>
            <p:cNvPr id="23" name="Google Shape;98;p2">
              <a:extLst>
                <a:ext uri="{FF2B5EF4-FFF2-40B4-BE49-F238E27FC236}">
                  <a16:creationId xmlns:a16="http://schemas.microsoft.com/office/drawing/2014/main" id="{6A01BB02-7EEE-92B7-35BD-73BD2B274BC1}"/>
                </a:ext>
              </a:extLst>
            </p:cNvPr>
            <p:cNvGrpSpPr/>
            <p:nvPr/>
          </p:nvGrpSpPr>
          <p:grpSpPr>
            <a:xfrm>
              <a:off x="1668629" y="6332215"/>
              <a:ext cx="1893073" cy="1893072"/>
              <a:chOff x="339168" y="2675565"/>
              <a:chExt cx="532447" cy="532447"/>
            </a:xfrm>
          </p:grpSpPr>
          <p:sp>
            <p:nvSpPr>
              <p:cNvPr id="24" name="Google Shape;99;p2">
                <a:extLst>
                  <a:ext uri="{FF2B5EF4-FFF2-40B4-BE49-F238E27FC236}">
                    <a16:creationId xmlns:a16="http://schemas.microsoft.com/office/drawing/2014/main" id="{4AB275A5-72FD-D49E-8143-4B7EA71032F4}"/>
                  </a:ext>
                </a:extLst>
              </p:cNvPr>
              <p:cNvSpPr/>
              <p:nvPr/>
            </p:nvSpPr>
            <p:spPr>
              <a:xfrm>
                <a:off x="339168" y="2675565"/>
                <a:ext cx="532447" cy="532447"/>
              </a:xfrm>
              <a:prstGeom prst="ellipse">
                <a:avLst/>
              </a:prstGeom>
              <a:solidFill>
                <a:schemeClr val="lt1"/>
              </a:solidFill>
              <a:ln w="19050" cap="flat" cmpd="sng">
                <a:solidFill>
                  <a:srgbClr val="BFBFBF"/>
                </a:solidFill>
                <a:prstDash val="solid"/>
                <a:miter lim="800000"/>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ctr" defTabSz="914400">
                  <a:buClr>
                    <a:srgbClr val="000000"/>
                  </a:buClr>
                  <a:buFont typeface="Arial"/>
                  <a:buNone/>
                </a:pPr>
                <a:endParaRPr sz="1200" kern="0">
                  <a:solidFill>
                    <a:srgbClr val="6C0000"/>
                  </a:solidFill>
                  <a:ea typeface="Arial"/>
                  <a:cs typeface="Arial"/>
                  <a:sym typeface="Arial"/>
                </a:endParaRPr>
              </a:p>
            </p:txBody>
          </p:sp>
          <p:sp>
            <p:nvSpPr>
              <p:cNvPr id="25" name="Google Shape;100;p2">
                <a:extLst>
                  <a:ext uri="{FF2B5EF4-FFF2-40B4-BE49-F238E27FC236}">
                    <a16:creationId xmlns:a16="http://schemas.microsoft.com/office/drawing/2014/main" id="{901AE869-926E-1729-5B2E-F639E911198B}"/>
                  </a:ext>
                </a:extLst>
              </p:cNvPr>
              <p:cNvSpPr txBox="1"/>
              <p:nvPr/>
            </p:nvSpPr>
            <p:spPr>
              <a:xfrm>
                <a:off x="360937" y="2735959"/>
                <a:ext cx="488908" cy="441484"/>
              </a:xfrm>
              <a:prstGeom prst="rect">
                <a:avLst/>
              </a:prstGeom>
              <a:noFill/>
              <a:ln>
                <a:noFill/>
              </a:ln>
            </p:spPr>
            <p:txBody>
              <a:bodyPr spcFirstLastPara="1" wrap="square" lIns="91425" tIns="45700" rIns="91425" bIns="45700" anchor="t" anchorCtr="0">
                <a:spAutoFit/>
              </a:bodyPr>
              <a:lstStyle/>
              <a:p>
                <a:pPr algn="ctr" defTabSz="914400">
                  <a:buClr>
                    <a:srgbClr val="6C0000"/>
                  </a:buClr>
                  <a:buSzPts val="9600"/>
                  <a:buFont typeface="Poppins"/>
                  <a:buNone/>
                </a:pPr>
                <a:r>
                  <a:rPr lang="en-IN" sz="9600" b="1" kern="0" dirty="0">
                    <a:solidFill>
                      <a:srgbClr val="6C0000"/>
                    </a:solidFill>
                    <a:latin typeface="Poppins"/>
                    <a:ea typeface="Poppins"/>
                    <a:cs typeface="Poppins"/>
                    <a:sym typeface="Poppins"/>
                  </a:rPr>
                  <a:t>1</a:t>
                </a:r>
                <a:endParaRPr sz="1400" b="1" kern="0" dirty="0">
                  <a:solidFill>
                    <a:srgbClr val="6C0000"/>
                  </a:solidFill>
                  <a:latin typeface="Poppins"/>
                  <a:ea typeface="Poppins"/>
                  <a:cs typeface="Poppins"/>
                  <a:sym typeface="Poppins"/>
                </a:endParaRPr>
              </a:p>
            </p:txBody>
          </p:sp>
        </p:grpSp>
      </p:grpSp>
      <p:grpSp>
        <p:nvGrpSpPr>
          <p:cNvPr id="26" name="Group 25">
            <a:extLst>
              <a:ext uri="{FF2B5EF4-FFF2-40B4-BE49-F238E27FC236}">
                <a16:creationId xmlns:a16="http://schemas.microsoft.com/office/drawing/2014/main" id="{303384CA-5574-9D41-CA06-7A9E5ECEDC36}"/>
              </a:ext>
            </a:extLst>
          </p:cNvPr>
          <p:cNvGrpSpPr/>
          <p:nvPr/>
        </p:nvGrpSpPr>
        <p:grpSpPr>
          <a:xfrm>
            <a:off x="1255874" y="8245175"/>
            <a:ext cx="2718580" cy="2711028"/>
            <a:chOff x="1255874" y="8519270"/>
            <a:chExt cx="2718580" cy="2711028"/>
          </a:xfrm>
        </p:grpSpPr>
        <p:pic>
          <p:nvPicPr>
            <p:cNvPr id="27" name="Picture 26">
              <a:extLst>
                <a:ext uri="{FF2B5EF4-FFF2-40B4-BE49-F238E27FC236}">
                  <a16:creationId xmlns:a16="http://schemas.microsoft.com/office/drawing/2014/main" id="{16C761C2-94EA-3182-3E2F-D7DAB26B6119}"/>
                </a:ext>
              </a:extLst>
            </p:cNvPr>
            <p:cNvPicPr>
              <a:picLocks noChangeAspect="1"/>
            </p:cNvPicPr>
            <p:nvPr/>
          </p:nvPicPr>
          <p:blipFill>
            <a:blip r:embed="rId2"/>
            <a:stretch>
              <a:fillRect/>
            </a:stretch>
          </p:blipFill>
          <p:spPr>
            <a:xfrm>
              <a:off x="1255874" y="8519270"/>
              <a:ext cx="2718580" cy="2711028"/>
            </a:xfrm>
            <a:prstGeom prst="rect">
              <a:avLst/>
            </a:prstGeom>
          </p:spPr>
        </p:pic>
        <p:grpSp>
          <p:nvGrpSpPr>
            <p:cNvPr id="28" name="Google Shape;98;p2">
              <a:extLst>
                <a:ext uri="{FF2B5EF4-FFF2-40B4-BE49-F238E27FC236}">
                  <a16:creationId xmlns:a16="http://schemas.microsoft.com/office/drawing/2014/main" id="{6213DECD-36B0-024C-1F90-9F186C4C7E8D}"/>
                </a:ext>
              </a:extLst>
            </p:cNvPr>
            <p:cNvGrpSpPr/>
            <p:nvPr/>
          </p:nvGrpSpPr>
          <p:grpSpPr>
            <a:xfrm>
              <a:off x="1668629" y="8875228"/>
              <a:ext cx="1893073" cy="1893072"/>
              <a:chOff x="339168" y="2675565"/>
              <a:chExt cx="532447" cy="532447"/>
            </a:xfrm>
          </p:grpSpPr>
          <p:sp>
            <p:nvSpPr>
              <p:cNvPr id="29" name="Google Shape;99;p2">
                <a:extLst>
                  <a:ext uri="{FF2B5EF4-FFF2-40B4-BE49-F238E27FC236}">
                    <a16:creationId xmlns:a16="http://schemas.microsoft.com/office/drawing/2014/main" id="{65BBF063-0F2D-46B5-744C-C311281DAA9E}"/>
                  </a:ext>
                </a:extLst>
              </p:cNvPr>
              <p:cNvSpPr/>
              <p:nvPr/>
            </p:nvSpPr>
            <p:spPr>
              <a:xfrm>
                <a:off x="339168" y="2675565"/>
                <a:ext cx="532447" cy="532447"/>
              </a:xfrm>
              <a:prstGeom prst="ellipse">
                <a:avLst/>
              </a:prstGeom>
              <a:solidFill>
                <a:schemeClr val="lt1"/>
              </a:solidFill>
              <a:ln w="19050" cap="flat" cmpd="sng">
                <a:solidFill>
                  <a:srgbClr val="BFBFBF"/>
                </a:solidFill>
                <a:prstDash val="solid"/>
                <a:miter lim="800000"/>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ctr" defTabSz="914400">
                  <a:buClr>
                    <a:srgbClr val="000000"/>
                  </a:buClr>
                  <a:buFont typeface="Arial"/>
                  <a:buNone/>
                </a:pPr>
                <a:endParaRPr sz="1200" kern="0">
                  <a:solidFill>
                    <a:srgbClr val="6C0000"/>
                  </a:solidFill>
                  <a:ea typeface="Arial"/>
                  <a:cs typeface="Arial"/>
                  <a:sym typeface="Arial"/>
                </a:endParaRPr>
              </a:p>
            </p:txBody>
          </p:sp>
          <p:sp>
            <p:nvSpPr>
              <p:cNvPr id="30" name="Google Shape;100;p2">
                <a:extLst>
                  <a:ext uri="{FF2B5EF4-FFF2-40B4-BE49-F238E27FC236}">
                    <a16:creationId xmlns:a16="http://schemas.microsoft.com/office/drawing/2014/main" id="{EFB298D5-6982-2FE3-2414-3E8ED8C7CC4A}"/>
                  </a:ext>
                </a:extLst>
              </p:cNvPr>
              <p:cNvSpPr txBox="1"/>
              <p:nvPr/>
            </p:nvSpPr>
            <p:spPr>
              <a:xfrm>
                <a:off x="360937" y="2735959"/>
                <a:ext cx="488908" cy="441484"/>
              </a:xfrm>
              <a:prstGeom prst="rect">
                <a:avLst/>
              </a:prstGeom>
              <a:noFill/>
              <a:ln>
                <a:noFill/>
              </a:ln>
            </p:spPr>
            <p:txBody>
              <a:bodyPr spcFirstLastPara="1" wrap="square" lIns="91425" tIns="45700" rIns="91425" bIns="45700" anchor="t" anchorCtr="0">
                <a:spAutoFit/>
              </a:bodyPr>
              <a:lstStyle/>
              <a:p>
                <a:pPr algn="ctr" defTabSz="914400">
                  <a:buClr>
                    <a:srgbClr val="6C0000"/>
                  </a:buClr>
                  <a:buSzPts val="9600"/>
                  <a:buFont typeface="Poppins"/>
                  <a:buNone/>
                </a:pPr>
                <a:r>
                  <a:rPr lang="en-IN" sz="9600" b="1" kern="0" dirty="0">
                    <a:solidFill>
                      <a:srgbClr val="6C0000"/>
                    </a:solidFill>
                    <a:latin typeface="Poppins"/>
                    <a:ea typeface="Poppins"/>
                    <a:cs typeface="Poppins"/>
                    <a:sym typeface="Poppins"/>
                  </a:rPr>
                  <a:t>2</a:t>
                </a:r>
                <a:endParaRPr sz="1400" b="1" kern="0" dirty="0">
                  <a:solidFill>
                    <a:srgbClr val="6C0000"/>
                  </a:solidFill>
                  <a:latin typeface="Poppins"/>
                  <a:ea typeface="Poppins"/>
                  <a:cs typeface="Poppins"/>
                  <a:sym typeface="Poppins"/>
                </a:endParaRPr>
              </a:p>
            </p:txBody>
          </p:sp>
        </p:grpSp>
      </p:grpSp>
      <p:grpSp>
        <p:nvGrpSpPr>
          <p:cNvPr id="31" name="Group 30">
            <a:extLst>
              <a:ext uri="{FF2B5EF4-FFF2-40B4-BE49-F238E27FC236}">
                <a16:creationId xmlns:a16="http://schemas.microsoft.com/office/drawing/2014/main" id="{23375CCB-80EA-8CDD-1E8E-418FC8A249EB}"/>
              </a:ext>
            </a:extLst>
          </p:cNvPr>
          <p:cNvGrpSpPr/>
          <p:nvPr/>
        </p:nvGrpSpPr>
        <p:grpSpPr>
          <a:xfrm>
            <a:off x="1318549" y="11042864"/>
            <a:ext cx="2718580" cy="2711028"/>
            <a:chOff x="1318549" y="11062283"/>
            <a:chExt cx="2718580" cy="2711028"/>
          </a:xfrm>
        </p:grpSpPr>
        <p:pic>
          <p:nvPicPr>
            <p:cNvPr id="32" name="Picture 31">
              <a:extLst>
                <a:ext uri="{FF2B5EF4-FFF2-40B4-BE49-F238E27FC236}">
                  <a16:creationId xmlns:a16="http://schemas.microsoft.com/office/drawing/2014/main" id="{6C7AB1B3-1AE2-0F5F-06BC-19EB3A2CF70B}"/>
                </a:ext>
              </a:extLst>
            </p:cNvPr>
            <p:cNvPicPr>
              <a:picLocks noChangeAspect="1"/>
            </p:cNvPicPr>
            <p:nvPr/>
          </p:nvPicPr>
          <p:blipFill>
            <a:blip r:embed="rId2"/>
            <a:stretch>
              <a:fillRect/>
            </a:stretch>
          </p:blipFill>
          <p:spPr>
            <a:xfrm>
              <a:off x="1318549" y="11062283"/>
              <a:ext cx="2718580" cy="2711028"/>
            </a:xfrm>
            <a:prstGeom prst="rect">
              <a:avLst/>
            </a:prstGeom>
          </p:spPr>
        </p:pic>
        <p:grpSp>
          <p:nvGrpSpPr>
            <p:cNvPr id="33" name="Google Shape;98;p2">
              <a:extLst>
                <a:ext uri="{FF2B5EF4-FFF2-40B4-BE49-F238E27FC236}">
                  <a16:creationId xmlns:a16="http://schemas.microsoft.com/office/drawing/2014/main" id="{2235B4F7-1466-567F-0B7A-4694F3C6C378}"/>
                </a:ext>
              </a:extLst>
            </p:cNvPr>
            <p:cNvGrpSpPr/>
            <p:nvPr/>
          </p:nvGrpSpPr>
          <p:grpSpPr>
            <a:xfrm>
              <a:off x="1668629" y="11418241"/>
              <a:ext cx="1893073" cy="1893072"/>
              <a:chOff x="339168" y="2675565"/>
              <a:chExt cx="532447" cy="532447"/>
            </a:xfrm>
          </p:grpSpPr>
          <p:sp>
            <p:nvSpPr>
              <p:cNvPr id="34" name="Google Shape;99;p2">
                <a:extLst>
                  <a:ext uri="{FF2B5EF4-FFF2-40B4-BE49-F238E27FC236}">
                    <a16:creationId xmlns:a16="http://schemas.microsoft.com/office/drawing/2014/main" id="{25A52927-3BBE-B055-CFCF-C1E0785CD146}"/>
                  </a:ext>
                </a:extLst>
              </p:cNvPr>
              <p:cNvSpPr/>
              <p:nvPr/>
            </p:nvSpPr>
            <p:spPr>
              <a:xfrm>
                <a:off x="339168" y="2675565"/>
                <a:ext cx="532447" cy="532447"/>
              </a:xfrm>
              <a:prstGeom prst="ellipse">
                <a:avLst/>
              </a:prstGeom>
              <a:solidFill>
                <a:schemeClr val="lt1"/>
              </a:solidFill>
              <a:ln w="19050" cap="flat" cmpd="sng">
                <a:solidFill>
                  <a:srgbClr val="BFBFBF"/>
                </a:solidFill>
                <a:prstDash val="solid"/>
                <a:miter lim="800000"/>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ctr" defTabSz="914400">
                  <a:buClr>
                    <a:srgbClr val="000000"/>
                  </a:buClr>
                  <a:buFont typeface="Arial"/>
                  <a:buNone/>
                </a:pPr>
                <a:endParaRPr sz="1200" kern="0">
                  <a:solidFill>
                    <a:srgbClr val="6C0000"/>
                  </a:solidFill>
                  <a:ea typeface="Arial"/>
                  <a:cs typeface="Arial"/>
                  <a:sym typeface="Arial"/>
                </a:endParaRPr>
              </a:p>
            </p:txBody>
          </p:sp>
          <p:sp>
            <p:nvSpPr>
              <p:cNvPr id="35" name="Google Shape;100;p2">
                <a:extLst>
                  <a:ext uri="{FF2B5EF4-FFF2-40B4-BE49-F238E27FC236}">
                    <a16:creationId xmlns:a16="http://schemas.microsoft.com/office/drawing/2014/main" id="{B336E12F-8A7F-8F12-5D5A-C909232BA29F}"/>
                  </a:ext>
                </a:extLst>
              </p:cNvPr>
              <p:cNvSpPr txBox="1"/>
              <p:nvPr/>
            </p:nvSpPr>
            <p:spPr>
              <a:xfrm>
                <a:off x="360937" y="2735959"/>
                <a:ext cx="488908" cy="441473"/>
              </a:xfrm>
              <a:prstGeom prst="rect">
                <a:avLst/>
              </a:prstGeom>
              <a:noFill/>
              <a:ln>
                <a:noFill/>
              </a:ln>
            </p:spPr>
            <p:txBody>
              <a:bodyPr spcFirstLastPara="1" wrap="square" lIns="91425" tIns="45700" rIns="91425" bIns="45700" anchor="t" anchorCtr="0">
                <a:spAutoFit/>
              </a:bodyPr>
              <a:lstStyle/>
              <a:p>
                <a:pPr algn="ctr" defTabSz="914400">
                  <a:buClr>
                    <a:srgbClr val="6C0000"/>
                  </a:buClr>
                  <a:buSzPts val="9600"/>
                  <a:buFont typeface="Poppins"/>
                  <a:buNone/>
                </a:pPr>
                <a:r>
                  <a:rPr lang="en-IN" sz="9600" b="1" kern="0" dirty="0">
                    <a:solidFill>
                      <a:srgbClr val="6C0000"/>
                    </a:solidFill>
                    <a:latin typeface="Poppins"/>
                    <a:ea typeface="Poppins"/>
                    <a:cs typeface="Poppins"/>
                    <a:sym typeface="Poppins"/>
                  </a:rPr>
                  <a:t>3</a:t>
                </a:r>
                <a:endParaRPr sz="1400" b="1" kern="0" dirty="0">
                  <a:solidFill>
                    <a:srgbClr val="6C0000"/>
                  </a:solidFill>
                  <a:latin typeface="Poppins"/>
                  <a:ea typeface="Poppins"/>
                  <a:cs typeface="Poppins"/>
                  <a:sym typeface="Poppins"/>
                </a:endParaRPr>
              </a:p>
            </p:txBody>
          </p:sp>
        </p:grpSp>
      </p:grpSp>
      <p:grpSp>
        <p:nvGrpSpPr>
          <p:cNvPr id="36" name="Group 35">
            <a:extLst>
              <a:ext uri="{FF2B5EF4-FFF2-40B4-BE49-F238E27FC236}">
                <a16:creationId xmlns:a16="http://schemas.microsoft.com/office/drawing/2014/main" id="{31DC8257-EB2E-6A2F-125A-E802DED45E8F}"/>
              </a:ext>
            </a:extLst>
          </p:cNvPr>
          <p:cNvGrpSpPr/>
          <p:nvPr/>
        </p:nvGrpSpPr>
        <p:grpSpPr>
          <a:xfrm>
            <a:off x="1318549" y="13840552"/>
            <a:ext cx="2718580" cy="2711028"/>
            <a:chOff x="1318549" y="13605296"/>
            <a:chExt cx="2718580" cy="2711028"/>
          </a:xfrm>
        </p:grpSpPr>
        <p:pic>
          <p:nvPicPr>
            <p:cNvPr id="37" name="Picture 36">
              <a:extLst>
                <a:ext uri="{FF2B5EF4-FFF2-40B4-BE49-F238E27FC236}">
                  <a16:creationId xmlns:a16="http://schemas.microsoft.com/office/drawing/2014/main" id="{E9CC4076-8919-7DBC-F89D-5DB244DFA4FC}"/>
                </a:ext>
              </a:extLst>
            </p:cNvPr>
            <p:cNvPicPr>
              <a:picLocks noChangeAspect="1"/>
            </p:cNvPicPr>
            <p:nvPr/>
          </p:nvPicPr>
          <p:blipFill>
            <a:blip r:embed="rId2"/>
            <a:stretch>
              <a:fillRect/>
            </a:stretch>
          </p:blipFill>
          <p:spPr>
            <a:xfrm>
              <a:off x="1318549" y="13605296"/>
              <a:ext cx="2718580" cy="2711028"/>
            </a:xfrm>
            <a:prstGeom prst="rect">
              <a:avLst/>
            </a:prstGeom>
          </p:spPr>
        </p:pic>
        <p:grpSp>
          <p:nvGrpSpPr>
            <p:cNvPr id="38" name="Google Shape;98;p2">
              <a:extLst>
                <a:ext uri="{FF2B5EF4-FFF2-40B4-BE49-F238E27FC236}">
                  <a16:creationId xmlns:a16="http://schemas.microsoft.com/office/drawing/2014/main" id="{32C27C69-9C36-963B-8A26-4EF3424269F9}"/>
                </a:ext>
              </a:extLst>
            </p:cNvPr>
            <p:cNvGrpSpPr/>
            <p:nvPr/>
          </p:nvGrpSpPr>
          <p:grpSpPr>
            <a:xfrm>
              <a:off x="1668629" y="13957397"/>
              <a:ext cx="1893073" cy="1893072"/>
              <a:chOff x="339168" y="2675565"/>
              <a:chExt cx="532447" cy="532447"/>
            </a:xfrm>
          </p:grpSpPr>
          <p:sp>
            <p:nvSpPr>
              <p:cNvPr id="39" name="Google Shape;99;p2">
                <a:extLst>
                  <a:ext uri="{FF2B5EF4-FFF2-40B4-BE49-F238E27FC236}">
                    <a16:creationId xmlns:a16="http://schemas.microsoft.com/office/drawing/2014/main" id="{0B99F45A-2E81-72E4-065D-23CE2D1A2AFC}"/>
                  </a:ext>
                </a:extLst>
              </p:cNvPr>
              <p:cNvSpPr/>
              <p:nvPr/>
            </p:nvSpPr>
            <p:spPr>
              <a:xfrm>
                <a:off x="339168" y="2675565"/>
                <a:ext cx="532447" cy="532447"/>
              </a:xfrm>
              <a:prstGeom prst="ellipse">
                <a:avLst/>
              </a:prstGeom>
              <a:solidFill>
                <a:schemeClr val="lt1"/>
              </a:solidFill>
              <a:ln w="19050" cap="flat" cmpd="sng">
                <a:solidFill>
                  <a:srgbClr val="BFBFBF"/>
                </a:solidFill>
                <a:prstDash val="solid"/>
                <a:miter lim="800000"/>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ctr" defTabSz="914400">
                  <a:buClr>
                    <a:srgbClr val="000000"/>
                  </a:buClr>
                  <a:buFont typeface="Arial"/>
                  <a:buNone/>
                </a:pPr>
                <a:endParaRPr sz="1200" kern="0">
                  <a:solidFill>
                    <a:srgbClr val="6C0000"/>
                  </a:solidFill>
                  <a:ea typeface="Arial"/>
                  <a:cs typeface="Arial"/>
                  <a:sym typeface="Arial"/>
                </a:endParaRPr>
              </a:p>
            </p:txBody>
          </p:sp>
          <p:sp>
            <p:nvSpPr>
              <p:cNvPr id="40" name="Google Shape;100;p2">
                <a:extLst>
                  <a:ext uri="{FF2B5EF4-FFF2-40B4-BE49-F238E27FC236}">
                    <a16:creationId xmlns:a16="http://schemas.microsoft.com/office/drawing/2014/main" id="{42452097-72FF-D0AA-2D21-3554F868F4AB}"/>
                  </a:ext>
                </a:extLst>
              </p:cNvPr>
              <p:cNvSpPr txBox="1"/>
              <p:nvPr/>
            </p:nvSpPr>
            <p:spPr>
              <a:xfrm>
                <a:off x="360937" y="2735959"/>
                <a:ext cx="488908" cy="441473"/>
              </a:xfrm>
              <a:prstGeom prst="rect">
                <a:avLst/>
              </a:prstGeom>
              <a:noFill/>
              <a:ln>
                <a:noFill/>
              </a:ln>
            </p:spPr>
            <p:txBody>
              <a:bodyPr spcFirstLastPara="1" wrap="square" lIns="91425" tIns="45700" rIns="91425" bIns="45700" anchor="t" anchorCtr="0">
                <a:spAutoFit/>
              </a:bodyPr>
              <a:lstStyle/>
              <a:p>
                <a:pPr algn="ctr" defTabSz="914400">
                  <a:buClr>
                    <a:srgbClr val="6C0000"/>
                  </a:buClr>
                  <a:buSzPts val="9600"/>
                  <a:buFont typeface="Poppins"/>
                  <a:buNone/>
                </a:pPr>
                <a:r>
                  <a:rPr lang="en-US" sz="9600" b="1" kern="0" dirty="0">
                    <a:solidFill>
                      <a:srgbClr val="6C0000"/>
                    </a:solidFill>
                    <a:latin typeface="Poppins"/>
                    <a:ea typeface="Poppins"/>
                    <a:cs typeface="Poppins"/>
                    <a:sym typeface="Poppins"/>
                  </a:rPr>
                  <a:t>4</a:t>
                </a:r>
                <a:endParaRPr sz="1400" b="1" kern="0" dirty="0">
                  <a:solidFill>
                    <a:srgbClr val="6C0000"/>
                  </a:solidFill>
                  <a:latin typeface="Poppins"/>
                  <a:ea typeface="Poppins"/>
                  <a:cs typeface="Poppins"/>
                  <a:sym typeface="Poppins"/>
                </a:endParaRPr>
              </a:p>
            </p:txBody>
          </p:sp>
        </p:grpSp>
      </p:grpSp>
    </p:spTree>
    <p:extLst>
      <p:ext uri="{BB962C8B-B14F-4D97-AF65-F5344CB8AC3E}">
        <p14:creationId xmlns:p14="http://schemas.microsoft.com/office/powerpoint/2010/main" val="82908111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5" name="Rectangle: Rounded Corners 6">
            <a:extLst>
              <a:ext uri="{FF2B5EF4-FFF2-40B4-BE49-F238E27FC236}">
                <a16:creationId xmlns:a16="http://schemas.microsoft.com/office/drawing/2014/main" id="{55D4AE07-2DDF-0308-57B7-8E172FD18FDE}"/>
              </a:ext>
            </a:extLst>
          </p:cNvPr>
          <p:cNvSpPr/>
          <p:nvPr/>
        </p:nvSpPr>
        <p:spPr>
          <a:xfrm>
            <a:off x="685800" y="1169503"/>
            <a:ext cx="10624586" cy="1522950"/>
          </a:xfrm>
          <a:prstGeom prst="round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756000" tIns="72000" rIns="756000" bIns="72000" rtlCol="0" anchor="ctr">
            <a:spAutoFit/>
          </a:bodyPr>
          <a:lstStyle/>
          <a:p>
            <a:r>
              <a:rPr lang="en-US" sz="8000" b="1" dirty="0">
                <a:solidFill>
                  <a:schemeClr val="tx1">
                    <a:lumMod val="85000"/>
                    <a:lumOff val="15000"/>
                  </a:schemeClr>
                </a:solidFill>
                <a:latin typeface="Cambria" panose="02040503050406030204" pitchFamily="18" charset="0"/>
                <a:ea typeface="Cambria" panose="02040503050406030204" pitchFamily="18" charset="0"/>
                <a:cs typeface="Poppins ExtraBold" panose="00000900000000000000" pitchFamily="2" charset="0"/>
              </a:rPr>
              <a:t>Type Heading Here</a:t>
            </a:r>
          </a:p>
        </p:txBody>
      </p:sp>
      <p:sp>
        <p:nvSpPr>
          <p:cNvPr id="6" name="TextBox 5">
            <a:extLst>
              <a:ext uri="{FF2B5EF4-FFF2-40B4-BE49-F238E27FC236}">
                <a16:creationId xmlns:a16="http://schemas.microsoft.com/office/drawing/2014/main" id="{AEAA2861-9182-461E-0597-BA4081FB3168}"/>
              </a:ext>
            </a:extLst>
          </p:cNvPr>
          <p:cNvSpPr txBox="1"/>
          <p:nvPr/>
        </p:nvSpPr>
        <p:spPr>
          <a:xfrm>
            <a:off x="1092200" y="3594303"/>
            <a:ext cx="31318200" cy="1200329"/>
          </a:xfrm>
          <a:prstGeom prst="rect">
            <a:avLst/>
          </a:prstGeom>
          <a:noFill/>
        </p:spPr>
        <p:txBody>
          <a:bodyPr wrap="square" rtlCol="0">
            <a:spAutoFit/>
          </a:bodyPr>
          <a:lstStyle/>
          <a:p>
            <a:pPr algn="just">
              <a:spcBef>
                <a:spcPts val="1500"/>
              </a:spcBef>
              <a:spcAft>
                <a:spcPts val="1500"/>
              </a:spcAft>
              <a:tabLst>
                <a:tab pos="1447800" algn="l"/>
              </a:tabLst>
            </a:pPr>
            <a:r>
              <a:rPr lang="en-GB" sz="7200" dirty="0">
                <a:solidFill>
                  <a:schemeClr val="bg1"/>
                </a:solidFill>
                <a:latin typeface="Cambria" pitchFamily="18" charset="0"/>
                <a:ea typeface="Cambria" pitchFamily="18" charset="0"/>
                <a:cs typeface="Poppins Medium" panose="00000600000000000000" pitchFamily="2" charset="0"/>
              </a:rPr>
              <a:t>Type text here</a:t>
            </a:r>
          </a:p>
        </p:txBody>
      </p:sp>
    </p:spTree>
    <p:extLst>
      <p:ext uri="{BB962C8B-B14F-4D97-AF65-F5344CB8AC3E}">
        <p14:creationId xmlns:p14="http://schemas.microsoft.com/office/powerpoint/2010/main" val="3620743131"/>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23" name="TextBox 22">
            <a:extLst>
              <a:ext uri="{FF2B5EF4-FFF2-40B4-BE49-F238E27FC236}">
                <a16:creationId xmlns:a16="http://schemas.microsoft.com/office/drawing/2014/main" id="{AEAA2861-9182-461E-0597-BA4081FB3168}"/>
              </a:ext>
            </a:extLst>
          </p:cNvPr>
          <p:cNvSpPr txBox="1"/>
          <p:nvPr/>
        </p:nvSpPr>
        <p:spPr>
          <a:xfrm>
            <a:off x="1168691" y="3363133"/>
            <a:ext cx="33426108" cy="1200329"/>
          </a:xfrm>
          <a:prstGeom prst="rect">
            <a:avLst/>
          </a:prstGeom>
          <a:noFill/>
        </p:spPr>
        <p:txBody>
          <a:bodyPr wrap="square" rtlCol="0">
            <a:spAutoFit/>
          </a:bodyPr>
          <a:lstStyle/>
          <a:p>
            <a:pPr algn="just">
              <a:spcBef>
                <a:spcPts val="1500"/>
              </a:spcBef>
              <a:spcAft>
                <a:spcPts val="1500"/>
              </a:spcAft>
              <a:buClr>
                <a:srgbClr val="FFFF00"/>
              </a:buClr>
              <a:tabLst>
                <a:tab pos="1428750" algn="l"/>
              </a:tabLst>
            </a:pPr>
            <a:r>
              <a:rPr lang="en-GB" sz="7200" dirty="0">
                <a:solidFill>
                  <a:schemeClr val="bg1"/>
                </a:solidFill>
                <a:latin typeface="Cambria" panose="02040503050406030204" pitchFamily="18" charset="0"/>
                <a:ea typeface="Cambria" panose="02040503050406030204" pitchFamily="18" charset="0"/>
              </a:rPr>
              <a:t>Type Question here</a:t>
            </a:r>
          </a:p>
        </p:txBody>
      </p:sp>
      <p:grpSp>
        <p:nvGrpSpPr>
          <p:cNvPr id="39" name="Group 38">
            <a:extLst>
              <a:ext uri="{FF2B5EF4-FFF2-40B4-BE49-F238E27FC236}">
                <a16:creationId xmlns:a16="http://schemas.microsoft.com/office/drawing/2014/main" id="{077DA9FC-50D4-FA14-FA32-30F2152A4960}"/>
              </a:ext>
            </a:extLst>
          </p:cNvPr>
          <p:cNvGrpSpPr/>
          <p:nvPr/>
        </p:nvGrpSpPr>
        <p:grpSpPr>
          <a:xfrm>
            <a:off x="1255874" y="7517736"/>
            <a:ext cx="2718580" cy="2711028"/>
            <a:chOff x="1255874" y="5976257"/>
            <a:chExt cx="2718580" cy="2711028"/>
          </a:xfrm>
        </p:grpSpPr>
        <p:pic>
          <p:nvPicPr>
            <p:cNvPr id="6" name="Picture 5">
              <a:extLst>
                <a:ext uri="{FF2B5EF4-FFF2-40B4-BE49-F238E27FC236}">
                  <a16:creationId xmlns:a16="http://schemas.microsoft.com/office/drawing/2014/main" id="{385EF0B3-4756-ABEC-E191-2D1664F4F824}"/>
                </a:ext>
              </a:extLst>
            </p:cNvPr>
            <p:cNvPicPr>
              <a:picLocks noChangeAspect="1"/>
            </p:cNvPicPr>
            <p:nvPr/>
          </p:nvPicPr>
          <p:blipFill>
            <a:blip r:embed="rId3"/>
            <a:stretch>
              <a:fillRect/>
            </a:stretch>
          </p:blipFill>
          <p:spPr>
            <a:xfrm>
              <a:off x="1255874" y="5976257"/>
              <a:ext cx="2718580" cy="2711028"/>
            </a:xfrm>
            <a:prstGeom prst="rect">
              <a:avLst/>
            </a:prstGeom>
          </p:spPr>
        </p:pic>
        <p:grpSp>
          <p:nvGrpSpPr>
            <p:cNvPr id="7" name="Google Shape;98;p2">
              <a:extLst>
                <a:ext uri="{FF2B5EF4-FFF2-40B4-BE49-F238E27FC236}">
                  <a16:creationId xmlns:a16="http://schemas.microsoft.com/office/drawing/2014/main" id="{0189F42A-C5B9-8B76-0B0C-9ABF097775C6}"/>
                </a:ext>
              </a:extLst>
            </p:cNvPr>
            <p:cNvGrpSpPr/>
            <p:nvPr/>
          </p:nvGrpSpPr>
          <p:grpSpPr>
            <a:xfrm>
              <a:off x="1668629" y="6332215"/>
              <a:ext cx="1893073" cy="1893072"/>
              <a:chOff x="339168" y="2675565"/>
              <a:chExt cx="532447" cy="532447"/>
            </a:xfrm>
          </p:grpSpPr>
          <p:sp>
            <p:nvSpPr>
              <p:cNvPr id="17" name="Google Shape;99;p2">
                <a:extLst>
                  <a:ext uri="{FF2B5EF4-FFF2-40B4-BE49-F238E27FC236}">
                    <a16:creationId xmlns:a16="http://schemas.microsoft.com/office/drawing/2014/main" id="{7E90E533-57E3-E9F4-819E-91F0A42671DE}"/>
                  </a:ext>
                </a:extLst>
              </p:cNvPr>
              <p:cNvSpPr/>
              <p:nvPr/>
            </p:nvSpPr>
            <p:spPr>
              <a:xfrm>
                <a:off x="339168" y="2675565"/>
                <a:ext cx="532447" cy="532447"/>
              </a:xfrm>
              <a:prstGeom prst="ellipse">
                <a:avLst/>
              </a:prstGeom>
              <a:solidFill>
                <a:schemeClr val="lt1"/>
              </a:solidFill>
              <a:ln w="19050" cap="flat" cmpd="sng">
                <a:solidFill>
                  <a:srgbClr val="BFBFBF"/>
                </a:solidFill>
                <a:prstDash val="solid"/>
                <a:miter lim="800000"/>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ctr" defTabSz="914400">
                  <a:buClr>
                    <a:srgbClr val="000000"/>
                  </a:buClr>
                  <a:buFont typeface="Arial"/>
                  <a:buNone/>
                </a:pPr>
                <a:endParaRPr sz="1200" kern="0">
                  <a:solidFill>
                    <a:srgbClr val="6C0000"/>
                  </a:solidFill>
                  <a:ea typeface="Arial"/>
                  <a:cs typeface="Arial"/>
                  <a:sym typeface="Arial"/>
                </a:endParaRPr>
              </a:p>
            </p:txBody>
          </p:sp>
          <p:sp>
            <p:nvSpPr>
              <p:cNvPr id="21" name="Google Shape;100;p2">
                <a:extLst>
                  <a:ext uri="{FF2B5EF4-FFF2-40B4-BE49-F238E27FC236}">
                    <a16:creationId xmlns:a16="http://schemas.microsoft.com/office/drawing/2014/main" id="{C7FA3699-01A6-DB69-A67F-614B2A90DF3C}"/>
                  </a:ext>
                </a:extLst>
              </p:cNvPr>
              <p:cNvSpPr txBox="1"/>
              <p:nvPr/>
            </p:nvSpPr>
            <p:spPr>
              <a:xfrm>
                <a:off x="360937" y="2735959"/>
                <a:ext cx="488908" cy="441484"/>
              </a:xfrm>
              <a:prstGeom prst="rect">
                <a:avLst/>
              </a:prstGeom>
              <a:noFill/>
              <a:ln>
                <a:noFill/>
              </a:ln>
            </p:spPr>
            <p:txBody>
              <a:bodyPr spcFirstLastPara="1" wrap="square" lIns="91425" tIns="45700" rIns="91425" bIns="45700" anchor="t" anchorCtr="0">
                <a:spAutoFit/>
              </a:bodyPr>
              <a:lstStyle/>
              <a:p>
                <a:pPr algn="ctr" defTabSz="914400">
                  <a:buClr>
                    <a:srgbClr val="6C0000"/>
                  </a:buClr>
                  <a:buSzPts val="9600"/>
                  <a:buFont typeface="Poppins"/>
                  <a:buNone/>
                </a:pPr>
                <a:r>
                  <a:rPr lang="en-IN" sz="9600" b="1" kern="0" dirty="0">
                    <a:solidFill>
                      <a:srgbClr val="6C0000"/>
                    </a:solidFill>
                    <a:latin typeface="Poppins"/>
                    <a:ea typeface="Poppins"/>
                    <a:cs typeface="Poppins"/>
                    <a:sym typeface="Poppins"/>
                  </a:rPr>
                  <a:t>A</a:t>
                </a:r>
                <a:endParaRPr sz="1400" b="1" kern="0" dirty="0">
                  <a:solidFill>
                    <a:srgbClr val="6C0000"/>
                  </a:solidFill>
                  <a:latin typeface="Poppins"/>
                  <a:ea typeface="Poppins"/>
                  <a:cs typeface="Poppins"/>
                  <a:sym typeface="Poppins"/>
                </a:endParaRPr>
              </a:p>
            </p:txBody>
          </p:sp>
        </p:grpSp>
      </p:grpSp>
      <p:grpSp>
        <p:nvGrpSpPr>
          <p:cNvPr id="38" name="Group 37">
            <a:extLst>
              <a:ext uri="{FF2B5EF4-FFF2-40B4-BE49-F238E27FC236}">
                <a16:creationId xmlns:a16="http://schemas.microsoft.com/office/drawing/2014/main" id="{F3E17279-3BAF-E778-23EC-E3B56CE05ACE}"/>
              </a:ext>
            </a:extLst>
          </p:cNvPr>
          <p:cNvGrpSpPr/>
          <p:nvPr/>
        </p:nvGrpSpPr>
        <p:grpSpPr>
          <a:xfrm>
            <a:off x="1255874" y="10217826"/>
            <a:ext cx="2718580" cy="2711028"/>
            <a:chOff x="1255874" y="8519270"/>
            <a:chExt cx="2718580" cy="2711028"/>
          </a:xfrm>
        </p:grpSpPr>
        <p:pic>
          <p:nvPicPr>
            <p:cNvPr id="3" name="Picture 2">
              <a:extLst>
                <a:ext uri="{FF2B5EF4-FFF2-40B4-BE49-F238E27FC236}">
                  <a16:creationId xmlns:a16="http://schemas.microsoft.com/office/drawing/2014/main" id="{7DBFD423-18B4-828C-4539-78E4F2BDAA9D}"/>
                </a:ext>
              </a:extLst>
            </p:cNvPr>
            <p:cNvPicPr>
              <a:picLocks noChangeAspect="1"/>
            </p:cNvPicPr>
            <p:nvPr/>
          </p:nvPicPr>
          <p:blipFill>
            <a:blip r:embed="rId3"/>
            <a:stretch>
              <a:fillRect/>
            </a:stretch>
          </p:blipFill>
          <p:spPr>
            <a:xfrm>
              <a:off x="1255874" y="8519270"/>
              <a:ext cx="2718580" cy="2711028"/>
            </a:xfrm>
            <a:prstGeom prst="rect">
              <a:avLst/>
            </a:prstGeom>
          </p:spPr>
        </p:pic>
        <p:grpSp>
          <p:nvGrpSpPr>
            <p:cNvPr id="8" name="Google Shape;98;p2">
              <a:extLst>
                <a:ext uri="{FF2B5EF4-FFF2-40B4-BE49-F238E27FC236}">
                  <a16:creationId xmlns:a16="http://schemas.microsoft.com/office/drawing/2014/main" id="{CBDC84A1-E322-992A-2C06-17F665804E1B}"/>
                </a:ext>
              </a:extLst>
            </p:cNvPr>
            <p:cNvGrpSpPr/>
            <p:nvPr/>
          </p:nvGrpSpPr>
          <p:grpSpPr>
            <a:xfrm>
              <a:off x="1668629" y="8875228"/>
              <a:ext cx="1893073" cy="1893072"/>
              <a:chOff x="339168" y="2675565"/>
              <a:chExt cx="532447" cy="532447"/>
            </a:xfrm>
          </p:grpSpPr>
          <p:sp>
            <p:nvSpPr>
              <p:cNvPr id="15" name="Google Shape;99;p2">
                <a:extLst>
                  <a:ext uri="{FF2B5EF4-FFF2-40B4-BE49-F238E27FC236}">
                    <a16:creationId xmlns:a16="http://schemas.microsoft.com/office/drawing/2014/main" id="{05283CCE-4D86-6CCE-9B78-B264AFA7C6A1}"/>
                  </a:ext>
                </a:extLst>
              </p:cNvPr>
              <p:cNvSpPr/>
              <p:nvPr/>
            </p:nvSpPr>
            <p:spPr>
              <a:xfrm>
                <a:off x="339168" y="2675565"/>
                <a:ext cx="532447" cy="532447"/>
              </a:xfrm>
              <a:prstGeom prst="ellipse">
                <a:avLst/>
              </a:prstGeom>
              <a:solidFill>
                <a:schemeClr val="lt1"/>
              </a:solidFill>
              <a:ln w="19050" cap="flat" cmpd="sng">
                <a:solidFill>
                  <a:srgbClr val="BFBFBF"/>
                </a:solidFill>
                <a:prstDash val="solid"/>
                <a:miter lim="800000"/>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ctr" defTabSz="914400">
                  <a:buClr>
                    <a:srgbClr val="000000"/>
                  </a:buClr>
                  <a:buFont typeface="Arial"/>
                  <a:buNone/>
                </a:pPr>
                <a:endParaRPr sz="1200" kern="0">
                  <a:solidFill>
                    <a:srgbClr val="6C0000"/>
                  </a:solidFill>
                  <a:ea typeface="Arial"/>
                  <a:cs typeface="Arial"/>
                  <a:sym typeface="Arial"/>
                </a:endParaRPr>
              </a:p>
            </p:txBody>
          </p:sp>
          <p:sp>
            <p:nvSpPr>
              <p:cNvPr id="16" name="Google Shape;100;p2">
                <a:extLst>
                  <a:ext uri="{FF2B5EF4-FFF2-40B4-BE49-F238E27FC236}">
                    <a16:creationId xmlns:a16="http://schemas.microsoft.com/office/drawing/2014/main" id="{CFD41966-6B14-9825-1E3D-DF5EE1C67057}"/>
                  </a:ext>
                </a:extLst>
              </p:cNvPr>
              <p:cNvSpPr txBox="1"/>
              <p:nvPr/>
            </p:nvSpPr>
            <p:spPr>
              <a:xfrm>
                <a:off x="360937" y="2735959"/>
                <a:ext cx="488908" cy="441484"/>
              </a:xfrm>
              <a:prstGeom prst="rect">
                <a:avLst/>
              </a:prstGeom>
              <a:noFill/>
              <a:ln>
                <a:noFill/>
              </a:ln>
            </p:spPr>
            <p:txBody>
              <a:bodyPr spcFirstLastPara="1" wrap="square" lIns="91425" tIns="45700" rIns="91425" bIns="45700" anchor="t" anchorCtr="0">
                <a:spAutoFit/>
              </a:bodyPr>
              <a:lstStyle/>
              <a:p>
                <a:pPr algn="ctr" defTabSz="914400">
                  <a:buClr>
                    <a:srgbClr val="6C0000"/>
                  </a:buClr>
                  <a:buSzPts val="9600"/>
                  <a:buFont typeface="Poppins"/>
                  <a:buNone/>
                </a:pPr>
                <a:r>
                  <a:rPr lang="en-IN" sz="9600" b="1" kern="0" dirty="0">
                    <a:solidFill>
                      <a:srgbClr val="6C0000"/>
                    </a:solidFill>
                    <a:latin typeface="Poppins"/>
                    <a:ea typeface="Poppins"/>
                    <a:cs typeface="Poppins"/>
                    <a:sym typeface="Poppins"/>
                  </a:rPr>
                  <a:t>B</a:t>
                </a:r>
                <a:endParaRPr sz="1400" b="1" kern="0" dirty="0">
                  <a:solidFill>
                    <a:srgbClr val="6C0000"/>
                  </a:solidFill>
                  <a:latin typeface="Poppins"/>
                  <a:ea typeface="Poppins"/>
                  <a:cs typeface="Poppins"/>
                  <a:sym typeface="Poppins"/>
                </a:endParaRPr>
              </a:p>
            </p:txBody>
          </p:sp>
        </p:grpSp>
      </p:grpSp>
      <p:grpSp>
        <p:nvGrpSpPr>
          <p:cNvPr id="37" name="Group 36">
            <a:extLst>
              <a:ext uri="{FF2B5EF4-FFF2-40B4-BE49-F238E27FC236}">
                <a16:creationId xmlns:a16="http://schemas.microsoft.com/office/drawing/2014/main" id="{DF5B6E3F-10E8-01C0-42D3-9466A70FC5C9}"/>
              </a:ext>
            </a:extLst>
          </p:cNvPr>
          <p:cNvGrpSpPr/>
          <p:nvPr/>
        </p:nvGrpSpPr>
        <p:grpSpPr>
          <a:xfrm>
            <a:off x="1318549" y="12917916"/>
            <a:ext cx="2718580" cy="2711028"/>
            <a:chOff x="1318549" y="11062283"/>
            <a:chExt cx="2718580" cy="2711028"/>
          </a:xfrm>
        </p:grpSpPr>
        <p:pic>
          <p:nvPicPr>
            <p:cNvPr id="4" name="Picture 3">
              <a:extLst>
                <a:ext uri="{FF2B5EF4-FFF2-40B4-BE49-F238E27FC236}">
                  <a16:creationId xmlns:a16="http://schemas.microsoft.com/office/drawing/2014/main" id="{7C6A0343-F9DF-8208-C3B3-119B83BBA44C}"/>
                </a:ext>
              </a:extLst>
            </p:cNvPr>
            <p:cNvPicPr>
              <a:picLocks noChangeAspect="1"/>
            </p:cNvPicPr>
            <p:nvPr/>
          </p:nvPicPr>
          <p:blipFill>
            <a:blip r:embed="rId3"/>
            <a:stretch>
              <a:fillRect/>
            </a:stretch>
          </p:blipFill>
          <p:spPr>
            <a:xfrm>
              <a:off x="1318549" y="11062283"/>
              <a:ext cx="2718580" cy="2711028"/>
            </a:xfrm>
            <a:prstGeom prst="rect">
              <a:avLst/>
            </a:prstGeom>
          </p:spPr>
        </p:pic>
        <p:grpSp>
          <p:nvGrpSpPr>
            <p:cNvPr id="9" name="Google Shape;98;p2">
              <a:extLst>
                <a:ext uri="{FF2B5EF4-FFF2-40B4-BE49-F238E27FC236}">
                  <a16:creationId xmlns:a16="http://schemas.microsoft.com/office/drawing/2014/main" id="{9532E808-2461-652B-BA36-D245B3504438}"/>
                </a:ext>
              </a:extLst>
            </p:cNvPr>
            <p:cNvGrpSpPr/>
            <p:nvPr/>
          </p:nvGrpSpPr>
          <p:grpSpPr>
            <a:xfrm>
              <a:off x="1668629" y="11418241"/>
              <a:ext cx="1893073" cy="1893072"/>
              <a:chOff x="339168" y="2675565"/>
              <a:chExt cx="532447" cy="532447"/>
            </a:xfrm>
          </p:grpSpPr>
          <p:sp>
            <p:nvSpPr>
              <p:cNvPr id="13" name="Google Shape;99;p2">
                <a:extLst>
                  <a:ext uri="{FF2B5EF4-FFF2-40B4-BE49-F238E27FC236}">
                    <a16:creationId xmlns:a16="http://schemas.microsoft.com/office/drawing/2014/main" id="{4351CEF5-131B-084D-00B5-DC45FC66F8E1}"/>
                  </a:ext>
                </a:extLst>
              </p:cNvPr>
              <p:cNvSpPr/>
              <p:nvPr/>
            </p:nvSpPr>
            <p:spPr>
              <a:xfrm>
                <a:off x="339168" y="2675565"/>
                <a:ext cx="532447" cy="532447"/>
              </a:xfrm>
              <a:prstGeom prst="ellipse">
                <a:avLst/>
              </a:prstGeom>
              <a:solidFill>
                <a:schemeClr val="lt1"/>
              </a:solidFill>
              <a:ln w="19050" cap="flat" cmpd="sng">
                <a:solidFill>
                  <a:srgbClr val="BFBFBF"/>
                </a:solidFill>
                <a:prstDash val="solid"/>
                <a:miter lim="800000"/>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ctr" defTabSz="914400">
                  <a:buClr>
                    <a:srgbClr val="000000"/>
                  </a:buClr>
                  <a:buFont typeface="Arial"/>
                  <a:buNone/>
                </a:pPr>
                <a:endParaRPr sz="1200" kern="0">
                  <a:solidFill>
                    <a:srgbClr val="6C0000"/>
                  </a:solidFill>
                  <a:ea typeface="Arial"/>
                  <a:cs typeface="Arial"/>
                  <a:sym typeface="Arial"/>
                </a:endParaRPr>
              </a:p>
            </p:txBody>
          </p:sp>
          <p:sp>
            <p:nvSpPr>
              <p:cNvPr id="14" name="Google Shape;100;p2">
                <a:extLst>
                  <a:ext uri="{FF2B5EF4-FFF2-40B4-BE49-F238E27FC236}">
                    <a16:creationId xmlns:a16="http://schemas.microsoft.com/office/drawing/2014/main" id="{C92D96BC-DA84-3703-73D4-4BCA1DC6F69E}"/>
                  </a:ext>
                </a:extLst>
              </p:cNvPr>
              <p:cNvSpPr txBox="1"/>
              <p:nvPr/>
            </p:nvSpPr>
            <p:spPr>
              <a:xfrm>
                <a:off x="360937" y="2735959"/>
                <a:ext cx="488908" cy="441484"/>
              </a:xfrm>
              <a:prstGeom prst="rect">
                <a:avLst/>
              </a:prstGeom>
              <a:noFill/>
              <a:ln>
                <a:noFill/>
              </a:ln>
            </p:spPr>
            <p:txBody>
              <a:bodyPr spcFirstLastPara="1" wrap="square" lIns="91425" tIns="45700" rIns="91425" bIns="45700" anchor="t" anchorCtr="0">
                <a:spAutoFit/>
              </a:bodyPr>
              <a:lstStyle/>
              <a:p>
                <a:pPr algn="ctr" defTabSz="914400">
                  <a:buClr>
                    <a:srgbClr val="6C0000"/>
                  </a:buClr>
                  <a:buSzPts val="9600"/>
                  <a:buFont typeface="Poppins"/>
                  <a:buNone/>
                </a:pPr>
                <a:r>
                  <a:rPr lang="en-IN" sz="9600" b="1" kern="0" dirty="0">
                    <a:solidFill>
                      <a:srgbClr val="6C0000"/>
                    </a:solidFill>
                    <a:latin typeface="Poppins"/>
                    <a:ea typeface="Poppins"/>
                    <a:cs typeface="Poppins"/>
                    <a:sym typeface="Poppins"/>
                  </a:rPr>
                  <a:t>C</a:t>
                </a:r>
                <a:endParaRPr sz="1400" b="1" kern="0" dirty="0">
                  <a:solidFill>
                    <a:srgbClr val="6C0000"/>
                  </a:solidFill>
                  <a:latin typeface="Poppins"/>
                  <a:ea typeface="Poppins"/>
                  <a:cs typeface="Poppins"/>
                  <a:sym typeface="Poppins"/>
                </a:endParaRPr>
              </a:p>
            </p:txBody>
          </p:sp>
        </p:grpSp>
      </p:grpSp>
      <p:grpSp>
        <p:nvGrpSpPr>
          <p:cNvPr id="34" name="Group 33">
            <a:extLst>
              <a:ext uri="{FF2B5EF4-FFF2-40B4-BE49-F238E27FC236}">
                <a16:creationId xmlns:a16="http://schemas.microsoft.com/office/drawing/2014/main" id="{52EC70A5-F9D9-4056-5392-51B14E6149B4}"/>
              </a:ext>
            </a:extLst>
          </p:cNvPr>
          <p:cNvGrpSpPr/>
          <p:nvPr/>
        </p:nvGrpSpPr>
        <p:grpSpPr>
          <a:xfrm>
            <a:off x="1318549" y="15618007"/>
            <a:ext cx="2718580" cy="2711028"/>
            <a:chOff x="1318549" y="13605296"/>
            <a:chExt cx="2718580" cy="2711028"/>
          </a:xfrm>
        </p:grpSpPr>
        <p:pic>
          <p:nvPicPr>
            <p:cNvPr id="5" name="Picture 4">
              <a:extLst>
                <a:ext uri="{FF2B5EF4-FFF2-40B4-BE49-F238E27FC236}">
                  <a16:creationId xmlns:a16="http://schemas.microsoft.com/office/drawing/2014/main" id="{5A420ABC-586C-15A3-9C16-3A568861411B}"/>
                </a:ext>
              </a:extLst>
            </p:cNvPr>
            <p:cNvPicPr>
              <a:picLocks noChangeAspect="1"/>
            </p:cNvPicPr>
            <p:nvPr/>
          </p:nvPicPr>
          <p:blipFill>
            <a:blip r:embed="rId3"/>
            <a:stretch>
              <a:fillRect/>
            </a:stretch>
          </p:blipFill>
          <p:spPr>
            <a:xfrm>
              <a:off x="1318549" y="13605296"/>
              <a:ext cx="2718580" cy="2711028"/>
            </a:xfrm>
            <a:prstGeom prst="rect">
              <a:avLst/>
            </a:prstGeom>
          </p:spPr>
        </p:pic>
        <p:grpSp>
          <p:nvGrpSpPr>
            <p:cNvPr id="10" name="Google Shape;98;p2">
              <a:extLst>
                <a:ext uri="{FF2B5EF4-FFF2-40B4-BE49-F238E27FC236}">
                  <a16:creationId xmlns:a16="http://schemas.microsoft.com/office/drawing/2014/main" id="{3E7ACBFE-542D-323F-C3BB-F27ADA17ABD3}"/>
                </a:ext>
              </a:extLst>
            </p:cNvPr>
            <p:cNvGrpSpPr/>
            <p:nvPr/>
          </p:nvGrpSpPr>
          <p:grpSpPr>
            <a:xfrm>
              <a:off x="1668629" y="13957397"/>
              <a:ext cx="1893073" cy="1893072"/>
              <a:chOff x="339168" y="2675565"/>
              <a:chExt cx="532447" cy="532447"/>
            </a:xfrm>
          </p:grpSpPr>
          <p:sp>
            <p:nvSpPr>
              <p:cNvPr id="11" name="Google Shape;99;p2">
                <a:extLst>
                  <a:ext uri="{FF2B5EF4-FFF2-40B4-BE49-F238E27FC236}">
                    <a16:creationId xmlns:a16="http://schemas.microsoft.com/office/drawing/2014/main" id="{9160712F-BB7C-50DA-17A6-E2D12AB16B8D}"/>
                  </a:ext>
                </a:extLst>
              </p:cNvPr>
              <p:cNvSpPr/>
              <p:nvPr/>
            </p:nvSpPr>
            <p:spPr>
              <a:xfrm>
                <a:off x="339168" y="2675565"/>
                <a:ext cx="532447" cy="532447"/>
              </a:xfrm>
              <a:prstGeom prst="ellipse">
                <a:avLst/>
              </a:prstGeom>
              <a:solidFill>
                <a:schemeClr val="lt1"/>
              </a:solidFill>
              <a:ln w="19050" cap="flat" cmpd="sng">
                <a:solidFill>
                  <a:srgbClr val="BFBFBF"/>
                </a:solidFill>
                <a:prstDash val="solid"/>
                <a:miter lim="800000"/>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ctr" defTabSz="914400">
                  <a:buClr>
                    <a:srgbClr val="000000"/>
                  </a:buClr>
                  <a:buFont typeface="Arial"/>
                  <a:buNone/>
                </a:pPr>
                <a:endParaRPr sz="1200" kern="0">
                  <a:solidFill>
                    <a:srgbClr val="6C0000"/>
                  </a:solidFill>
                  <a:ea typeface="Arial"/>
                  <a:cs typeface="Arial"/>
                  <a:sym typeface="Arial"/>
                </a:endParaRPr>
              </a:p>
            </p:txBody>
          </p:sp>
          <p:sp>
            <p:nvSpPr>
              <p:cNvPr id="12" name="Google Shape;100;p2">
                <a:extLst>
                  <a:ext uri="{FF2B5EF4-FFF2-40B4-BE49-F238E27FC236}">
                    <a16:creationId xmlns:a16="http://schemas.microsoft.com/office/drawing/2014/main" id="{C1294715-87DF-38DB-9B4C-F478796AC82C}"/>
                  </a:ext>
                </a:extLst>
              </p:cNvPr>
              <p:cNvSpPr txBox="1"/>
              <p:nvPr/>
            </p:nvSpPr>
            <p:spPr>
              <a:xfrm>
                <a:off x="360937" y="2735959"/>
                <a:ext cx="488908" cy="441473"/>
              </a:xfrm>
              <a:prstGeom prst="rect">
                <a:avLst/>
              </a:prstGeom>
              <a:noFill/>
              <a:ln>
                <a:noFill/>
              </a:ln>
            </p:spPr>
            <p:txBody>
              <a:bodyPr spcFirstLastPara="1" wrap="square" lIns="91425" tIns="45700" rIns="91425" bIns="45700" anchor="t" anchorCtr="0">
                <a:spAutoFit/>
              </a:bodyPr>
              <a:lstStyle/>
              <a:p>
                <a:pPr algn="ctr" defTabSz="914400">
                  <a:buClr>
                    <a:srgbClr val="6C0000"/>
                  </a:buClr>
                  <a:buSzPts val="9600"/>
                  <a:buFont typeface="Poppins"/>
                  <a:buNone/>
                </a:pPr>
                <a:r>
                  <a:rPr lang="en-US" sz="9600" b="1" kern="0" dirty="0">
                    <a:solidFill>
                      <a:srgbClr val="6C0000"/>
                    </a:solidFill>
                    <a:latin typeface="Poppins"/>
                    <a:ea typeface="Poppins"/>
                    <a:cs typeface="Poppins"/>
                    <a:sym typeface="Poppins"/>
                  </a:rPr>
                  <a:t>D</a:t>
                </a:r>
                <a:endParaRPr sz="1400" b="1" kern="0" dirty="0">
                  <a:solidFill>
                    <a:srgbClr val="6C0000"/>
                  </a:solidFill>
                  <a:latin typeface="Poppins"/>
                  <a:ea typeface="Poppins"/>
                  <a:cs typeface="Poppins"/>
                  <a:sym typeface="Poppins"/>
                </a:endParaRPr>
              </a:p>
            </p:txBody>
          </p:sp>
        </p:grpSp>
      </p:grpSp>
      <p:sp>
        <p:nvSpPr>
          <p:cNvPr id="19" name="TextBox 18">
            <a:extLst>
              <a:ext uri="{FF2B5EF4-FFF2-40B4-BE49-F238E27FC236}">
                <a16:creationId xmlns:a16="http://schemas.microsoft.com/office/drawing/2014/main" id="{9B5AC2C5-8A12-AF04-81CE-33281B2A59BB}"/>
              </a:ext>
            </a:extLst>
          </p:cNvPr>
          <p:cNvSpPr txBox="1"/>
          <p:nvPr/>
        </p:nvSpPr>
        <p:spPr>
          <a:xfrm>
            <a:off x="4387209" y="8257755"/>
            <a:ext cx="18288000" cy="1200329"/>
          </a:xfrm>
          <a:prstGeom prst="rect">
            <a:avLst/>
          </a:prstGeom>
          <a:noFill/>
        </p:spPr>
        <p:txBody>
          <a:bodyPr wrap="square">
            <a:spAutoFit/>
          </a:bodyPr>
          <a:lstStyle/>
          <a:p>
            <a:pPr defTabSz="914400">
              <a:spcBef>
                <a:spcPts val="5500"/>
              </a:spcBef>
              <a:spcAft>
                <a:spcPts val="5500"/>
              </a:spcAft>
              <a:defRPr/>
            </a:pPr>
            <a:r>
              <a:rPr lang="en-IN" sz="72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Kokila" panose="020B0604020202020204" pitchFamily="34" charset="0"/>
                <a:sym typeface="Arial"/>
              </a:rPr>
              <a:t>Type text here</a:t>
            </a:r>
          </a:p>
        </p:txBody>
      </p:sp>
      <p:sp>
        <p:nvSpPr>
          <p:cNvPr id="20" name="TextBox 19">
            <a:extLst>
              <a:ext uri="{FF2B5EF4-FFF2-40B4-BE49-F238E27FC236}">
                <a16:creationId xmlns:a16="http://schemas.microsoft.com/office/drawing/2014/main" id="{85EAE6B2-B33E-EA10-6D33-DF79AF6F6F72}"/>
              </a:ext>
            </a:extLst>
          </p:cNvPr>
          <p:cNvSpPr txBox="1"/>
          <p:nvPr/>
        </p:nvSpPr>
        <p:spPr>
          <a:xfrm>
            <a:off x="4441371" y="10957828"/>
            <a:ext cx="18288000" cy="1200329"/>
          </a:xfrm>
          <a:prstGeom prst="rect">
            <a:avLst/>
          </a:prstGeom>
          <a:noFill/>
        </p:spPr>
        <p:txBody>
          <a:bodyPr wrap="square">
            <a:spAutoFit/>
          </a:bodyPr>
          <a:lstStyle/>
          <a:p>
            <a:pPr defTabSz="914400">
              <a:spcBef>
                <a:spcPts val="5500"/>
              </a:spcBef>
              <a:spcAft>
                <a:spcPts val="5500"/>
              </a:spcAft>
              <a:defRPr/>
            </a:pPr>
            <a:r>
              <a:rPr lang="en-IN" sz="72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Kokila" panose="020B0604020202020204" pitchFamily="34" charset="0"/>
                <a:sym typeface="Arial"/>
              </a:rPr>
              <a:t>Type text here</a:t>
            </a:r>
          </a:p>
        </p:txBody>
      </p:sp>
      <p:sp>
        <p:nvSpPr>
          <p:cNvPr id="24" name="TextBox 23">
            <a:extLst>
              <a:ext uri="{FF2B5EF4-FFF2-40B4-BE49-F238E27FC236}">
                <a16:creationId xmlns:a16="http://schemas.microsoft.com/office/drawing/2014/main" id="{460B9B0B-BD55-D5F7-B3C9-CCA450E8458C}"/>
              </a:ext>
            </a:extLst>
          </p:cNvPr>
          <p:cNvSpPr txBox="1"/>
          <p:nvPr/>
        </p:nvSpPr>
        <p:spPr>
          <a:xfrm>
            <a:off x="4458303" y="13657901"/>
            <a:ext cx="18288000" cy="1200329"/>
          </a:xfrm>
          <a:prstGeom prst="rect">
            <a:avLst/>
          </a:prstGeom>
          <a:noFill/>
        </p:spPr>
        <p:txBody>
          <a:bodyPr wrap="square">
            <a:spAutoFit/>
          </a:bodyPr>
          <a:lstStyle/>
          <a:p>
            <a:pPr defTabSz="914400">
              <a:spcBef>
                <a:spcPts val="5500"/>
              </a:spcBef>
              <a:spcAft>
                <a:spcPts val="5500"/>
              </a:spcAft>
              <a:defRPr/>
            </a:pPr>
            <a:r>
              <a:rPr lang="en-IN" sz="72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Kokila" panose="020B0604020202020204" pitchFamily="34" charset="0"/>
                <a:sym typeface="Arial"/>
              </a:rPr>
              <a:t>Type text here</a:t>
            </a:r>
          </a:p>
        </p:txBody>
      </p:sp>
      <p:sp>
        <p:nvSpPr>
          <p:cNvPr id="25" name="TextBox 24">
            <a:extLst>
              <a:ext uri="{FF2B5EF4-FFF2-40B4-BE49-F238E27FC236}">
                <a16:creationId xmlns:a16="http://schemas.microsoft.com/office/drawing/2014/main" id="{3139846E-7A0D-A5FA-B455-F543EB8AC5DB}"/>
              </a:ext>
            </a:extLst>
          </p:cNvPr>
          <p:cNvSpPr txBox="1"/>
          <p:nvPr/>
        </p:nvSpPr>
        <p:spPr>
          <a:xfrm>
            <a:off x="4441368" y="16357975"/>
            <a:ext cx="18288000" cy="1200329"/>
          </a:xfrm>
          <a:prstGeom prst="rect">
            <a:avLst/>
          </a:prstGeom>
          <a:noFill/>
        </p:spPr>
        <p:txBody>
          <a:bodyPr wrap="square">
            <a:spAutoFit/>
          </a:bodyPr>
          <a:lstStyle/>
          <a:p>
            <a:pPr defTabSz="914400">
              <a:spcBef>
                <a:spcPts val="5500"/>
              </a:spcBef>
              <a:spcAft>
                <a:spcPts val="5500"/>
              </a:spcAft>
              <a:defRPr/>
            </a:pPr>
            <a:r>
              <a:rPr lang="en-IN" sz="72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Kokila" panose="020B0604020202020204" pitchFamily="34" charset="0"/>
                <a:sym typeface="Arial"/>
              </a:rPr>
              <a:t>Type text here</a:t>
            </a:r>
          </a:p>
        </p:txBody>
      </p:sp>
      <p:sp>
        <p:nvSpPr>
          <p:cNvPr id="26" name="Rectangle: Rounded Corners 6">
            <a:extLst>
              <a:ext uri="{FF2B5EF4-FFF2-40B4-BE49-F238E27FC236}">
                <a16:creationId xmlns:a16="http://schemas.microsoft.com/office/drawing/2014/main" id="{B5209C18-478A-D366-A07D-CB1AB8E7A890}"/>
              </a:ext>
            </a:extLst>
          </p:cNvPr>
          <p:cNvSpPr/>
          <p:nvPr/>
        </p:nvSpPr>
        <p:spPr>
          <a:xfrm>
            <a:off x="685800" y="1101399"/>
            <a:ext cx="7511143" cy="1659158"/>
          </a:xfrm>
          <a:prstGeom prst="round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756000" tIns="72000" rIns="756000" bIns="72000" rtlCol="0" anchor="ctr">
            <a:spAutoFit/>
          </a:bodyPr>
          <a:lstStyle/>
          <a:p>
            <a:r>
              <a:rPr lang="en-US" sz="8800" dirty="0">
                <a:solidFill>
                  <a:schemeClr val="tx1">
                    <a:lumMod val="85000"/>
                    <a:lumOff val="15000"/>
                  </a:schemeClr>
                </a:solidFill>
                <a:latin typeface="Poppins ExtraBold" panose="00000900000000000000" pitchFamily="2" charset="0"/>
                <a:cs typeface="Poppins ExtraBold" panose="00000900000000000000" pitchFamily="2" charset="0"/>
              </a:rPr>
              <a:t>QUESTION</a:t>
            </a:r>
          </a:p>
        </p:txBody>
      </p:sp>
      <p:pic>
        <p:nvPicPr>
          <p:cNvPr id="27" name="Picture 26">
            <a:extLst>
              <a:ext uri="{FF2B5EF4-FFF2-40B4-BE49-F238E27FC236}">
                <a16:creationId xmlns:a16="http://schemas.microsoft.com/office/drawing/2014/main" id="{AA23EDE4-91A9-2893-E6AE-30F601B1C1E2}"/>
              </a:ext>
            </a:extLst>
          </p:cNvPr>
          <p:cNvPicPr>
            <a:picLocks noChangeAspect="1"/>
          </p:cNvPicPr>
          <p:nvPr/>
        </p:nvPicPr>
        <p:blipFill>
          <a:blip r:embed="rId4" cstate="hqprint">
            <a:extLst>
              <a:ext uri="{BEBA8EAE-BF5A-486C-A8C5-ECC9F3942E4B}">
                <a14:imgProps xmlns:a14="http://schemas.microsoft.com/office/drawing/2010/main">
                  <a14:imgLayer r:embed="rId5">
                    <a14:imgEffect>
                      <a14:saturation sat="40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6841326" y="457199"/>
            <a:ext cx="2711233" cy="2711233"/>
          </a:xfrm>
          <a:prstGeom prst="rect">
            <a:avLst/>
          </a:prstGeom>
        </p:spPr>
      </p:pic>
    </p:spTree>
    <p:extLst>
      <p:ext uri="{BB962C8B-B14F-4D97-AF65-F5344CB8AC3E}">
        <p14:creationId xmlns:p14="http://schemas.microsoft.com/office/powerpoint/2010/main" val="3273564663"/>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5" name="TextBox 4">
            <a:extLst>
              <a:ext uri="{FF2B5EF4-FFF2-40B4-BE49-F238E27FC236}">
                <a16:creationId xmlns:a16="http://schemas.microsoft.com/office/drawing/2014/main" id="{AF732F0C-A165-6B52-ECDE-B40FE03F69D4}"/>
              </a:ext>
            </a:extLst>
          </p:cNvPr>
          <p:cNvSpPr txBox="1"/>
          <p:nvPr/>
        </p:nvSpPr>
        <p:spPr>
          <a:xfrm>
            <a:off x="1131211" y="11090984"/>
            <a:ext cx="31348385" cy="1200329"/>
          </a:xfrm>
          <a:prstGeom prst="rect">
            <a:avLst/>
          </a:prstGeom>
          <a:noFill/>
        </p:spPr>
        <p:txBody>
          <a:bodyPr wrap="square" rtlCol="0">
            <a:spAutoFit/>
          </a:bodyPr>
          <a:lstStyle/>
          <a:p>
            <a:pPr marL="2521252" indent="-2521252" defTabSz="914400">
              <a:buClr>
                <a:srgbClr val="000000"/>
              </a:buClr>
            </a:pPr>
            <a:r>
              <a:rPr lang="en-GB" sz="7200" dirty="0">
                <a:solidFill>
                  <a:schemeClr val="bg1"/>
                </a:solidFill>
                <a:latin typeface="Cambria" pitchFamily="18" charset="0"/>
                <a:ea typeface="Cambria" pitchFamily="18" charset="0"/>
                <a:cs typeface="Poppins Medium" panose="00000600000000000000" pitchFamily="2" charset="0"/>
              </a:rPr>
              <a:t>A</a:t>
            </a:r>
            <a:endParaRPr lang="en-GB" sz="7200" b="1" dirty="0">
              <a:solidFill>
                <a:srgbClr val="FFC000"/>
              </a:solidFill>
              <a:latin typeface="Cambria" pitchFamily="18" charset="0"/>
              <a:ea typeface="Cambria" pitchFamily="18" charset="0"/>
              <a:cs typeface="Poppins Medium" panose="00000600000000000000" pitchFamily="2" charset="0"/>
            </a:endParaRPr>
          </a:p>
        </p:txBody>
      </p:sp>
      <p:sp>
        <p:nvSpPr>
          <p:cNvPr id="6" name="Rectangle: Rounded Corners 6">
            <a:extLst>
              <a:ext uri="{FF2B5EF4-FFF2-40B4-BE49-F238E27FC236}">
                <a16:creationId xmlns:a16="http://schemas.microsoft.com/office/drawing/2014/main" id="{55D4AE07-2DDF-0308-57B7-8E172FD18FDE}"/>
              </a:ext>
            </a:extLst>
          </p:cNvPr>
          <p:cNvSpPr/>
          <p:nvPr/>
        </p:nvSpPr>
        <p:spPr>
          <a:xfrm>
            <a:off x="685800" y="9288267"/>
            <a:ext cx="5280203" cy="1386743"/>
          </a:xfrm>
          <a:prstGeom prst="round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wrap="none" lIns="756000" tIns="72000" rIns="756000" bIns="72000" rtlCol="0" anchor="ctr">
            <a:spAutoFit/>
          </a:bodyPr>
          <a:lstStyle/>
          <a:p>
            <a:pPr defTabSz="914400">
              <a:buClr>
                <a:srgbClr val="000000"/>
              </a:buClr>
              <a:buFont typeface="Arial"/>
              <a:buNone/>
            </a:pPr>
            <a:r>
              <a:rPr lang="en-US" sz="7200" kern="0" dirty="0">
                <a:solidFill>
                  <a:srgbClr val="FFFF00"/>
                </a:solidFill>
                <a:latin typeface="Poppins ExtraBold" panose="00000900000000000000" pitchFamily="2" charset="0"/>
                <a:cs typeface="Poppins ExtraBold" panose="00000900000000000000" pitchFamily="2" charset="0"/>
                <a:sym typeface="Arial"/>
              </a:rPr>
              <a:t>Answer</a:t>
            </a:r>
            <a:endParaRPr lang="en-IN" sz="7200" kern="0" dirty="0">
              <a:solidFill>
                <a:srgbClr val="FFFF00"/>
              </a:solidFill>
              <a:latin typeface="Poppins ExtraBold" panose="00000900000000000000" pitchFamily="2" charset="0"/>
              <a:cs typeface="Poppins ExtraBold" panose="00000900000000000000" pitchFamily="2" charset="0"/>
              <a:sym typeface="Arial"/>
            </a:endParaRPr>
          </a:p>
        </p:txBody>
      </p:sp>
      <p:sp>
        <p:nvSpPr>
          <p:cNvPr id="9" name="TextBox 8">
            <a:extLst>
              <a:ext uri="{FF2B5EF4-FFF2-40B4-BE49-F238E27FC236}">
                <a16:creationId xmlns:a16="http://schemas.microsoft.com/office/drawing/2014/main" id="{AEAA2861-9182-461E-0597-BA4081FB3168}"/>
              </a:ext>
            </a:extLst>
          </p:cNvPr>
          <p:cNvSpPr txBox="1"/>
          <p:nvPr/>
        </p:nvSpPr>
        <p:spPr>
          <a:xfrm>
            <a:off x="1168691" y="3363133"/>
            <a:ext cx="33426108" cy="1200329"/>
          </a:xfrm>
          <a:prstGeom prst="rect">
            <a:avLst/>
          </a:prstGeom>
          <a:noFill/>
        </p:spPr>
        <p:txBody>
          <a:bodyPr wrap="square" rtlCol="0">
            <a:spAutoFit/>
          </a:bodyPr>
          <a:lstStyle/>
          <a:p>
            <a:pPr algn="just">
              <a:spcBef>
                <a:spcPts val="1500"/>
              </a:spcBef>
              <a:spcAft>
                <a:spcPts val="1500"/>
              </a:spcAft>
              <a:buClr>
                <a:srgbClr val="FFFF00"/>
              </a:buClr>
              <a:tabLst>
                <a:tab pos="1428750" algn="l"/>
              </a:tabLst>
            </a:pPr>
            <a:r>
              <a:rPr lang="en-GB" sz="7200" dirty="0">
                <a:solidFill>
                  <a:schemeClr val="bg1"/>
                </a:solidFill>
                <a:latin typeface="Cambria" panose="02040503050406030204" pitchFamily="18" charset="0"/>
                <a:ea typeface="Cambria" panose="02040503050406030204" pitchFamily="18" charset="0"/>
              </a:rPr>
              <a:t>type</a:t>
            </a:r>
            <a:endParaRPr lang="en-GB" sz="7200" dirty="0">
              <a:solidFill>
                <a:schemeClr val="bg1"/>
              </a:solidFill>
              <a:latin typeface="Cambria" pitchFamily="18" charset="0"/>
              <a:ea typeface="Cambria" pitchFamily="18" charset="0"/>
              <a:cs typeface="Poppins Medium" panose="00000600000000000000" pitchFamily="2" charset="0"/>
            </a:endParaRPr>
          </a:p>
        </p:txBody>
      </p:sp>
      <p:sp>
        <p:nvSpPr>
          <p:cNvPr id="10" name="Rectangle: Rounded Corners 6">
            <a:extLst>
              <a:ext uri="{FF2B5EF4-FFF2-40B4-BE49-F238E27FC236}">
                <a16:creationId xmlns:a16="http://schemas.microsoft.com/office/drawing/2014/main" id="{55D4AE07-2DDF-0308-57B7-8E172FD18FDE}"/>
              </a:ext>
            </a:extLst>
          </p:cNvPr>
          <p:cNvSpPr/>
          <p:nvPr/>
        </p:nvSpPr>
        <p:spPr>
          <a:xfrm>
            <a:off x="685800" y="1101399"/>
            <a:ext cx="7511143" cy="1659158"/>
          </a:xfrm>
          <a:prstGeom prst="round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756000" tIns="72000" rIns="756000" bIns="72000" rtlCol="0" anchor="ctr">
            <a:spAutoFit/>
          </a:bodyPr>
          <a:lstStyle/>
          <a:p>
            <a:r>
              <a:rPr lang="en-US" sz="8800" dirty="0">
                <a:solidFill>
                  <a:schemeClr val="tx1">
                    <a:lumMod val="85000"/>
                    <a:lumOff val="15000"/>
                  </a:schemeClr>
                </a:solidFill>
                <a:latin typeface="Poppins ExtraBold" panose="00000900000000000000" pitchFamily="2" charset="0"/>
                <a:cs typeface="Poppins ExtraBold" panose="00000900000000000000" pitchFamily="2" charset="0"/>
              </a:rPr>
              <a:t>QUESTION</a:t>
            </a:r>
          </a:p>
        </p:txBody>
      </p:sp>
      <p:pic>
        <p:nvPicPr>
          <p:cNvPr id="11" name="Picture 10"/>
          <p:cNvPicPr>
            <a:picLocks noChangeAspect="1"/>
          </p:cNvPicPr>
          <p:nvPr/>
        </p:nvPicPr>
        <p:blipFill>
          <a:blip r:embed="rId3" cstate="hqprint">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6841326" y="457199"/>
            <a:ext cx="2711233" cy="2711233"/>
          </a:xfrm>
          <a:prstGeom prst="rect">
            <a:avLst/>
          </a:prstGeom>
        </p:spPr>
      </p:pic>
    </p:spTree>
    <p:extLst>
      <p:ext uri="{BB962C8B-B14F-4D97-AF65-F5344CB8AC3E}">
        <p14:creationId xmlns:p14="http://schemas.microsoft.com/office/powerpoint/2010/main" val="3744940376"/>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4" name="TextBox 3">
            <a:extLst>
              <a:ext uri="{FF2B5EF4-FFF2-40B4-BE49-F238E27FC236}">
                <a16:creationId xmlns:a16="http://schemas.microsoft.com/office/drawing/2014/main" id="{AF732F0C-A165-6B52-ECDE-B40FE03F69D4}"/>
              </a:ext>
            </a:extLst>
          </p:cNvPr>
          <p:cNvSpPr txBox="1"/>
          <p:nvPr/>
        </p:nvSpPr>
        <p:spPr>
          <a:xfrm>
            <a:off x="1378153" y="2972220"/>
            <a:ext cx="31348385" cy="1200329"/>
          </a:xfrm>
          <a:prstGeom prst="rect">
            <a:avLst/>
          </a:prstGeom>
          <a:noFill/>
        </p:spPr>
        <p:txBody>
          <a:bodyPr wrap="square" rtlCol="0">
            <a:spAutoFit/>
          </a:bodyPr>
          <a:lstStyle/>
          <a:p>
            <a:pPr marL="2521252" indent="-2521252" defTabSz="914400">
              <a:buClr>
                <a:srgbClr val="000000"/>
              </a:buClr>
            </a:pPr>
            <a:r>
              <a:rPr lang="en-GB" sz="7200" dirty="0">
                <a:solidFill>
                  <a:schemeClr val="bg1"/>
                </a:solidFill>
                <a:latin typeface="Cambria" pitchFamily="18" charset="0"/>
                <a:ea typeface="Cambria" pitchFamily="18" charset="0"/>
                <a:cs typeface="Poppins Medium" panose="00000600000000000000" pitchFamily="2" charset="0"/>
              </a:rPr>
              <a:t>A</a:t>
            </a:r>
            <a:endParaRPr lang="en-GB" sz="7200" b="1" dirty="0">
              <a:solidFill>
                <a:srgbClr val="FFC000"/>
              </a:solidFill>
              <a:latin typeface="Cambria" pitchFamily="18" charset="0"/>
              <a:ea typeface="Cambria" pitchFamily="18" charset="0"/>
              <a:cs typeface="Poppins Medium" panose="00000600000000000000" pitchFamily="2" charset="0"/>
            </a:endParaRPr>
          </a:p>
        </p:txBody>
      </p:sp>
      <p:sp>
        <p:nvSpPr>
          <p:cNvPr id="5" name="Rectangle: Rounded Corners 6">
            <a:extLst>
              <a:ext uri="{FF2B5EF4-FFF2-40B4-BE49-F238E27FC236}">
                <a16:creationId xmlns:a16="http://schemas.microsoft.com/office/drawing/2014/main" id="{55D4AE07-2DDF-0308-57B7-8E172FD18FDE}"/>
              </a:ext>
            </a:extLst>
          </p:cNvPr>
          <p:cNvSpPr/>
          <p:nvPr/>
        </p:nvSpPr>
        <p:spPr>
          <a:xfrm>
            <a:off x="685800" y="1169502"/>
            <a:ext cx="5280203" cy="1386743"/>
          </a:xfrm>
          <a:prstGeom prst="round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wrap="none" lIns="756000" tIns="72000" rIns="756000" bIns="72000" rtlCol="0" anchor="ctr">
            <a:spAutoFit/>
          </a:bodyPr>
          <a:lstStyle/>
          <a:p>
            <a:pPr defTabSz="914400">
              <a:buClr>
                <a:srgbClr val="000000"/>
              </a:buClr>
              <a:buFont typeface="Arial"/>
              <a:buNone/>
            </a:pPr>
            <a:r>
              <a:rPr lang="en-US" sz="7200" kern="0" dirty="0">
                <a:solidFill>
                  <a:srgbClr val="FFFF00"/>
                </a:solidFill>
                <a:latin typeface="Poppins ExtraBold" panose="00000900000000000000" pitchFamily="2" charset="0"/>
                <a:cs typeface="Poppins ExtraBold" panose="00000900000000000000" pitchFamily="2" charset="0"/>
                <a:sym typeface="Arial"/>
              </a:rPr>
              <a:t>Answer</a:t>
            </a:r>
            <a:endParaRPr lang="en-IN" sz="7200" kern="0" dirty="0">
              <a:solidFill>
                <a:srgbClr val="FFFF00"/>
              </a:solidFill>
              <a:latin typeface="Poppins ExtraBold" panose="00000900000000000000" pitchFamily="2" charset="0"/>
              <a:cs typeface="Poppins ExtraBold" panose="00000900000000000000" pitchFamily="2" charset="0"/>
              <a:sym typeface="Arial"/>
            </a:endParaRPr>
          </a:p>
        </p:txBody>
      </p:sp>
    </p:spTree>
    <p:extLst>
      <p:ext uri="{BB962C8B-B14F-4D97-AF65-F5344CB8AC3E}">
        <p14:creationId xmlns:p14="http://schemas.microsoft.com/office/powerpoint/2010/main" val="3198428808"/>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5" name="Rectangle: Rounded Corners 6">
            <a:extLst>
              <a:ext uri="{FF2B5EF4-FFF2-40B4-BE49-F238E27FC236}">
                <a16:creationId xmlns:a16="http://schemas.microsoft.com/office/drawing/2014/main" id="{55D4AE07-2DDF-0308-57B7-8E172FD18FDE}"/>
              </a:ext>
            </a:extLst>
          </p:cNvPr>
          <p:cNvSpPr/>
          <p:nvPr/>
        </p:nvSpPr>
        <p:spPr>
          <a:xfrm>
            <a:off x="685800" y="1101399"/>
            <a:ext cx="8677524" cy="1659158"/>
          </a:xfrm>
          <a:prstGeom prst="round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756000" tIns="72000" rIns="756000" bIns="72000" rtlCol="0" anchor="ctr">
            <a:spAutoFit/>
          </a:bodyPr>
          <a:lstStyle/>
          <a:p>
            <a:r>
              <a:rPr lang="en-US" sz="8800" dirty="0">
                <a:solidFill>
                  <a:schemeClr val="tx1">
                    <a:lumMod val="85000"/>
                    <a:lumOff val="15000"/>
                  </a:schemeClr>
                </a:solidFill>
                <a:latin typeface="Poppins ExtraBold" panose="00000900000000000000" pitchFamily="2" charset="0"/>
                <a:cs typeface="Poppins ExtraBold" panose="00000900000000000000" pitchFamily="2" charset="0"/>
              </a:rPr>
              <a:t>HOMEWORK</a:t>
            </a:r>
            <a:endParaRPr lang="en-IN" sz="8800" dirty="0">
              <a:solidFill>
                <a:schemeClr val="tx1">
                  <a:lumMod val="85000"/>
                  <a:lumOff val="15000"/>
                </a:schemeClr>
              </a:solidFill>
              <a:latin typeface="Poppins ExtraBold" panose="00000900000000000000" pitchFamily="2" charset="0"/>
              <a:cs typeface="Poppins ExtraBold" panose="00000900000000000000" pitchFamily="2" charset="0"/>
            </a:endParaRPr>
          </a:p>
        </p:txBody>
      </p:sp>
    </p:spTree>
    <p:extLst>
      <p:ext uri="{BB962C8B-B14F-4D97-AF65-F5344CB8AC3E}">
        <p14:creationId xmlns:p14="http://schemas.microsoft.com/office/powerpoint/2010/main" val="2800267916"/>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826EEC2-9A41-455B-5C7A-B6924019EB7A}"/>
              </a:ext>
            </a:extLst>
          </p:cNvPr>
          <p:cNvSpPr/>
          <p:nvPr/>
        </p:nvSpPr>
        <p:spPr>
          <a:xfrm>
            <a:off x="6672726" y="4602138"/>
            <a:ext cx="23230548" cy="12243462"/>
          </a:xfrm>
          <a:prstGeom prst="roundRect">
            <a:avLst/>
          </a:prstGeom>
          <a:solidFill>
            <a:srgbClr val="531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400" dirty="0"/>
          </a:p>
        </p:txBody>
      </p:sp>
      <p:grpSp>
        <p:nvGrpSpPr>
          <p:cNvPr id="3" name="Group 2">
            <a:extLst>
              <a:ext uri="{FF2B5EF4-FFF2-40B4-BE49-F238E27FC236}">
                <a16:creationId xmlns:a16="http://schemas.microsoft.com/office/drawing/2014/main" id="{557FFBF5-A974-F0BA-695A-486A73DBD2DF}"/>
              </a:ext>
            </a:extLst>
          </p:cNvPr>
          <p:cNvGrpSpPr/>
          <p:nvPr/>
        </p:nvGrpSpPr>
        <p:grpSpPr>
          <a:xfrm>
            <a:off x="9501438" y="6661301"/>
            <a:ext cx="18251316" cy="8540598"/>
            <a:chOff x="3773164" y="3367827"/>
            <a:chExt cx="6083772" cy="2846866"/>
          </a:xfrm>
        </p:grpSpPr>
        <p:sp>
          <p:nvSpPr>
            <p:cNvPr id="4" name="TextBox 3">
              <a:extLst>
                <a:ext uri="{FF2B5EF4-FFF2-40B4-BE49-F238E27FC236}">
                  <a16:creationId xmlns:a16="http://schemas.microsoft.com/office/drawing/2014/main" id="{78780427-C696-F00C-94A3-A148CB1226CC}"/>
                </a:ext>
              </a:extLst>
            </p:cNvPr>
            <p:cNvSpPr txBox="1"/>
            <p:nvPr/>
          </p:nvSpPr>
          <p:spPr>
            <a:xfrm>
              <a:off x="3773164" y="3367827"/>
              <a:ext cx="6083772" cy="1384952"/>
            </a:xfrm>
            <a:prstGeom prst="rect">
              <a:avLst/>
            </a:prstGeom>
            <a:noFill/>
          </p:spPr>
          <p:txBody>
            <a:bodyPr wrap="square" anchor="ctr">
              <a:spAutoFit/>
            </a:bodyPr>
            <a:lstStyle/>
            <a:p>
              <a:pPr algn="ctr">
                <a:spcBef>
                  <a:spcPts val="4800"/>
                </a:spcBef>
                <a:spcAft>
                  <a:spcPts val="1200"/>
                </a:spcAft>
              </a:pPr>
              <a:r>
                <a:rPr lang="en-US" sz="26399" dirty="0">
                  <a:ln w="12700">
                    <a:noFill/>
                    <a:prstDash val="solid"/>
                  </a:ln>
                  <a:solidFill>
                    <a:srgbClr val="FFFF00"/>
                  </a:solidFill>
                  <a:effectLst>
                    <a:outerShdw blurRad="38100" dist="38100" dir="2700000" algn="tl">
                      <a:srgbClr val="000000">
                        <a:alpha val="43137"/>
                      </a:srgbClr>
                    </a:outerShdw>
                  </a:effectLst>
                  <a:latin typeface="Poppins ExtraBold" panose="00000900000000000000" pitchFamily="2" charset="0"/>
                  <a:cs typeface="Poppins ExtraBold" panose="00000900000000000000" pitchFamily="2" charset="0"/>
                </a:rPr>
                <a:t>Thank</a:t>
              </a:r>
            </a:p>
          </p:txBody>
        </p:sp>
        <p:sp>
          <p:nvSpPr>
            <p:cNvPr id="5" name="TextBox 4">
              <a:extLst>
                <a:ext uri="{FF2B5EF4-FFF2-40B4-BE49-F238E27FC236}">
                  <a16:creationId xmlns:a16="http://schemas.microsoft.com/office/drawing/2014/main" id="{05D187BA-3606-D61F-3F3E-A402D002FF0B}"/>
                </a:ext>
              </a:extLst>
            </p:cNvPr>
            <p:cNvSpPr txBox="1"/>
            <p:nvPr/>
          </p:nvSpPr>
          <p:spPr>
            <a:xfrm>
              <a:off x="5096043" y="4060300"/>
              <a:ext cx="3438014" cy="2154393"/>
            </a:xfrm>
            <a:prstGeom prst="rect">
              <a:avLst/>
            </a:prstGeom>
            <a:noFill/>
          </p:spPr>
          <p:txBody>
            <a:bodyPr wrap="none" rtlCol="0">
              <a:spAutoFit/>
            </a:bodyPr>
            <a:lstStyle/>
            <a:p>
              <a:pPr algn="ctr"/>
              <a:r>
                <a:rPr lang="en-IN" sz="41399">
                  <a:ln w="12700">
                    <a:noFill/>
                    <a:prstDash val="solid"/>
                  </a:ln>
                  <a:solidFill>
                    <a:schemeClr val="bg1"/>
                  </a:solidFill>
                  <a:effectLst>
                    <a:outerShdw blurRad="50800" dist="50800" dir="5400000" sx="101000" sy="101000" algn="t" rotWithShape="0">
                      <a:prstClr val="black">
                        <a:alpha val="18000"/>
                      </a:prstClr>
                    </a:outerShdw>
                  </a:effectLst>
                  <a:latin typeface="Australia Custom" panose="02000600000000000000" pitchFamily="50" charset="0"/>
                  <a:cs typeface="Poppins ExtraBold" panose="00000900000000000000" pitchFamily="2" charset="0"/>
                </a:rPr>
                <a:t>You</a:t>
              </a:r>
              <a:endParaRPr lang="en-US" sz="41399" dirty="0">
                <a:ln w="12700">
                  <a:noFill/>
                  <a:prstDash val="solid"/>
                </a:ln>
                <a:solidFill>
                  <a:schemeClr val="bg1"/>
                </a:solidFill>
                <a:effectLst>
                  <a:outerShdw blurRad="50800" dist="50800" dir="5400000" sx="101000" sy="101000" algn="t" rotWithShape="0">
                    <a:prstClr val="black">
                      <a:alpha val="18000"/>
                    </a:prstClr>
                  </a:outerShdw>
                </a:effectLst>
                <a:latin typeface="Australia Custom" panose="02000600000000000000" pitchFamily="50" charset="0"/>
                <a:cs typeface="Poppins ExtraBold" panose="00000900000000000000" pitchFamily="2" charset="0"/>
              </a:endParaRPr>
            </a:p>
          </p:txBody>
        </p:sp>
      </p:grpSp>
    </p:spTree>
    <p:extLst>
      <p:ext uri="{BB962C8B-B14F-4D97-AF65-F5344CB8AC3E}">
        <p14:creationId xmlns:p14="http://schemas.microsoft.com/office/powerpoint/2010/main" val="13233165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4"/>
          <p:cNvSpPr txBox="1"/>
          <p:nvPr/>
        </p:nvSpPr>
        <p:spPr>
          <a:xfrm>
            <a:off x="9845964" y="6643856"/>
            <a:ext cx="12435600" cy="10158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en-IN" sz="6000" b="0" i="0" u="none" strike="noStrike" cap="none">
                <a:solidFill>
                  <a:srgbClr val="FFFFFF"/>
                </a:solidFill>
                <a:latin typeface="Cambria" panose="02040503050406030204" pitchFamily="18" charset="0"/>
                <a:ea typeface="Cambria" panose="02040503050406030204" pitchFamily="18" charset="0"/>
                <a:cs typeface="Poppins"/>
                <a:sym typeface="Poppins"/>
              </a:rPr>
              <a:t>Font Type : </a:t>
            </a:r>
            <a:r>
              <a:rPr lang="en-IN" sz="5600" b="0" i="0" u="none" strike="noStrike" cap="none">
                <a:solidFill>
                  <a:schemeClr val="lt1"/>
                </a:solidFill>
                <a:latin typeface="Cambria" panose="02040503050406030204" pitchFamily="18" charset="0"/>
                <a:ea typeface="Cambria" panose="02040503050406030204" pitchFamily="18" charset="0"/>
                <a:cs typeface="Poppins"/>
                <a:sym typeface="Poppins"/>
              </a:rPr>
              <a:t>Cambria Bold</a:t>
            </a:r>
            <a:endParaRPr sz="6000" b="0" i="0" u="none" strike="noStrike" cap="none">
              <a:solidFill>
                <a:srgbClr val="FFFFFF"/>
              </a:solidFill>
              <a:latin typeface="Cambria" panose="02040503050406030204" pitchFamily="18" charset="0"/>
              <a:ea typeface="Cambria" panose="02040503050406030204" pitchFamily="18" charset="0"/>
              <a:cs typeface="Poppins"/>
              <a:sym typeface="Poppins"/>
            </a:endParaRPr>
          </a:p>
        </p:txBody>
      </p:sp>
      <p:sp>
        <p:nvSpPr>
          <p:cNvPr id="120" name="Google Shape;120;p14"/>
          <p:cNvSpPr txBox="1"/>
          <p:nvPr/>
        </p:nvSpPr>
        <p:spPr>
          <a:xfrm>
            <a:off x="9845964" y="8654404"/>
            <a:ext cx="7644900" cy="10155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en-IN" sz="6000" b="0" i="0" u="none" strike="noStrike" cap="none">
                <a:solidFill>
                  <a:srgbClr val="FFFFFF"/>
                </a:solidFill>
                <a:latin typeface="Cambria" panose="02040503050406030204" pitchFamily="18" charset="0"/>
                <a:ea typeface="Cambria" panose="02040503050406030204" pitchFamily="18" charset="0"/>
                <a:cs typeface="Poppins"/>
                <a:sym typeface="Poppins"/>
              </a:rPr>
              <a:t>Font Color : #FFFFFF</a:t>
            </a:r>
            <a:endParaRPr sz="6000" b="0" i="0" u="none" strike="noStrike" cap="none">
              <a:solidFill>
                <a:srgbClr val="FFFFFF"/>
              </a:solidFill>
              <a:latin typeface="Cambria" panose="02040503050406030204" pitchFamily="18" charset="0"/>
              <a:ea typeface="Cambria" panose="02040503050406030204" pitchFamily="18" charset="0"/>
              <a:cs typeface="Poppins"/>
              <a:sym typeface="Poppins"/>
            </a:endParaRPr>
          </a:p>
        </p:txBody>
      </p:sp>
      <p:sp>
        <p:nvSpPr>
          <p:cNvPr id="121" name="Google Shape;121;p14"/>
          <p:cNvSpPr txBox="1"/>
          <p:nvPr/>
        </p:nvSpPr>
        <p:spPr>
          <a:xfrm>
            <a:off x="9845970" y="10780528"/>
            <a:ext cx="5054700" cy="10158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en-IN" sz="6000" b="0" i="0" u="none" strike="noStrike" cap="none">
                <a:solidFill>
                  <a:srgbClr val="FFFFFF"/>
                </a:solidFill>
                <a:latin typeface="Cambria" panose="02040503050406030204" pitchFamily="18" charset="0"/>
                <a:ea typeface="Cambria" panose="02040503050406030204" pitchFamily="18" charset="0"/>
                <a:cs typeface="Poppins"/>
                <a:sym typeface="Poppins"/>
              </a:rPr>
              <a:t>Font Size : 80</a:t>
            </a:r>
            <a:endParaRPr sz="6000" b="0" i="0" u="none" strike="noStrike" cap="none">
              <a:solidFill>
                <a:srgbClr val="FFFFFF"/>
              </a:solidFill>
              <a:latin typeface="Cambria" panose="02040503050406030204" pitchFamily="18" charset="0"/>
              <a:ea typeface="Cambria" panose="02040503050406030204" pitchFamily="18" charset="0"/>
              <a:cs typeface="Poppins"/>
              <a:sym typeface="Poppins"/>
            </a:endParaRPr>
          </a:p>
        </p:txBody>
      </p:sp>
      <p:sp>
        <p:nvSpPr>
          <p:cNvPr id="122" name="Google Shape;122;p14"/>
          <p:cNvSpPr txBox="1"/>
          <p:nvPr/>
        </p:nvSpPr>
        <p:spPr>
          <a:xfrm>
            <a:off x="951326" y="6674400"/>
            <a:ext cx="7810200" cy="9543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5600"/>
              <a:buFont typeface="Arial"/>
              <a:buNone/>
            </a:pPr>
            <a:r>
              <a:rPr lang="en-IN" sz="5600" b="0" i="0" u="none" strike="noStrike" cap="none">
                <a:solidFill>
                  <a:srgbClr val="FFFFFF"/>
                </a:solidFill>
                <a:latin typeface="Cambria" panose="02040503050406030204" pitchFamily="18" charset="0"/>
                <a:ea typeface="Cambria" panose="02040503050406030204" pitchFamily="18" charset="0"/>
                <a:cs typeface="Poppins"/>
                <a:sym typeface="Poppins"/>
              </a:rPr>
              <a:t>For Normal Text</a:t>
            </a:r>
            <a:endParaRPr sz="5600" b="0" i="0" u="none" strike="noStrike" cap="none">
              <a:solidFill>
                <a:srgbClr val="FFFFFF"/>
              </a:solidFill>
              <a:latin typeface="Cambria" panose="02040503050406030204" pitchFamily="18" charset="0"/>
              <a:ea typeface="Cambria" panose="02040503050406030204" pitchFamily="18" charset="0"/>
              <a:cs typeface="Poppins"/>
              <a:sym typeface="Poppins"/>
            </a:endParaRPr>
          </a:p>
        </p:txBody>
      </p:sp>
      <p:sp>
        <p:nvSpPr>
          <p:cNvPr id="123" name="Google Shape;123;p14"/>
          <p:cNvSpPr/>
          <p:nvPr/>
        </p:nvSpPr>
        <p:spPr>
          <a:xfrm>
            <a:off x="10577380" y="4500194"/>
            <a:ext cx="685800" cy="1622700"/>
          </a:xfrm>
          <a:prstGeom prst="upArrow">
            <a:avLst>
              <a:gd name="adj1" fmla="val 50000"/>
              <a:gd name="adj2" fmla="val 50000"/>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5600"/>
              <a:buFont typeface="Arial"/>
              <a:buNone/>
            </a:pPr>
            <a:endParaRPr sz="5600" b="0" i="0" u="none" strike="noStrike" cap="none">
              <a:solidFill>
                <a:srgbClr val="FFFFFF"/>
              </a:solidFill>
              <a:latin typeface="Cambria" panose="02040503050406030204" pitchFamily="18" charset="0"/>
              <a:ea typeface="Cambria" panose="02040503050406030204" pitchFamily="18" charset="0"/>
              <a:cs typeface="Calibri"/>
              <a:sym typeface="Calibri"/>
            </a:endParaRPr>
          </a:p>
        </p:txBody>
      </p:sp>
      <p:sp>
        <p:nvSpPr>
          <p:cNvPr id="124" name="Google Shape;124;p14"/>
          <p:cNvSpPr txBox="1"/>
          <p:nvPr/>
        </p:nvSpPr>
        <p:spPr>
          <a:xfrm>
            <a:off x="1322560" y="9973878"/>
            <a:ext cx="8541900" cy="9543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5600"/>
              <a:buFont typeface="Arial"/>
              <a:buNone/>
            </a:pPr>
            <a:r>
              <a:rPr lang="en-IN" sz="5600" b="0" i="0" u="none" strike="noStrike" cap="none">
                <a:solidFill>
                  <a:srgbClr val="FFFFFF"/>
                </a:solidFill>
                <a:latin typeface="Cambria" panose="02040503050406030204" pitchFamily="18" charset="0"/>
                <a:ea typeface="Cambria" panose="02040503050406030204" pitchFamily="18" charset="0"/>
                <a:cs typeface="Poppins"/>
                <a:sym typeface="Poppins"/>
              </a:rPr>
              <a:t>Font Type : Cambria</a:t>
            </a:r>
            <a:endParaRPr sz="5600" b="0" i="0" u="none" strike="noStrike" cap="none">
              <a:solidFill>
                <a:srgbClr val="FFFFFF"/>
              </a:solidFill>
              <a:latin typeface="Cambria" panose="02040503050406030204" pitchFamily="18" charset="0"/>
              <a:ea typeface="Cambria" panose="02040503050406030204" pitchFamily="18" charset="0"/>
              <a:cs typeface="Poppins"/>
              <a:sym typeface="Poppins"/>
            </a:endParaRPr>
          </a:p>
        </p:txBody>
      </p:sp>
      <p:sp>
        <p:nvSpPr>
          <p:cNvPr id="125" name="Google Shape;125;p14"/>
          <p:cNvSpPr txBox="1"/>
          <p:nvPr/>
        </p:nvSpPr>
        <p:spPr>
          <a:xfrm>
            <a:off x="1322560" y="11728202"/>
            <a:ext cx="8541900" cy="9540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5600"/>
              <a:buFont typeface="Arial"/>
              <a:buNone/>
            </a:pPr>
            <a:r>
              <a:rPr lang="en-IN" sz="5600" b="0" i="0" u="none" strike="noStrike" cap="none">
                <a:solidFill>
                  <a:srgbClr val="FFFFFF"/>
                </a:solidFill>
                <a:latin typeface="Cambria" panose="02040503050406030204" pitchFamily="18" charset="0"/>
                <a:ea typeface="Cambria" panose="02040503050406030204" pitchFamily="18" charset="0"/>
                <a:cs typeface="Poppins"/>
                <a:sym typeface="Poppins"/>
              </a:rPr>
              <a:t>Font Color : #FFFFFF</a:t>
            </a:r>
            <a:endParaRPr sz="5600" b="0" i="0" u="none" strike="noStrike" cap="none">
              <a:solidFill>
                <a:srgbClr val="FFFFFF"/>
              </a:solidFill>
              <a:latin typeface="Cambria" panose="02040503050406030204" pitchFamily="18" charset="0"/>
              <a:ea typeface="Cambria" panose="02040503050406030204" pitchFamily="18" charset="0"/>
              <a:cs typeface="Poppins"/>
              <a:sym typeface="Poppins"/>
            </a:endParaRPr>
          </a:p>
        </p:txBody>
      </p:sp>
      <p:sp>
        <p:nvSpPr>
          <p:cNvPr id="126" name="Google Shape;126;p14"/>
          <p:cNvSpPr/>
          <p:nvPr/>
        </p:nvSpPr>
        <p:spPr>
          <a:xfrm>
            <a:off x="2138744" y="8022286"/>
            <a:ext cx="685800" cy="1622700"/>
          </a:xfrm>
          <a:prstGeom prst="upArrow">
            <a:avLst>
              <a:gd name="adj1" fmla="val 50000"/>
              <a:gd name="adj2" fmla="val 50000"/>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5600"/>
              <a:buFont typeface="Arial"/>
              <a:buNone/>
            </a:pPr>
            <a:endParaRPr sz="5600" b="0" i="0" u="none" strike="noStrike" cap="none">
              <a:solidFill>
                <a:srgbClr val="FFFFFF"/>
              </a:solidFill>
              <a:latin typeface="Cambria" panose="02040503050406030204" pitchFamily="18" charset="0"/>
              <a:ea typeface="Cambria" panose="02040503050406030204" pitchFamily="18" charset="0"/>
              <a:cs typeface="Calibri"/>
              <a:sym typeface="Calibri"/>
            </a:endParaRPr>
          </a:p>
        </p:txBody>
      </p:sp>
      <p:sp>
        <p:nvSpPr>
          <p:cNvPr id="127" name="Google Shape;127;p14"/>
          <p:cNvSpPr txBox="1"/>
          <p:nvPr/>
        </p:nvSpPr>
        <p:spPr>
          <a:xfrm>
            <a:off x="23653362" y="3799862"/>
            <a:ext cx="9930000" cy="3539400"/>
          </a:xfrm>
          <a:prstGeom prst="rect">
            <a:avLst/>
          </a:prstGeom>
          <a:noFill/>
          <a:ln>
            <a:noFill/>
          </a:ln>
        </p:spPr>
        <p:txBody>
          <a:bodyPr spcFirstLastPara="1" wrap="square" lIns="91400" tIns="45700" rIns="91400" bIns="45700" anchor="t" anchorCtr="0">
            <a:spAutoFit/>
          </a:bodyPr>
          <a:lstStyle/>
          <a:p>
            <a:pPr marL="1016000" marR="0" lvl="0" indent="-1016000" algn="l" rtl="0">
              <a:lnSpc>
                <a:spcPct val="100000"/>
              </a:lnSpc>
              <a:spcBef>
                <a:spcPts val="0"/>
              </a:spcBef>
              <a:spcAft>
                <a:spcPts val="0"/>
              </a:spcAft>
              <a:buClr>
                <a:srgbClr val="FFFF00"/>
              </a:buClr>
              <a:buSzPts val="1400"/>
              <a:buFont typeface="Arial"/>
              <a:buChar char="•"/>
            </a:pPr>
            <a:r>
              <a:rPr lang="en-IN" sz="5600" b="0" i="0" u="none" strike="noStrike" cap="none">
                <a:solidFill>
                  <a:srgbClr val="FFFF00"/>
                </a:solidFill>
                <a:latin typeface="Cambria" panose="02040503050406030204" pitchFamily="18" charset="0"/>
                <a:ea typeface="Cambria" panose="02040503050406030204" pitchFamily="18" charset="0"/>
                <a:cs typeface="Cambria Math"/>
                <a:sym typeface="Cambria Math"/>
              </a:rPr>
              <a:t>Those who don’t know, Press    ( Alt ) + ( = ) button to type in Cambria Math for equations like - </a:t>
            </a:r>
            <a:endParaRPr sz="5600" b="0" i="0" u="none" strike="noStrike" cap="none">
              <a:solidFill>
                <a:srgbClr val="FFFF00"/>
              </a:solidFill>
              <a:latin typeface="Cambria" panose="02040503050406030204" pitchFamily="18" charset="0"/>
              <a:ea typeface="Cambria" panose="02040503050406030204" pitchFamily="18" charset="0"/>
              <a:cs typeface="Cambria Math"/>
              <a:sym typeface="Cambria Math"/>
            </a:endParaRPr>
          </a:p>
        </p:txBody>
      </p:sp>
      <p:sp>
        <p:nvSpPr>
          <p:cNvPr id="128" name="Google Shape;128;p14"/>
          <p:cNvSpPr txBox="1"/>
          <p:nvPr/>
        </p:nvSpPr>
        <p:spPr>
          <a:xfrm>
            <a:off x="27182122" y="7594422"/>
            <a:ext cx="5257800" cy="923400"/>
          </a:xfrm>
          <a:prstGeom prst="rect">
            <a:avLst/>
          </a:prstGeom>
          <a:blipFill rotWithShape="1">
            <a:blip r:embed="rId3">
              <a:alphaModFix/>
            </a:blip>
            <a:stretch>
              <a:fillRect/>
            </a:stretch>
          </a:blip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chemeClr val="dk1"/>
                </a:solidFill>
                <a:latin typeface="Cambria" panose="02040503050406030204" pitchFamily="18" charset="0"/>
                <a:ea typeface="Cambria" panose="02040503050406030204" pitchFamily="18" charset="0"/>
                <a:sym typeface="Arial"/>
              </a:rPr>
              <a:t> </a:t>
            </a:r>
            <a:endParaRPr sz="1600" b="0" i="0" u="none" strike="noStrike" cap="none">
              <a:solidFill>
                <a:schemeClr val="dk1"/>
              </a:solidFill>
              <a:latin typeface="Cambria" panose="02040503050406030204" pitchFamily="18" charset="0"/>
              <a:ea typeface="Cambria" panose="02040503050406030204" pitchFamily="18" charset="0"/>
              <a:sym typeface="Arial"/>
            </a:endParaRPr>
          </a:p>
        </p:txBody>
      </p:sp>
      <p:sp>
        <p:nvSpPr>
          <p:cNvPr id="129" name="Google Shape;129;p14"/>
          <p:cNvSpPr txBox="1"/>
          <p:nvPr/>
        </p:nvSpPr>
        <p:spPr>
          <a:xfrm>
            <a:off x="24629626" y="11293914"/>
            <a:ext cx="7810200" cy="9540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5600"/>
              <a:buFont typeface="Arial"/>
              <a:buNone/>
            </a:pPr>
            <a:r>
              <a:rPr lang="en-IN" sz="5600" b="0" i="0" u="none" strike="noStrike" cap="none">
                <a:solidFill>
                  <a:srgbClr val="FFFF00"/>
                </a:solidFill>
                <a:latin typeface="Cambria" panose="02040503050406030204" pitchFamily="18" charset="0"/>
                <a:ea typeface="Cambria" panose="02040503050406030204" pitchFamily="18" charset="0"/>
                <a:cs typeface="Cambria Math"/>
                <a:sym typeface="Cambria Math"/>
              </a:rPr>
              <a:t>Font Color :#FFFF00</a:t>
            </a:r>
            <a:endParaRPr sz="5600" b="0" i="0" u="none" strike="noStrike" cap="none">
              <a:solidFill>
                <a:srgbClr val="FFFF00"/>
              </a:solidFill>
              <a:latin typeface="Cambria" panose="02040503050406030204" pitchFamily="18" charset="0"/>
              <a:ea typeface="Cambria" panose="02040503050406030204" pitchFamily="18" charset="0"/>
              <a:cs typeface="Cambria Math"/>
              <a:sym typeface="Cambria Math"/>
            </a:endParaRPr>
          </a:p>
        </p:txBody>
      </p:sp>
      <p:sp>
        <p:nvSpPr>
          <p:cNvPr id="130" name="Google Shape;130;p14"/>
          <p:cNvSpPr txBox="1"/>
          <p:nvPr/>
        </p:nvSpPr>
        <p:spPr>
          <a:xfrm>
            <a:off x="24629625" y="12447925"/>
            <a:ext cx="5953800" cy="9543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5600"/>
              <a:buFont typeface="Arial"/>
              <a:buNone/>
            </a:pPr>
            <a:r>
              <a:rPr lang="en-IN" sz="5600" b="0" i="0" u="none" strike="noStrike" cap="none">
                <a:solidFill>
                  <a:srgbClr val="FFFF00"/>
                </a:solidFill>
                <a:latin typeface="Cambria" panose="02040503050406030204" pitchFamily="18" charset="0"/>
                <a:ea typeface="Cambria" panose="02040503050406030204" pitchFamily="18" charset="0"/>
                <a:cs typeface="Cambria Math"/>
                <a:sym typeface="Cambria Math"/>
              </a:rPr>
              <a:t>Font Size : 72</a:t>
            </a:r>
            <a:endParaRPr sz="5600" b="0" i="0" u="none" strike="noStrike" cap="none">
              <a:solidFill>
                <a:srgbClr val="FFFF00"/>
              </a:solidFill>
              <a:latin typeface="Cambria" panose="02040503050406030204" pitchFamily="18" charset="0"/>
              <a:ea typeface="Cambria" panose="02040503050406030204" pitchFamily="18" charset="0"/>
              <a:cs typeface="Cambria Math"/>
              <a:sym typeface="Cambria Math"/>
            </a:endParaRPr>
          </a:p>
        </p:txBody>
      </p:sp>
      <p:sp>
        <p:nvSpPr>
          <p:cNvPr id="131" name="Google Shape;131;p14"/>
          <p:cNvSpPr txBox="1"/>
          <p:nvPr/>
        </p:nvSpPr>
        <p:spPr>
          <a:xfrm>
            <a:off x="24629624" y="13775786"/>
            <a:ext cx="5081700" cy="18159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5600"/>
              <a:buFont typeface="Arial"/>
              <a:buNone/>
            </a:pPr>
            <a:r>
              <a:rPr lang="en-IN" sz="5600" b="0" i="0" u="none" strike="noStrike" cap="none">
                <a:solidFill>
                  <a:srgbClr val="FFFF00"/>
                </a:solidFill>
                <a:latin typeface="Cambria" panose="02040503050406030204" pitchFamily="18" charset="0"/>
                <a:ea typeface="Cambria" panose="02040503050406030204" pitchFamily="18" charset="0"/>
                <a:cs typeface="Cambria Math"/>
                <a:sym typeface="Cambria Math"/>
              </a:rPr>
              <a:t>Font Style : Italic</a:t>
            </a:r>
            <a:endParaRPr sz="5600" b="0" i="0" u="none" strike="noStrike" cap="none">
              <a:solidFill>
                <a:srgbClr val="FFFF00"/>
              </a:solidFill>
              <a:latin typeface="Cambria" panose="02040503050406030204" pitchFamily="18" charset="0"/>
              <a:ea typeface="Cambria" panose="02040503050406030204" pitchFamily="18" charset="0"/>
              <a:cs typeface="Cambria Math"/>
              <a:sym typeface="Cambria Math"/>
            </a:endParaRPr>
          </a:p>
        </p:txBody>
      </p:sp>
      <p:sp>
        <p:nvSpPr>
          <p:cNvPr id="132" name="Google Shape;132;p14"/>
          <p:cNvSpPr/>
          <p:nvPr/>
        </p:nvSpPr>
        <p:spPr>
          <a:xfrm>
            <a:off x="29468116" y="9129878"/>
            <a:ext cx="685800" cy="1622700"/>
          </a:xfrm>
          <a:prstGeom prst="upArrow">
            <a:avLst>
              <a:gd name="adj1" fmla="val 50000"/>
              <a:gd name="adj2" fmla="val 50000"/>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5600"/>
              <a:buFont typeface="Arial"/>
              <a:buNone/>
            </a:pPr>
            <a:endParaRPr sz="5600" b="0" i="0" u="none" strike="noStrike" cap="none">
              <a:solidFill>
                <a:srgbClr val="FFFF00"/>
              </a:solidFill>
              <a:latin typeface="Cambria" panose="02040503050406030204" pitchFamily="18" charset="0"/>
              <a:ea typeface="Cambria" panose="02040503050406030204" pitchFamily="18" charset="0"/>
              <a:cs typeface="Cambria Math"/>
              <a:sym typeface="Cambria Math"/>
            </a:endParaRPr>
          </a:p>
        </p:txBody>
      </p:sp>
      <p:sp>
        <p:nvSpPr>
          <p:cNvPr id="133" name="Google Shape;133;p14"/>
          <p:cNvSpPr txBox="1"/>
          <p:nvPr/>
        </p:nvSpPr>
        <p:spPr>
          <a:xfrm>
            <a:off x="1376134" y="13482528"/>
            <a:ext cx="6568200" cy="9543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5600"/>
              <a:buFont typeface="Arial"/>
              <a:buNone/>
            </a:pPr>
            <a:r>
              <a:rPr lang="en-IN" sz="5600" b="0" i="0" u="none" strike="noStrike" cap="none" dirty="0">
                <a:solidFill>
                  <a:srgbClr val="FFFFFF"/>
                </a:solidFill>
                <a:latin typeface="Cambria" panose="02040503050406030204" pitchFamily="18" charset="0"/>
                <a:ea typeface="Cambria" panose="02040503050406030204" pitchFamily="18" charset="0"/>
                <a:cs typeface="Poppins"/>
                <a:sym typeface="Poppins"/>
              </a:rPr>
              <a:t>Font Size : 72</a:t>
            </a:r>
            <a:endParaRPr sz="5600" b="0" i="0" u="none" strike="noStrike" cap="none" dirty="0">
              <a:solidFill>
                <a:srgbClr val="FFFFFF"/>
              </a:solidFill>
              <a:latin typeface="Cambria" panose="02040503050406030204" pitchFamily="18" charset="0"/>
              <a:ea typeface="Cambria" panose="02040503050406030204" pitchFamily="18" charset="0"/>
              <a:cs typeface="Poppins"/>
              <a:sym typeface="Poppins"/>
            </a:endParaRPr>
          </a:p>
        </p:txBody>
      </p:sp>
      <p:sp>
        <p:nvSpPr>
          <p:cNvPr id="134" name="Google Shape;134;p14"/>
          <p:cNvSpPr/>
          <p:nvPr/>
        </p:nvSpPr>
        <p:spPr>
          <a:xfrm>
            <a:off x="1277472" y="15692720"/>
            <a:ext cx="34021200" cy="3818700"/>
          </a:xfrm>
          <a:prstGeom prst="roundRect">
            <a:avLst>
              <a:gd name="adj" fmla="val 8216"/>
            </a:avLst>
          </a:prstGeom>
          <a:solidFill>
            <a:schemeClr val="dk1">
              <a:alpha val="49799"/>
            </a:schemeClr>
          </a:solidFill>
          <a:ln w="38100" cap="flat" cmpd="sng">
            <a:solidFill>
              <a:srgbClr val="BFBFBF"/>
            </a:solidFill>
            <a:prstDash val="solid"/>
            <a:miter lim="0"/>
            <a:headEnd type="none" w="sm" len="sm"/>
            <a:tailEnd type="none" w="sm" len="sm"/>
          </a:ln>
          <a:effectLst>
            <a:outerShdw blurRad="50800" dist="38100" dir="2700000" algn="tl" rotWithShape="0">
              <a:srgbClr val="000000">
                <a:alpha val="40000"/>
              </a:srgbClr>
            </a:outerShdw>
          </a:effectLst>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5600"/>
              <a:buFont typeface="Arial"/>
              <a:buNone/>
            </a:pPr>
            <a:endParaRPr sz="5600" b="0" i="0" u="none" strike="noStrike" cap="none">
              <a:solidFill>
                <a:schemeClr val="lt1"/>
              </a:solidFill>
              <a:latin typeface="Arial"/>
              <a:ea typeface="Arial"/>
              <a:cs typeface="Arial"/>
              <a:sym typeface="Arial"/>
            </a:endParaRPr>
          </a:p>
        </p:txBody>
      </p:sp>
      <p:sp>
        <p:nvSpPr>
          <p:cNvPr id="135" name="Google Shape;135;p14"/>
          <p:cNvSpPr txBox="1"/>
          <p:nvPr/>
        </p:nvSpPr>
        <p:spPr>
          <a:xfrm>
            <a:off x="1814322" y="15986250"/>
            <a:ext cx="32947500" cy="3046800"/>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IN" sz="4800" b="1" i="0" u="none" strike="noStrike" cap="none">
                <a:solidFill>
                  <a:srgbClr val="FFFF00"/>
                </a:solidFill>
                <a:latin typeface="Poppins"/>
                <a:ea typeface="Poppins"/>
                <a:cs typeface="Poppins"/>
                <a:sym typeface="Poppins"/>
              </a:rPr>
              <a:t>PS -</a:t>
            </a:r>
            <a:r>
              <a:rPr lang="en-IN" sz="4800" b="0" i="0" u="none" strike="noStrike" cap="none">
                <a:solidFill>
                  <a:srgbClr val="FFFF00"/>
                </a:solidFill>
                <a:latin typeface="Poppins"/>
                <a:ea typeface="Poppins"/>
                <a:cs typeface="Poppins"/>
                <a:sym typeface="Poppins"/>
              </a:rPr>
              <a:t> </a:t>
            </a:r>
            <a:r>
              <a:rPr lang="en-IN" sz="4800" b="0" i="0" u="none" strike="noStrike" cap="none">
                <a:solidFill>
                  <a:schemeClr val="lt1"/>
                </a:solidFill>
                <a:latin typeface="Poppins"/>
                <a:ea typeface="Poppins"/>
                <a:cs typeface="Poppins"/>
                <a:sym typeface="Poppins"/>
              </a:rPr>
              <a:t>This ppt is given for design purpose only and for your reference that where to type what or how to go with your final ppt content. So please follow the written instructions given in each placeholder and remove the given ’type here’ text to type your related content on the same place. </a:t>
            </a:r>
            <a:r>
              <a:rPr lang="en-IN" sz="4800" b="1" i="0" u="none" strike="noStrike" cap="none">
                <a:solidFill>
                  <a:srgbClr val="FFFF00"/>
                </a:solidFill>
                <a:latin typeface="Poppins"/>
                <a:ea typeface="Poppins"/>
                <a:cs typeface="Poppins"/>
                <a:sym typeface="Poppins"/>
              </a:rPr>
              <a:t>Do use Microsoft PowerPoint slideshow</a:t>
            </a:r>
            <a:r>
              <a:rPr lang="en-IN" sz="4800" b="1" i="0" u="none" strike="noStrike" cap="none">
                <a:solidFill>
                  <a:srgbClr val="FFC000"/>
                </a:solidFill>
                <a:latin typeface="Poppins"/>
                <a:ea typeface="Poppins"/>
                <a:cs typeface="Poppins"/>
                <a:sym typeface="Poppins"/>
              </a:rPr>
              <a:t> </a:t>
            </a:r>
            <a:r>
              <a:rPr lang="en-IN" sz="4800" b="0" i="0" u="none" strike="noStrike" cap="none">
                <a:solidFill>
                  <a:schemeClr val="lt1"/>
                </a:solidFill>
                <a:latin typeface="Poppins"/>
                <a:ea typeface="Poppins"/>
                <a:cs typeface="Poppins"/>
                <a:sym typeface="Poppins"/>
              </a:rPr>
              <a:t>for its best view &amp; If you have any issues, please connect with our ppt team.</a:t>
            </a:r>
            <a:endParaRPr sz="1600" b="0" i="0" u="none" strike="noStrike" cap="none">
              <a:solidFill>
                <a:schemeClr val="dk1"/>
              </a:solidFill>
              <a:latin typeface="Arial"/>
              <a:ea typeface="Arial"/>
              <a:cs typeface="Arial"/>
              <a:sym typeface="Arial"/>
            </a:endParaRPr>
          </a:p>
        </p:txBody>
      </p:sp>
      <p:sp>
        <p:nvSpPr>
          <p:cNvPr id="2" name="Google Shape;119;p3">
            <a:extLst>
              <a:ext uri="{FF2B5EF4-FFF2-40B4-BE49-F238E27FC236}">
                <a16:creationId xmlns:a16="http://schemas.microsoft.com/office/drawing/2014/main" id="{AA5BA968-1CA5-9BAD-943A-806A9295AE82}"/>
              </a:ext>
            </a:extLst>
          </p:cNvPr>
          <p:cNvSpPr/>
          <p:nvPr/>
        </p:nvSpPr>
        <p:spPr>
          <a:xfrm>
            <a:off x="1295400" y="1045631"/>
            <a:ext cx="10988037" cy="1770698"/>
          </a:xfrm>
          <a:prstGeom prst="roundRect">
            <a:avLst>
              <a:gd name="adj" fmla="val 16667"/>
            </a:avLst>
          </a:prstGeom>
          <a:solidFill>
            <a:srgbClr val="FFFF00"/>
          </a:solidFill>
          <a:ln>
            <a:noFill/>
          </a:ln>
        </p:spPr>
        <p:txBody>
          <a:bodyPr spcFirstLastPara="1" wrap="none" lIns="914400" tIns="182880" rIns="914400" bIns="182880" anchor="ctr" anchorCtr="0">
            <a:spAutoFit/>
          </a:bodyPr>
          <a:lstStyle/>
          <a:p>
            <a:r>
              <a:rPr lang="en-IN" sz="8000" b="1" dirty="0">
                <a:solidFill>
                  <a:srgbClr val="262626"/>
                </a:solidFill>
                <a:latin typeface="Cambria" panose="02040503050406030204" pitchFamily="18" charset="0"/>
                <a:ea typeface="Cambria" panose="02040503050406030204" pitchFamily="18" charset="0"/>
                <a:cs typeface="Poppins ExtraBold"/>
                <a:sym typeface="Poppins ExtraBold"/>
              </a:rPr>
              <a:t>Type Heading Here</a:t>
            </a: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2284</TotalTime>
  <Words>219</Words>
  <Application>Microsoft Office PowerPoint</Application>
  <PresentationFormat>Custom</PresentationFormat>
  <Paragraphs>50</Paragraphs>
  <Slides>9</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Poppins </vt:lpstr>
      <vt:lpstr>Australia Custom</vt:lpstr>
      <vt:lpstr>Cambria</vt:lpstr>
      <vt:lpstr>Poppins ExtraBold</vt:lpstr>
      <vt:lpstr>Arial</vt:lpstr>
      <vt:lpstr>Poppins</vt:lpstr>
      <vt:lpstr>Aptos</vt:lpstr>
      <vt:lpstr>Calibri</vt:lpstr>
      <vt:lpstr>Anton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PW Office 87</dc:creator>
  <cp:lastModifiedBy>PW MSO 432</cp:lastModifiedBy>
  <cp:revision>108</cp:revision>
  <dcterms:created xsi:type="dcterms:W3CDTF">2025-04-04T05:44:26Z</dcterms:created>
  <dcterms:modified xsi:type="dcterms:W3CDTF">2026-06-26T05:36:41Z</dcterms:modified>
</cp:coreProperties>
</file>