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Lst>
  <p:sldSz cy="20574000" cx="36576000"/>
  <p:notesSz cx="6858000" cy="9144000"/>
  <p:embeddedFontLst>
    <p:embeddedFont>
      <p:font typeface="Play"/>
      <p:regular r:id="rId14"/>
      <p:bold r:id="rId15"/>
    </p:embeddedFont>
    <p:embeddedFont>
      <p:font typeface="Poppins"/>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264">
          <p15:clr>
            <a:srgbClr val="A4A3A4"/>
          </p15:clr>
        </p15:guide>
        <p15:guide id="2" pos="552">
          <p15:clr>
            <a:srgbClr val="A4A3A4"/>
          </p15:clr>
        </p15:guide>
      </p15:sldGuideLst>
    </p:ext>
    <p:ext uri="GoogleSlidesCustomDataVersion2">
      <go:slidesCustomData xmlns:go="http://customooxmlschemas.google.com/" r:id="rId20" roundtripDataSignature="AMtx7miV07PD8zlqM2SEz6WwVlGLHKeB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81514A-FE7A-401F-91E9-0F86E8B910C8}">
  <a:tblStyle styleId="{6A81514A-FE7A-401F-91E9-0F86E8B910C8}"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2264" orient="horz"/>
        <p:guide pos="552"/>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Play-bold.fntdata"/><Relationship Id="rId14" Type="http://schemas.openxmlformats.org/officeDocument/2006/relationships/font" Target="fonts/Play-regular.fntdata"/><Relationship Id="rId17" Type="http://schemas.openxmlformats.org/officeDocument/2006/relationships/font" Target="fonts/Poppins-bold.fntdata"/><Relationship Id="rId16" Type="http://schemas.openxmlformats.org/officeDocument/2006/relationships/font" Target="fonts/Poppins-regular.fntdata"/><Relationship Id="rId5" Type="http://schemas.openxmlformats.org/officeDocument/2006/relationships/slideMaster" Target="slideMasters/slideMaster1.xml"/><Relationship Id="rId19" Type="http://schemas.openxmlformats.org/officeDocument/2006/relationships/font" Target="fonts/Poppins-boldItalic.fntdata"/><Relationship Id="rId6" Type="http://schemas.openxmlformats.org/officeDocument/2006/relationships/notesMaster" Target="notesMasters/notesMaster1.xml"/><Relationship Id="rId18" Type="http://schemas.openxmlformats.org/officeDocument/2006/relationships/font" Target="fonts/Poppins-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 name="Google Shape;9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17"/>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7"/>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7"/>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14:warp dir="in"/>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8"/>
          <p:cNvSpPr txBox="1"/>
          <p:nvPr>
            <p:ph type="ctrTitle"/>
          </p:nvPr>
        </p:nvSpPr>
        <p:spPr>
          <a:xfrm>
            <a:off x="4572000" y="3367089"/>
            <a:ext cx="27432000" cy="71628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8"/>
          <p:cNvSpPr txBox="1"/>
          <p:nvPr>
            <p:ph idx="1" type="subTitle"/>
          </p:nvPr>
        </p:nvSpPr>
        <p:spPr>
          <a:xfrm>
            <a:off x="4572000" y="10806114"/>
            <a:ext cx="27432000" cy="496728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3000"/>
              </a:spcBef>
              <a:spcAft>
                <a:spcPts val="0"/>
              </a:spcAft>
              <a:buClr>
                <a:schemeClr val="dk1"/>
              </a:buClr>
              <a:buSzPts val="7200"/>
              <a:buNone/>
              <a:defRPr sz="7200"/>
            </a:lvl1pPr>
            <a:lvl2pPr lvl="1" algn="ctr">
              <a:lnSpc>
                <a:spcPct val="90000"/>
              </a:lnSpc>
              <a:spcBef>
                <a:spcPts val="1500"/>
              </a:spcBef>
              <a:spcAft>
                <a:spcPts val="0"/>
              </a:spcAft>
              <a:buClr>
                <a:schemeClr val="dk1"/>
              </a:buClr>
              <a:buSzPts val="6000"/>
              <a:buNone/>
              <a:defRPr sz="6000"/>
            </a:lvl2pPr>
            <a:lvl3pPr lvl="2" algn="ctr">
              <a:lnSpc>
                <a:spcPct val="90000"/>
              </a:lnSpc>
              <a:spcBef>
                <a:spcPts val="1500"/>
              </a:spcBef>
              <a:spcAft>
                <a:spcPts val="0"/>
              </a:spcAft>
              <a:buClr>
                <a:schemeClr val="dk1"/>
              </a:buClr>
              <a:buSzPts val="5400"/>
              <a:buNone/>
              <a:defRPr sz="5400"/>
            </a:lvl3pPr>
            <a:lvl4pPr lvl="3" algn="ctr">
              <a:lnSpc>
                <a:spcPct val="90000"/>
              </a:lnSpc>
              <a:spcBef>
                <a:spcPts val="1500"/>
              </a:spcBef>
              <a:spcAft>
                <a:spcPts val="0"/>
              </a:spcAft>
              <a:buClr>
                <a:schemeClr val="dk1"/>
              </a:buClr>
              <a:buSzPts val="4800"/>
              <a:buNone/>
              <a:defRPr sz="4800"/>
            </a:lvl4pPr>
            <a:lvl5pPr lvl="4" algn="ctr">
              <a:lnSpc>
                <a:spcPct val="90000"/>
              </a:lnSpc>
              <a:spcBef>
                <a:spcPts val="1500"/>
              </a:spcBef>
              <a:spcAft>
                <a:spcPts val="0"/>
              </a:spcAft>
              <a:buClr>
                <a:schemeClr val="dk1"/>
              </a:buClr>
              <a:buSzPts val="4800"/>
              <a:buNone/>
              <a:defRPr sz="4800"/>
            </a:lvl5pPr>
            <a:lvl6pPr lvl="5" algn="ctr">
              <a:lnSpc>
                <a:spcPct val="90000"/>
              </a:lnSpc>
              <a:spcBef>
                <a:spcPts val="1500"/>
              </a:spcBef>
              <a:spcAft>
                <a:spcPts val="0"/>
              </a:spcAft>
              <a:buClr>
                <a:schemeClr val="dk1"/>
              </a:buClr>
              <a:buSzPts val="4800"/>
              <a:buNone/>
              <a:defRPr sz="4800"/>
            </a:lvl6pPr>
            <a:lvl7pPr lvl="6" algn="ctr">
              <a:lnSpc>
                <a:spcPct val="90000"/>
              </a:lnSpc>
              <a:spcBef>
                <a:spcPts val="1500"/>
              </a:spcBef>
              <a:spcAft>
                <a:spcPts val="0"/>
              </a:spcAft>
              <a:buClr>
                <a:schemeClr val="dk1"/>
              </a:buClr>
              <a:buSzPts val="4800"/>
              <a:buNone/>
              <a:defRPr sz="4800"/>
            </a:lvl7pPr>
            <a:lvl8pPr lvl="7" algn="ctr">
              <a:lnSpc>
                <a:spcPct val="90000"/>
              </a:lnSpc>
              <a:spcBef>
                <a:spcPts val="1500"/>
              </a:spcBef>
              <a:spcAft>
                <a:spcPts val="0"/>
              </a:spcAft>
              <a:buClr>
                <a:schemeClr val="dk1"/>
              </a:buClr>
              <a:buSzPts val="4800"/>
              <a:buNone/>
              <a:defRPr sz="4800"/>
            </a:lvl8pPr>
            <a:lvl9pPr lvl="8" algn="ctr">
              <a:lnSpc>
                <a:spcPct val="90000"/>
              </a:lnSpc>
              <a:spcBef>
                <a:spcPts val="1500"/>
              </a:spcBef>
              <a:spcAft>
                <a:spcPts val="0"/>
              </a:spcAft>
              <a:buClr>
                <a:schemeClr val="dk1"/>
              </a:buClr>
              <a:buSzPts val="4800"/>
              <a:buNone/>
              <a:defRPr sz="4800"/>
            </a:lvl9pPr>
          </a:lstStyle>
          <a:p/>
        </p:txBody>
      </p:sp>
      <p:sp>
        <p:nvSpPr>
          <p:cNvPr id="25" name="Google Shape;25;p18"/>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8"/>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14:warp dir="in"/>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19"/>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 type="body"/>
          </p:nvPr>
        </p:nvSpPr>
        <p:spPr>
          <a:xfrm>
            <a:off x="2514600" y="5476875"/>
            <a:ext cx="31546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31" name="Google Shape;31;p19"/>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9"/>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9"/>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14:warp dir="in"/>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0"/>
          <p:cNvSpPr txBox="1"/>
          <p:nvPr>
            <p:ph type="title"/>
          </p:nvPr>
        </p:nvSpPr>
        <p:spPr>
          <a:xfrm>
            <a:off x="2495550" y="5129216"/>
            <a:ext cx="31546800" cy="855821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 type="body"/>
          </p:nvPr>
        </p:nvSpPr>
        <p:spPr>
          <a:xfrm>
            <a:off x="2495550" y="13768391"/>
            <a:ext cx="31546800" cy="45005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rgbClr val="757575"/>
              </a:buClr>
              <a:buSzPts val="7200"/>
              <a:buNone/>
              <a:defRPr sz="7200">
                <a:solidFill>
                  <a:srgbClr val="757575"/>
                </a:solidFill>
              </a:defRPr>
            </a:lvl1pPr>
            <a:lvl2pPr indent="-228600" lvl="1" marL="914400" algn="l">
              <a:lnSpc>
                <a:spcPct val="90000"/>
              </a:lnSpc>
              <a:spcBef>
                <a:spcPts val="1500"/>
              </a:spcBef>
              <a:spcAft>
                <a:spcPts val="0"/>
              </a:spcAft>
              <a:buClr>
                <a:srgbClr val="757575"/>
              </a:buClr>
              <a:buSzPts val="6000"/>
              <a:buNone/>
              <a:defRPr sz="6000">
                <a:solidFill>
                  <a:srgbClr val="757575"/>
                </a:solidFill>
              </a:defRPr>
            </a:lvl2pPr>
            <a:lvl3pPr indent="-228600" lvl="2" marL="1371600" algn="l">
              <a:lnSpc>
                <a:spcPct val="90000"/>
              </a:lnSpc>
              <a:spcBef>
                <a:spcPts val="1500"/>
              </a:spcBef>
              <a:spcAft>
                <a:spcPts val="0"/>
              </a:spcAft>
              <a:buClr>
                <a:srgbClr val="757575"/>
              </a:buClr>
              <a:buSzPts val="5400"/>
              <a:buNone/>
              <a:defRPr sz="5400">
                <a:solidFill>
                  <a:srgbClr val="757575"/>
                </a:solidFill>
              </a:defRPr>
            </a:lvl3pPr>
            <a:lvl4pPr indent="-228600" lvl="3" marL="1828800" algn="l">
              <a:lnSpc>
                <a:spcPct val="90000"/>
              </a:lnSpc>
              <a:spcBef>
                <a:spcPts val="1500"/>
              </a:spcBef>
              <a:spcAft>
                <a:spcPts val="0"/>
              </a:spcAft>
              <a:buClr>
                <a:srgbClr val="757575"/>
              </a:buClr>
              <a:buSzPts val="4800"/>
              <a:buNone/>
              <a:defRPr sz="4800">
                <a:solidFill>
                  <a:srgbClr val="757575"/>
                </a:solidFill>
              </a:defRPr>
            </a:lvl4pPr>
            <a:lvl5pPr indent="-228600" lvl="4" marL="2286000" algn="l">
              <a:lnSpc>
                <a:spcPct val="90000"/>
              </a:lnSpc>
              <a:spcBef>
                <a:spcPts val="1500"/>
              </a:spcBef>
              <a:spcAft>
                <a:spcPts val="0"/>
              </a:spcAft>
              <a:buClr>
                <a:srgbClr val="757575"/>
              </a:buClr>
              <a:buSzPts val="4800"/>
              <a:buNone/>
              <a:defRPr sz="4800">
                <a:solidFill>
                  <a:srgbClr val="757575"/>
                </a:solidFill>
              </a:defRPr>
            </a:lvl5pPr>
            <a:lvl6pPr indent="-228600" lvl="5" marL="2743200" algn="l">
              <a:lnSpc>
                <a:spcPct val="90000"/>
              </a:lnSpc>
              <a:spcBef>
                <a:spcPts val="1500"/>
              </a:spcBef>
              <a:spcAft>
                <a:spcPts val="0"/>
              </a:spcAft>
              <a:buClr>
                <a:srgbClr val="757575"/>
              </a:buClr>
              <a:buSzPts val="4800"/>
              <a:buNone/>
              <a:defRPr sz="4800">
                <a:solidFill>
                  <a:srgbClr val="757575"/>
                </a:solidFill>
              </a:defRPr>
            </a:lvl6pPr>
            <a:lvl7pPr indent="-228600" lvl="6" marL="3200400" algn="l">
              <a:lnSpc>
                <a:spcPct val="90000"/>
              </a:lnSpc>
              <a:spcBef>
                <a:spcPts val="1500"/>
              </a:spcBef>
              <a:spcAft>
                <a:spcPts val="0"/>
              </a:spcAft>
              <a:buClr>
                <a:srgbClr val="757575"/>
              </a:buClr>
              <a:buSzPts val="4800"/>
              <a:buNone/>
              <a:defRPr sz="4800">
                <a:solidFill>
                  <a:srgbClr val="757575"/>
                </a:solidFill>
              </a:defRPr>
            </a:lvl7pPr>
            <a:lvl8pPr indent="-228600" lvl="7" marL="3657600" algn="l">
              <a:lnSpc>
                <a:spcPct val="90000"/>
              </a:lnSpc>
              <a:spcBef>
                <a:spcPts val="1500"/>
              </a:spcBef>
              <a:spcAft>
                <a:spcPts val="0"/>
              </a:spcAft>
              <a:buClr>
                <a:srgbClr val="757575"/>
              </a:buClr>
              <a:buSzPts val="4800"/>
              <a:buNone/>
              <a:defRPr sz="4800">
                <a:solidFill>
                  <a:srgbClr val="757575"/>
                </a:solidFill>
              </a:defRPr>
            </a:lvl8pPr>
            <a:lvl9pPr indent="-228600" lvl="8" marL="4114800" algn="l">
              <a:lnSpc>
                <a:spcPct val="90000"/>
              </a:lnSpc>
              <a:spcBef>
                <a:spcPts val="1500"/>
              </a:spcBef>
              <a:spcAft>
                <a:spcPts val="0"/>
              </a:spcAft>
              <a:buClr>
                <a:srgbClr val="757575"/>
              </a:buClr>
              <a:buSzPts val="4800"/>
              <a:buNone/>
              <a:defRPr sz="4800">
                <a:solidFill>
                  <a:srgbClr val="757575"/>
                </a:solidFill>
              </a:defRPr>
            </a:lvl9pPr>
          </a:lstStyle>
          <a:p/>
        </p:txBody>
      </p:sp>
      <p:sp>
        <p:nvSpPr>
          <p:cNvPr id="37" name="Google Shape;37;p20"/>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0"/>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0"/>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14:warp dir="in"/>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21"/>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 type="body"/>
          </p:nvPr>
        </p:nvSpPr>
        <p:spPr>
          <a:xfrm>
            <a:off x="2514600" y="5476875"/>
            <a:ext cx="15544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3" name="Google Shape;43;p21"/>
          <p:cNvSpPr txBox="1"/>
          <p:nvPr>
            <p:ph idx="2" type="body"/>
          </p:nvPr>
        </p:nvSpPr>
        <p:spPr>
          <a:xfrm>
            <a:off x="18516600" y="5476875"/>
            <a:ext cx="15544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4" name="Google Shape;44;p21"/>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1"/>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1"/>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14:warp dir="in"/>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22"/>
          <p:cNvSpPr txBox="1"/>
          <p:nvPr>
            <p:ph type="title"/>
          </p:nvPr>
        </p:nvSpPr>
        <p:spPr>
          <a:xfrm>
            <a:off x="2519364"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2"/>
          <p:cNvSpPr txBox="1"/>
          <p:nvPr>
            <p:ph idx="1" type="body"/>
          </p:nvPr>
        </p:nvSpPr>
        <p:spPr>
          <a:xfrm>
            <a:off x="2519366" y="5043489"/>
            <a:ext cx="15473361" cy="247173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7200"/>
              <a:buNone/>
              <a:defRPr b="1" sz="7200"/>
            </a:lvl1pPr>
            <a:lvl2pPr indent="-228600" lvl="1" marL="914400" algn="l">
              <a:lnSpc>
                <a:spcPct val="90000"/>
              </a:lnSpc>
              <a:spcBef>
                <a:spcPts val="1500"/>
              </a:spcBef>
              <a:spcAft>
                <a:spcPts val="0"/>
              </a:spcAft>
              <a:buClr>
                <a:schemeClr val="dk1"/>
              </a:buClr>
              <a:buSzPts val="6000"/>
              <a:buNone/>
              <a:defRPr b="1" sz="6000"/>
            </a:lvl2pPr>
            <a:lvl3pPr indent="-228600" lvl="2" marL="1371600" algn="l">
              <a:lnSpc>
                <a:spcPct val="90000"/>
              </a:lnSpc>
              <a:spcBef>
                <a:spcPts val="1500"/>
              </a:spcBef>
              <a:spcAft>
                <a:spcPts val="0"/>
              </a:spcAft>
              <a:buClr>
                <a:schemeClr val="dk1"/>
              </a:buClr>
              <a:buSzPts val="5400"/>
              <a:buNone/>
              <a:defRPr b="1" sz="5400"/>
            </a:lvl3pPr>
            <a:lvl4pPr indent="-228600" lvl="3" marL="1828800" algn="l">
              <a:lnSpc>
                <a:spcPct val="90000"/>
              </a:lnSpc>
              <a:spcBef>
                <a:spcPts val="1500"/>
              </a:spcBef>
              <a:spcAft>
                <a:spcPts val="0"/>
              </a:spcAft>
              <a:buClr>
                <a:schemeClr val="dk1"/>
              </a:buClr>
              <a:buSzPts val="4800"/>
              <a:buNone/>
              <a:defRPr b="1" sz="4800"/>
            </a:lvl4pPr>
            <a:lvl5pPr indent="-228600" lvl="4" marL="2286000" algn="l">
              <a:lnSpc>
                <a:spcPct val="90000"/>
              </a:lnSpc>
              <a:spcBef>
                <a:spcPts val="1500"/>
              </a:spcBef>
              <a:spcAft>
                <a:spcPts val="0"/>
              </a:spcAft>
              <a:buClr>
                <a:schemeClr val="dk1"/>
              </a:buClr>
              <a:buSzPts val="4800"/>
              <a:buNone/>
              <a:defRPr b="1" sz="4800"/>
            </a:lvl5pPr>
            <a:lvl6pPr indent="-228600" lvl="5" marL="2743200" algn="l">
              <a:lnSpc>
                <a:spcPct val="90000"/>
              </a:lnSpc>
              <a:spcBef>
                <a:spcPts val="1500"/>
              </a:spcBef>
              <a:spcAft>
                <a:spcPts val="0"/>
              </a:spcAft>
              <a:buClr>
                <a:schemeClr val="dk1"/>
              </a:buClr>
              <a:buSzPts val="4800"/>
              <a:buNone/>
              <a:defRPr b="1" sz="4800"/>
            </a:lvl6pPr>
            <a:lvl7pPr indent="-228600" lvl="6" marL="3200400" algn="l">
              <a:lnSpc>
                <a:spcPct val="90000"/>
              </a:lnSpc>
              <a:spcBef>
                <a:spcPts val="1500"/>
              </a:spcBef>
              <a:spcAft>
                <a:spcPts val="0"/>
              </a:spcAft>
              <a:buClr>
                <a:schemeClr val="dk1"/>
              </a:buClr>
              <a:buSzPts val="4800"/>
              <a:buNone/>
              <a:defRPr b="1" sz="4800"/>
            </a:lvl7pPr>
            <a:lvl8pPr indent="-228600" lvl="7" marL="3657600" algn="l">
              <a:lnSpc>
                <a:spcPct val="90000"/>
              </a:lnSpc>
              <a:spcBef>
                <a:spcPts val="1500"/>
              </a:spcBef>
              <a:spcAft>
                <a:spcPts val="0"/>
              </a:spcAft>
              <a:buClr>
                <a:schemeClr val="dk1"/>
              </a:buClr>
              <a:buSzPts val="4800"/>
              <a:buNone/>
              <a:defRPr b="1" sz="4800"/>
            </a:lvl8pPr>
            <a:lvl9pPr indent="-228600" lvl="8" marL="4114800" algn="l">
              <a:lnSpc>
                <a:spcPct val="90000"/>
              </a:lnSpc>
              <a:spcBef>
                <a:spcPts val="1500"/>
              </a:spcBef>
              <a:spcAft>
                <a:spcPts val="0"/>
              </a:spcAft>
              <a:buClr>
                <a:schemeClr val="dk1"/>
              </a:buClr>
              <a:buSzPts val="4800"/>
              <a:buNone/>
              <a:defRPr b="1" sz="4800"/>
            </a:lvl9pPr>
          </a:lstStyle>
          <a:p/>
        </p:txBody>
      </p:sp>
      <p:sp>
        <p:nvSpPr>
          <p:cNvPr id="50" name="Google Shape;50;p22"/>
          <p:cNvSpPr txBox="1"/>
          <p:nvPr>
            <p:ph idx="2" type="body"/>
          </p:nvPr>
        </p:nvSpPr>
        <p:spPr>
          <a:xfrm>
            <a:off x="2519366" y="7515225"/>
            <a:ext cx="15473361" cy="110537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51" name="Google Shape;51;p22"/>
          <p:cNvSpPr txBox="1"/>
          <p:nvPr>
            <p:ph idx="3" type="body"/>
          </p:nvPr>
        </p:nvSpPr>
        <p:spPr>
          <a:xfrm>
            <a:off x="18516600" y="5043489"/>
            <a:ext cx="15549564" cy="247173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7200"/>
              <a:buNone/>
              <a:defRPr b="1" sz="7200"/>
            </a:lvl1pPr>
            <a:lvl2pPr indent="-228600" lvl="1" marL="914400" algn="l">
              <a:lnSpc>
                <a:spcPct val="90000"/>
              </a:lnSpc>
              <a:spcBef>
                <a:spcPts val="1500"/>
              </a:spcBef>
              <a:spcAft>
                <a:spcPts val="0"/>
              </a:spcAft>
              <a:buClr>
                <a:schemeClr val="dk1"/>
              </a:buClr>
              <a:buSzPts val="6000"/>
              <a:buNone/>
              <a:defRPr b="1" sz="6000"/>
            </a:lvl2pPr>
            <a:lvl3pPr indent="-228600" lvl="2" marL="1371600" algn="l">
              <a:lnSpc>
                <a:spcPct val="90000"/>
              </a:lnSpc>
              <a:spcBef>
                <a:spcPts val="1500"/>
              </a:spcBef>
              <a:spcAft>
                <a:spcPts val="0"/>
              </a:spcAft>
              <a:buClr>
                <a:schemeClr val="dk1"/>
              </a:buClr>
              <a:buSzPts val="5400"/>
              <a:buNone/>
              <a:defRPr b="1" sz="5400"/>
            </a:lvl3pPr>
            <a:lvl4pPr indent="-228600" lvl="3" marL="1828800" algn="l">
              <a:lnSpc>
                <a:spcPct val="90000"/>
              </a:lnSpc>
              <a:spcBef>
                <a:spcPts val="1500"/>
              </a:spcBef>
              <a:spcAft>
                <a:spcPts val="0"/>
              </a:spcAft>
              <a:buClr>
                <a:schemeClr val="dk1"/>
              </a:buClr>
              <a:buSzPts val="4800"/>
              <a:buNone/>
              <a:defRPr b="1" sz="4800"/>
            </a:lvl4pPr>
            <a:lvl5pPr indent="-228600" lvl="4" marL="2286000" algn="l">
              <a:lnSpc>
                <a:spcPct val="90000"/>
              </a:lnSpc>
              <a:spcBef>
                <a:spcPts val="1500"/>
              </a:spcBef>
              <a:spcAft>
                <a:spcPts val="0"/>
              </a:spcAft>
              <a:buClr>
                <a:schemeClr val="dk1"/>
              </a:buClr>
              <a:buSzPts val="4800"/>
              <a:buNone/>
              <a:defRPr b="1" sz="4800"/>
            </a:lvl5pPr>
            <a:lvl6pPr indent="-228600" lvl="5" marL="2743200" algn="l">
              <a:lnSpc>
                <a:spcPct val="90000"/>
              </a:lnSpc>
              <a:spcBef>
                <a:spcPts val="1500"/>
              </a:spcBef>
              <a:spcAft>
                <a:spcPts val="0"/>
              </a:spcAft>
              <a:buClr>
                <a:schemeClr val="dk1"/>
              </a:buClr>
              <a:buSzPts val="4800"/>
              <a:buNone/>
              <a:defRPr b="1" sz="4800"/>
            </a:lvl6pPr>
            <a:lvl7pPr indent="-228600" lvl="6" marL="3200400" algn="l">
              <a:lnSpc>
                <a:spcPct val="90000"/>
              </a:lnSpc>
              <a:spcBef>
                <a:spcPts val="1500"/>
              </a:spcBef>
              <a:spcAft>
                <a:spcPts val="0"/>
              </a:spcAft>
              <a:buClr>
                <a:schemeClr val="dk1"/>
              </a:buClr>
              <a:buSzPts val="4800"/>
              <a:buNone/>
              <a:defRPr b="1" sz="4800"/>
            </a:lvl7pPr>
            <a:lvl8pPr indent="-228600" lvl="7" marL="3657600" algn="l">
              <a:lnSpc>
                <a:spcPct val="90000"/>
              </a:lnSpc>
              <a:spcBef>
                <a:spcPts val="1500"/>
              </a:spcBef>
              <a:spcAft>
                <a:spcPts val="0"/>
              </a:spcAft>
              <a:buClr>
                <a:schemeClr val="dk1"/>
              </a:buClr>
              <a:buSzPts val="4800"/>
              <a:buNone/>
              <a:defRPr b="1" sz="4800"/>
            </a:lvl8pPr>
            <a:lvl9pPr indent="-228600" lvl="8" marL="4114800" algn="l">
              <a:lnSpc>
                <a:spcPct val="90000"/>
              </a:lnSpc>
              <a:spcBef>
                <a:spcPts val="1500"/>
              </a:spcBef>
              <a:spcAft>
                <a:spcPts val="0"/>
              </a:spcAft>
              <a:buClr>
                <a:schemeClr val="dk1"/>
              </a:buClr>
              <a:buSzPts val="4800"/>
              <a:buNone/>
              <a:defRPr b="1" sz="4800"/>
            </a:lvl9pPr>
          </a:lstStyle>
          <a:p/>
        </p:txBody>
      </p:sp>
      <p:sp>
        <p:nvSpPr>
          <p:cNvPr id="52" name="Google Shape;52;p22"/>
          <p:cNvSpPr txBox="1"/>
          <p:nvPr>
            <p:ph idx="4" type="body"/>
          </p:nvPr>
        </p:nvSpPr>
        <p:spPr>
          <a:xfrm>
            <a:off x="18516600" y="7515225"/>
            <a:ext cx="15549564" cy="110537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53" name="Google Shape;53;p22"/>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2"/>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14:warp dir="in"/>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23"/>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3"/>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3"/>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3"/>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14:warp dir="in"/>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2519366" y="1371600"/>
            <a:ext cx="11796711" cy="4800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txBox="1"/>
          <p:nvPr>
            <p:ph idx="1" type="body"/>
          </p:nvPr>
        </p:nvSpPr>
        <p:spPr>
          <a:xfrm>
            <a:off x="15549564" y="2962277"/>
            <a:ext cx="18516600" cy="14620875"/>
          </a:xfrm>
          <a:prstGeom prst="rect">
            <a:avLst/>
          </a:prstGeom>
          <a:noFill/>
          <a:ln>
            <a:noFill/>
          </a:ln>
        </p:spPr>
        <p:txBody>
          <a:bodyPr anchorCtr="0" anchor="t" bIns="45700" lIns="91425" spcFirstLastPara="1" rIns="91425" wrap="square" tIns="45700">
            <a:normAutofit/>
          </a:bodyPr>
          <a:lstStyle>
            <a:lvl1pPr indent="-838200" lvl="0" marL="457200" algn="l">
              <a:lnSpc>
                <a:spcPct val="90000"/>
              </a:lnSpc>
              <a:spcBef>
                <a:spcPts val="3000"/>
              </a:spcBef>
              <a:spcAft>
                <a:spcPts val="0"/>
              </a:spcAft>
              <a:buClr>
                <a:schemeClr val="dk1"/>
              </a:buClr>
              <a:buSzPts val="9600"/>
              <a:buChar char="•"/>
              <a:defRPr sz="9600"/>
            </a:lvl1pPr>
            <a:lvl2pPr indent="-762000" lvl="1" marL="914400" algn="l">
              <a:lnSpc>
                <a:spcPct val="90000"/>
              </a:lnSpc>
              <a:spcBef>
                <a:spcPts val="1500"/>
              </a:spcBef>
              <a:spcAft>
                <a:spcPts val="0"/>
              </a:spcAft>
              <a:buClr>
                <a:schemeClr val="dk1"/>
              </a:buClr>
              <a:buSzPts val="8400"/>
              <a:buChar char="•"/>
              <a:defRPr sz="8400"/>
            </a:lvl2pPr>
            <a:lvl3pPr indent="-685800" lvl="2" marL="1371600" algn="l">
              <a:lnSpc>
                <a:spcPct val="90000"/>
              </a:lnSpc>
              <a:spcBef>
                <a:spcPts val="1500"/>
              </a:spcBef>
              <a:spcAft>
                <a:spcPts val="0"/>
              </a:spcAft>
              <a:buClr>
                <a:schemeClr val="dk1"/>
              </a:buClr>
              <a:buSzPts val="7200"/>
              <a:buChar char="•"/>
              <a:defRPr sz="7200"/>
            </a:lvl3pPr>
            <a:lvl4pPr indent="-609600" lvl="3" marL="1828800" algn="l">
              <a:lnSpc>
                <a:spcPct val="90000"/>
              </a:lnSpc>
              <a:spcBef>
                <a:spcPts val="1500"/>
              </a:spcBef>
              <a:spcAft>
                <a:spcPts val="0"/>
              </a:spcAft>
              <a:buClr>
                <a:schemeClr val="dk1"/>
              </a:buClr>
              <a:buSzPts val="6000"/>
              <a:buChar char="•"/>
              <a:defRPr sz="6000"/>
            </a:lvl4pPr>
            <a:lvl5pPr indent="-609600" lvl="4" marL="2286000" algn="l">
              <a:lnSpc>
                <a:spcPct val="90000"/>
              </a:lnSpc>
              <a:spcBef>
                <a:spcPts val="1500"/>
              </a:spcBef>
              <a:spcAft>
                <a:spcPts val="0"/>
              </a:spcAft>
              <a:buClr>
                <a:schemeClr val="dk1"/>
              </a:buClr>
              <a:buSzPts val="6000"/>
              <a:buChar char="•"/>
              <a:defRPr sz="6000"/>
            </a:lvl5pPr>
            <a:lvl6pPr indent="-609600" lvl="5" marL="2743200" algn="l">
              <a:lnSpc>
                <a:spcPct val="90000"/>
              </a:lnSpc>
              <a:spcBef>
                <a:spcPts val="1500"/>
              </a:spcBef>
              <a:spcAft>
                <a:spcPts val="0"/>
              </a:spcAft>
              <a:buClr>
                <a:schemeClr val="dk1"/>
              </a:buClr>
              <a:buSzPts val="6000"/>
              <a:buChar char="•"/>
              <a:defRPr sz="6000"/>
            </a:lvl6pPr>
            <a:lvl7pPr indent="-609600" lvl="6" marL="3200400" algn="l">
              <a:lnSpc>
                <a:spcPct val="90000"/>
              </a:lnSpc>
              <a:spcBef>
                <a:spcPts val="1500"/>
              </a:spcBef>
              <a:spcAft>
                <a:spcPts val="0"/>
              </a:spcAft>
              <a:buClr>
                <a:schemeClr val="dk1"/>
              </a:buClr>
              <a:buSzPts val="6000"/>
              <a:buChar char="•"/>
              <a:defRPr sz="6000"/>
            </a:lvl7pPr>
            <a:lvl8pPr indent="-609600" lvl="7" marL="3657600" algn="l">
              <a:lnSpc>
                <a:spcPct val="90000"/>
              </a:lnSpc>
              <a:spcBef>
                <a:spcPts val="1500"/>
              </a:spcBef>
              <a:spcAft>
                <a:spcPts val="0"/>
              </a:spcAft>
              <a:buClr>
                <a:schemeClr val="dk1"/>
              </a:buClr>
              <a:buSzPts val="6000"/>
              <a:buChar char="•"/>
              <a:defRPr sz="6000"/>
            </a:lvl8pPr>
            <a:lvl9pPr indent="-609600" lvl="8" marL="4114800" algn="l">
              <a:lnSpc>
                <a:spcPct val="90000"/>
              </a:lnSpc>
              <a:spcBef>
                <a:spcPts val="1500"/>
              </a:spcBef>
              <a:spcAft>
                <a:spcPts val="0"/>
              </a:spcAft>
              <a:buClr>
                <a:schemeClr val="dk1"/>
              </a:buClr>
              <a:buSzPts val="6000"/>
              <a:buChar char="•"/>
              <a:defRPr sz="6000"/>
            </a:lvl9pPr>
          </a:lstStyle>
          <a:p/>
        </p:txBody>
      </p:sp>
      <p:sp>
        <p:nvSpPr>
          <p:cNvPr id="64" name="Google Shape;64;p24"/>
          <p:cNvSpPr txBox="1"/>
          <p:nvPr>
            <p:ph idx="2" type="body"/>
          </p:nvPr>
        </p:nvSpPr>
        <p:spPr>
          <a:xfrm>
            <a:off x="2519366" y="6172200"/>
            <a:ext cx="11796711" cy="114347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4800"/>
              <a:buNone/>
              <a:defRPr sz="4800"/>
            </a:lvl1pPr>
            <a:lvl2pPr indent="-228600" lvl="1" marL="914400" algn="l">
              <a:lnSpc>
                <a:spcPct val="90000"/>
              </a:lnSpc>
              <a:spcBef>
                <a:spcPts val="1500"/>
              </a:spcBef>
              <a:spcAft>
                <a:spcPts val="0"/>
              </a:spcAft>
              <a:buClr>
                <a:schemeClr val="dk1"/>
              </a:buClr>
              <a:buSzPts val="4200"/>
              <a:buNone/>
              <a:defRPr sz="4200"/>
            </a:lvl2pPr>
            <a:lvl3pPr indent="-228600" lvl="2" marL="1371600" algn="l">
              <a:lnSpc>
                <a:spcPct val="90000"/>
              </a:lnSpc>
              <a:spcBef>
                <a:spcPts val="1500"/>
              </a:spcBef>
              <a:spcAft>
                <a:spcPts val="0"/>
              </a:spcAft>
              <a:buClr>
                <a:schemeClr val="dk1"/>
              </a:buClr>
              <a:buSzPts val="3600"/>
              <a:buNone/>
              <a:defRPr sz="3600"/>
            </a:lvl3pPr>
            <a:lvl4pPr indent="-228600" lvl="3" marL="1828800" algn="l">
              <a:lnSpc>
                <a:spcPct val="90000"/>
              </a:lnSpc>
              <a:spcBef>
                <a:spcPts val="1500"/>
              </a:spcBef>
              <a:spcAft>
                <a:spcPts val="0"/>
              </a:spcAft>
              <a:buClr>
                <a:schemeClr val="dk1"/>
              </a:buClr>
              <a:buSzPts val="3000"/>
              <a:buNone/>
              <a:defRPr sz="3000"/>
            </a:lvl4pPr>
            <a:lvl5pPr indent="-228600" lvl="4" marL="2286000" algn="l">
              <a:lnSpc>
                <a:spcPct val="90000"/>
              </a:lnSpc>
              <a:spcBef>
                <a:spcPts val="1500"/>
              </a:spcBef>
              <a:spcAft>
                <a:spcPts val="0"/>
              </a:spcAft>
              <a:buClr>
                <a:schemeClr val="dk1"/>
              </a:buClr>
              <a:buSzPts val="3000"/>
              <a:buNone/>
              <a:defRPr sz="3000"/>
            </a:lvl5pPr>
            <a:lvl6pPr indent="-228600" lvl="5" marL="2743200" algn="l">
              <a:lnSpc>
                <a:spcPct val="90000"/>
              </a:lnSpc>
              <a:spcBef>
                <a:spcPts val="1500"/>
              </a:spcBef>
              <a:spcAft>
                <a:spcPts val="0"/>
              </a:spcAft>
              <a:buClr>
                <a:schemeClr val="dk1"/>
              </a:buClr>
              <a:buSzPts val="3000"/>
              <a:buNone/>
              <a:defRPr sz="3000"/>
            </a:lvl6pPr>
            <a:lvl7pPr indent="-228600" lvl="6" marL="3200400" algn="l">
              <a:lnSpc>
                <a:spcPct val="90000"/>
              </a:lnSpc>
              <a:spcBef>
                <a:spcPts val="1500"/>
              </a:spcBef>
              <a:spcAft>
                <a:spcPts val="0"/>
              </a:spcAft>
              <a:buClr>
                <a:schemeClr val="dk1"/>
              </a:buClr>
              <a:buSzPts val="3000"/>
              <a:buNone/>
              <a:defRPr sz="3000"/>
            </a:lvl7pPr>
            <a:lvl8pPr indent="-228600" lvl="7" marL="3657600" algn="l">
              <a:lnSpc>
                <a:spcPct val="90000"/>
              </a:lnSpc>
              <a:spcBef>
                <a:spcPts val="1500"/>
              </a:spcBef>
              <a:spcAft>
                <a:spcPts val="0"/>
              </a:spcAft>
              <a:buClr>
                <a:schemeClr val="dk1"/>
              </a:buClr>
              <a:buSzPts val="3000"/>
              <a:buNone/>
              <a:defRPr sz="3000"/>
            </a:lvl8pPr>
            <a:lvl9pPr indent="-228600" lvl="8" marL="4114800" algn="l">
              <a:lnSpc>
                <a:spcPct val="90000"/>
              </a:lnSpc>
              <a:spcBef>
                <a:spcPts val="1500"/>
              </a:spcBef>
              <a:spcAft>
                <a:spcPts val="0"/>
              </a:spcAft>
              <a:buClr>
                <a:schemeClr val="dk1"/>
              </a:buClr>
              <a:buSzPts val="3000"/>
              <a:buNone/>
              <a:defRPr sz="3000"/>
            </a:lvl9pPr>
          </a:lstStyle>
          <a:p/>
        </p:txBody>
      </p:sp>
      <p:sp>
        <p:nvSpPr>
          <p:cNvPr id="65" name="Google Shape;65;p24"/>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4"/>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14:warp dir="in"/>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25"/>
          <p:cNvSpPr txBox="1"/>
          <p:nvPr>
            <p:ph type="title"/>
          </p:nvPr>
        </p:nvSpPr>
        <p:spPr>
          <a:xfrm>
            <a:off x="2519366" y="1371600"/>
            <a:ext cx="11796711" cy="4800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p:nvPr>
            <p:ph idx="2" type="pic"/>
          </p:nvPr>
        </p:nvSpPr>
        <p:spPr>
          <a:xfrm>
            <a:off x="15549564" y="2962277"/>
            <a:ext cx="18516600" cy="14620875"/>
          </a:xfrm>
          <a:prstGeom prst="rect">
            <a:avLst/>
          </a:prstGeom>
          <a:noFill/>
          <a:ln>
            <a:noFill/>
          </a:ln>
        </p:spPr>
      </p:sp>
      <p:sp>
        <p:nvSpPr>
          <p:cNvPr id="71" name="Google Shape;71;p25"/>
          <p:cNvSpPr txBox="1"/>
          <p:nvPr>
            <p:ph idx="1" type="body"/>
          </p:nvPr>
        </p:nvSpPr>
        <p:spPr>
          <a:xfrm>
            <a:off x="2519366" y="6172200"/>
            <a:ext cx="11796711" cy="114347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4800"/>
              <a:buNone/>
              <a:defRPr sz="4800"/>
            </a:lvl1pPr>
            <a:lvl2pPr indent="-228600" lvl="1" marL="914400" algn="l">
              <a:lnSpc>
                <a:spcPct val="90000"/>
              </a:lnSpc>
              <a:spcBef>
                <a:spcPts val="1500"/>
              </a:spcBef>
              <a:spcAft>
                <a:spcPts val="0"/>
              </a:spcAft>
              <a:buClr>
                <a:schemeClr val="dk1"/>
              </a:buClr>
              <a:buSzPts val="4200"/>
              <a:buNone/>
              <a:defRPr sz="4200"/>
            </a:lvl2pPr>
            <a:lvl3pPr indent="-228600" lvl="2" marL="1371600" algn="l">
              <a:lnSpc>
                <a:spcPct val="90000"/>
              </a:lnSpc>
              <a:spcBef>
                <a:spcPts val="1500"/>
              </a:spcBef>
              <a:spcAft>
                <a:spcPts val="0"/>
              </a:spcAft>
              <a:buClr>
                <a:schemeClr val="dk1"/>
              </a:buClr>
              <a:buSzPts val="3600"/>
              <a:buNone/>
              <a:defRPr sz="3600"/>
            </a:lvl3pPr>
            <a:lvl4pPr indent="-228600" lvl="3" marL="1828800" algn="l">
              <a:lnSpc>
                <a:spcPct val="90000"/>
              </a:lnSpc>
              <a:spcBef>
                <a:spcPts val="1500"/>
              </a:spcBef>
              <a:spcAft>
                <a:spcPts val="0"/>
              </a:spcAft>
              <a:buClr>
                <a:schemeClr val="dk1"/>
              </a:buClr>
              <a:buSzPts val="3000"/>
              <a:buNone/>
              <a:defRPr sz="3000"/>
            </a:lvl4pPr>
            <a:lvl5pPr indent="-228600" lvl="4" marL="2286000" algn="l">
              <a:lnSpc>
                <a:spcPct val="90000"/>
              </a:lnSpc>
              <a:spcBef>
                <a:spcPts val="1500"/>
              </a:spcBef>
              <a:spcAft>
                <a:spcPts val="0"/>
              </a:spcAft>
              <a:buClr>
                <a:schemeClr val="dk1"/>
              </a:buClr>
              <a:buSzPts val="3000"/>
              <a:buNone/>
              <a:defRPr sz="3000"/>
            </a:lvl5pPr>
            <a:lvl6pPr indent="-228600" lvl="5" marL="2743200" algn="l">
              <a:lnSpc>
                <a:spcPct val="90000"/>
              </a:lnSpc>
              <a:spcBef>
                <a:spcPts val="1500"/>
              </a:spcBef>
              <a:spcAft>
                <a:spcPts val="0"/>
              </a:spcAft>
              <a:buClr>
                <a:schemeClr val="dk1"/>
              </a:buClr>
              <a:buSzPts val="3000"/>
              <a:buNone/>
              <a:defRPr sz="3000"/>
            </a:lvl6pPr>
            <a:lvl7pPr indent="-228600" lvl="6" marL="3200400" algn="l">
              <a:lnSpc>
                <a:spcPct val="90000"/>
              </a:lnSpc>
              <a:spcBef>
                <a:spcPts val="1500"/>
              </a:spcBef>
              <a:spcAft>
                <a:spcPts val="0"/>
              </a:spcAft>
              <a:buClr>
                <a:schemeClr val="dk1"/>
              </a:buClr>
              <a:buSzPts val="3000"/>
              <a:buNone/>
              <a:defRPr sz="3000"/>
            </a:lvl7pPr>
            <a:lvl8pPr indent="-228600" lvl="7" marL="3657600" algn="l">
              <a:lnSpc>
                <a:spcPct val="90000"/>
              </a:lnSpc>
              <a:spcBef>
                <a:spcPts val="1500"/>
              </a:spcBef>
              <a:spcAft>
                <a:spcPts val="0"/>
              </a:spcAft>
              <a:buClr>
                <a:schemeClr val="dk1"/>
              </a:buClr>
              <a:buSzPts val="3000"/>
              <a:buNone/>
              <a:defRPr sz="3000"/>
            </a:lvl8pPr>
            <a:lvl9pPr indent="-228600" lvl="8" marL="4114800" algn="l">
              <a:lnSpc>
                <a:spcPct val="90000"/>
              </a:lnSpc>
              <a:spcBef>
                <a:spcPts val="1500"/>
              </a:spcBef>
              <a:spcAft>
                <a:spcPts val="0"/>
              </a:spcAft>
              <a:buClr>
                <a:schemeClr val="dk1"/>
              </a:buClr>
              <a:buSzPts val="3000"/>
              <a:buNone/>
              <a:defRPr sz="3000"/>
            </a:lvl9pPr>
          </a:lstStyle>
          <a:p/>
        </p:txBody>
      </p:sp>
      <p:sp>
        <p:nvSpPr>
          <p:cNvPr id="72" name="Google Shape;72;p25"/>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5"/>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14:warp dir="in"/>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26"/>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6"/>
          <p:cNvSpPr txBox="1"/>
          <p:nvPr>
            <p:ph idx="1" type="body"/>
          </p:nvPr>
        </p:nvSpPr>
        <p:spPr>
          <a:xfrm rot="5400000">
            <a:off x="11760993" y="-3769518"/>
            <a:ext cx="13054014" cy="31546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78" name="Google Shape;78;p26"/>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6"/>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6"/>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14:warp dir="in"/>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27"/>
          <p:cNvSpPr txBox="1"/>
          <p:nvPr>
            <p:ph type="title"/>
          </p:nvPr>
        </p:nvSpPr>
        <p:spPr>
          <a:xfrm rot="5400000">
            <a:off x="21400293" y="5869782"/>
            <a:ext cx="17435514" cy="7886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7"/>
          <p:cNvSpPr txBox="1"/>
          <p:nvPr>
            <p:ph idx="1" type="body"/>
          </p:nvPr>
        </p:nvSpPr>
        <p:spPr>
          <a:xfrm rot="5400000">
            <a:off x="5398293" y="-1788318"/>
            <a:ext cx="17435514" cy="23202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84" name="Google Shape;84;p27"/>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7"/>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7"/>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14:warp dir="in"/>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4.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3200"/>
              <a:buFont typeface="Play"/>
              <a:buNone/>
              <a:defRPr b="0" i="0" sz="132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6"/>
          <p:cNvSpPr txBox="1"/>
          <p:nvPr>
            <p:ph idx="1" type="body"/>
          </p:nvPr>
        </p:nvSpPr>
        <p:spPr>
          <a:xfrm>
            <a:off x="2514600" y="5476875"/>
            <a:ext cx="31546800" cy="13054014"/>
          </a:xfrm>
          <a:prstGeom prst="rect">
            <a:avLst/>
          </a:prstGeom>
          <a:noFill/>
          <a:ln>
            <a:noFill/>
          </a:ln>
        </p:spPr>
        <p:txBody>
          <a:bodyPr anchorCtr="0" anchor="t" bIns="45700" lIns="91425" spcFirstLastPara="1" rIns="91425" wrap="square" tIns="45700">
            <a:normAutofit/>
          </a:bodyPr>
          <a:lstStyle>
            <a:lvl1pPr indent="-762000" lvl="0" marL="457200" marR="0" rtl="0" algn="l">
              <a:lnSpc>
                <a:spcPct val="90000"/>
              </a:lnSpc>
              <a:spcBef>
                <a:spcPts val="3000"/>
              </a:spcBef>
              <a:spcAft>
                <a:spcPts val="0"/>
              </a:spcAft>
              <a:buClr>
                <a:schemeClr val="dk1"/>
              </a:buClr>
              <a:buSzPts val="8400"/>
              <a:buFont typeface="Arial"/>
              <a:buChar char="•"/>
              <a:defRPr b="0" i="0" sz="8400" u="none" cap="none" strike="noStrike">
                <a:solidFill>
                  <a:schemeClr val="dk1"/>
                </a:solidFill>
                <a:latin typeface="Arial"/>
                <a:ea typeface="Arial"/>
                <a:cs typeface="Arial"/>
                <a:sym typeface="Arial"/>
              </a:defRPr>
            </a:lvl1pPr>
            <a:lvl2pPr indent="-685800" lvl="1" marL="914400" marR="0" rtl="0" algn="l">
              <a:lnSpc>
                <a:spcPct val="90000"/>
              </a:lnSpc>
              <a:spcBef>
                <a:spcPts val="1500"/>
              </a:spcBef>
              <a:spcAft>
                <a:spcPts val="0"/>
              </a:spcAft>
              <a:buClr>
                <a:schemeClr val="dk1"/>
              </a:buClr>
              <a:buSzPts val="7200"/>
              <a:buFont typeface="Arial"/>
              <a:buChar char="•"/>
              <a:defRPr b="0" i="0" sz="7200" u="none" cap="none" strike="noStrike">
                <a:solidFill>
                  <a:schemeClr val="dk1"/>
                </a:solidFill>
                <a:latin typeface="Arial"/>
                <a:ea typeface="Arial"/>
                <a:cs typeface="Arial"/>
                <a:sym typeface="Arial"/>
              </a:defRPr>
            </a:lvl2pPr>
            <a:lvl3pPr indent="-609600" lvl="2" marL="1371600" marR="0" rtl="0" algn="l">
              <a:lnSpc>
                <a:spcPct val="90000"/>
              </a:lnSpc>
              <a:spcBef>
                <a:spcPts val="1500"/>
              </a:spcBef>
              <a:spcAft>
                <a:spcPts val="0"/>
              </a:spcAft>
              <a:buClr>
                <a:schemeClr val="dk1"/>
              </a:buClr>
              <a:buSzPts val="6000"/>
              <a:buFont typeface="Arial"/>
              <a:buChar char="•"/>
              <a:defRPr b="0" i="0" sz="6000" u="none" cap="none" strike="noStrike">
                <a:solidFill>
                  <a:schemeClr val="dk1"/>
                </a:solidFill>
                <a:latin typeface="Arial"/>
                <a:ea typeface="Arial"/>
                <a:cs typeface="Arial"/>
                <a:sym typeface="Arial"/>
              </a:defRPr>
            </a:lvl3pPr>
            <a:lvl4pPr indent="-571500" lvl="3" marL="18288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4pPr>
            <a:lvl5pPr indent="-571500" lvl="4" marL="22860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5pPr>
            <a:lvl6pPr indent="-571500" lvl="5" marL="27432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6pPr>
            <a:lvl7pPr indent="-571500" lvl="6" marL="32004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7pPr>
            <a:lvl8pPr indent="-571500" lvl="7" marL="36576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8pPr>
            <a:lvl9pPr indent="-571500" lvl="8" marL="41148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9pPr>
          </a:lstStyle>
          <a:p/>
        </p:txBody>
      </p:sp>
      <p:sp>
        <p:nvSpPr>
          <p:cNvPr id="12" name="Google Shape;12;p16"/>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6"/>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6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6"/>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grpSp>
        <p:nvGrpSpPr>
          <p:cNvPr id="15" name="Google Shape;15;p16"/>
          <p:cNvGrpSpPr/>
          <p:nvPr/>
        </p:nvGrpSpPr>
        <p:grpSpPr>
          <a:xfrm>
            <a:off x="33712347" y="-2"/>
            <a:ext cx="2057358" cy="2669535"/>
            <a:chOff x="11306724" y="96065"/>
            <a:chExt cx="685786" cy="889845"/>
          </a:xfrm>
        </p:grpSpPr>
        <p:sp>
          <p:nvSpPr>
            <p:cNvPr id="16" name="Google Shape;16;p16"/>
            <p:cNvSpPr/>
            <p:nvPr/>
          </p:nvSpPr>
          <p:spPr>
            <a:xfrm flipH="1" rot="10800000">
              <a:off x="11306724" y="96065"/>
              <a:ext cx="685786" cy="889845"/>
            </a:xfrm>
            <a:prstGeom prst="round2SameRect">
              <a:avLst>
                <a:gd fmla="val 50000" name="adj1"/>
                <a:gd fmla="val 0" name="adj2"/>
              </a:avLst>
            </a:prstGeom>
            <a:solidFill>
              <a:schemeClr val="lt1"/>
            </a:solidFill>
            <a:ln>
              <a:noFill/>
            </a:ln>
            <a:effectLst>
              <a:outerShdw blurRad="50800" rotWithShape="0" algn="t" dir="5400000" dist="38100">
                <a:srgbClr val="000000">
                  <a:alpha val="6941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200"/>
                <a:buFont typeface="Arial"/>
                <a:buNone/>
              </a:pPr>
              <a:r>
                <a:t/>
              </a:r>
              <a:endParaRPr b="0" i="0" sz="16200" u="none" cap="none" strike="noStrike">
                <a:solidFill>
                  <a:schemeClr val="lt1"/>
                </a:solidFill>
                <a:latin typeface="Arial"/>
                <a:ea typeface="Arial"/>
                <a:cs typeface="Arial"/>
                <a:sym typeface="Arial"/>
              </a:endParaRPr>
            </a:p>
          </p:txBody>
        </p:sp>
        <p:pic>
          <p:nvPicPr>
            <p:cNvPr id="17" name="Google Shape;17;p16"/>
            <p:cNvPicPr preferRelativeResize="0"/>
            <p:nvPr/>
          </p:nvPicPr>
          <p:blipFill rotWithShape="1">
            <a:blip r:embed="rId2">
              <a:alphaModFix/>
            </a:blip>
            <a:srcRect b="9836" l="8081" r="10621" t="7836"/>
            <a:stretch/>
          </p:blipFill>
          <p:spPr>
            <a:xfrm>
              <a:off x="11373763" y="365125"/>
              <a:ext cx="551707" cy="546550"/>
            </a:xfrm>
            <a:prstGeom prst="ellipse">
              <a:avLst/>
            </a:prstGeom>
            <a:noFill/>
            <a:ln>
              <a:noFill/>
            </a:ln>
          </p:spPr>
        </p:pic>
      </p:gr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mc:AlternateContent>
    <mc:Choice Requires="p14">
      <p:transition spd="slow" p14:dur="900">
        <p14:warp dir="in"/>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sp>
        <p:nvSpPr>
          <p:cNvPr id="92" name="Google Shape;92;p4"/>
          <p:cNvSpPr txBox="1"/>
          <p:nvPr/>
        </p:nvSpPr>
        <p:spPr>
          <a:xfrm>
            <a:off x="5345559" y="4892858"/>
            <a:ext cx="28647300" cy="1184899"/>
          </a:xfrm>
          <a:prstGeom prst="rect">
            <a:avLst/>
          </a:prstGeom>
          <a:noFill/>
          <a:ln>
            <a:noFill/>
          </a:ln>
        </p:spPr>
        <p:txBody>
          <a:bodyPr anchorCtr="0" anchor="t" bIns="45700" lIns="91425" spcFirstLastPara="1" rIns="91425" wrap="square" tIns="45700">
            <a:spAutoFit/>
          </a:bodyPr>
          <a:lstStyle/>
          <a:p>
            <a:pPr indent="0" lvl="0" marL="0" marR="0" rtl="0" algn="just">
              <a:lnSpc>
                <a:spcPct val="110000"/>
              </a:lnSpc>
              <a:spcBef>
                <a:spcPts val="60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Type Sub Heading Text Here (Font Size: 60pt) in Bold</a:t>
            </a:r>
            <a:endParaRPr b="1" i="0" sz="6000" u="none" cap="none" strike="noStrike">
              <a:solidFill>
                <a:srgbClr val="000000"/>
              </a:solidFill>
              <a:latin typeface="Arial"/>
              <a:ea typeface="Arial"/>
              <a:cs typeface="Arial"/>
              <a:sym typeface="Arial"/>
            </a:endParaRPr>
          </a:p>
        </p:txBody>
      </p:sp>
      <p:sp>
        <p:nvSpPr>
          <p:cNvPr id="93" name="Google Shape;93;p4"/>
          <p:cNvSpPr/>
          <p:nvPr/>
        </p:nvSpPr>
        <p:spPr>
          <a:xfrm>
            <a:off x="1780335" y="1462365"/>
            <a:ext cx="25006206" cy="2748660"/>
          </a:xfrm>
          <a:prstGeom prst="roundRect">
            <a:avLst>
              <a:gd fmla="val 50000" name="adj"/>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4" name="Google Shape;94;p4"/>
          <p:cNvSpPr txBox="1"/>
          <p:nvPr/>
        </p:nvSpPr>
        <p:spPr>
          <a:xfrm>
            <a:off x="5345559" y="2144198"/>
            <a:ext cx="21440982" cy="13233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400"/>
              <a:buFont typeface="Arial"/>
              <a:buNone/>
            </a:pPr>
            <a:r>
              <a:rPr b="1" i="0" lang="en-IN" sz="8000" u="none" cap="none" strike="noStrike">
                <a:solidFill>
                  <a:schemeClr val="lt1"/>
                </a:solidFill>
                <a:latin typeface="Cambria"/>
                <a:ea typeface="Cambria"/>
                <a:cs typeface="Cambria"/>
                <a:sym typeface="Cambria"/>
              </a:rPr>
              <a:t>Type Heading here (Font Size: 80pt) in Bold</a:t>
            </a:r>
            <a:endParaRPr b="0" i="0" sz="1400" u="none" cap="none" strike="noStrike">
              <a:solidFill>
                <a:srgbClr val="000000"/>
              </a:solidFill>
              <a:latin typeface="Arial"/>
              <a:ea typeface="Arial"/>
              <a:cs typeface="Arial"/>
              <a:sym typeface="Arial"/>
            </a:endParaRPr>
          </a:p>
        </p:txBody>
      </p:sp>
      <p:sp>
        <p:nvSpPr>
          <p:cNvPr id="95" name="Google Shape;95;p4"/>
          <p:cNvSpPr txBox="1"/>
          <p:nvPr/>
        </p:nvSpPr>
        <p:spPr>
          <a:xfrm>
            <a:off x="5345559" y="7151963"/>
            <a:ext cx="28647300" cy="1015622"/>
          </a:xfrm>
          <a:prstGeom prst="rect">
            <a:avLst/>
          </a:prstGeom>
          <a:noFill/>
          <a:ln>
            <a:noFill/>
          </a:ln>
        </p:spPr>
        <p:txBody>
          <a:bodyPr anchorCtr="0" anchor="t" bIns="45700" lIns="91425" spcFirstLastPara="1" rIns="91425" wrap="square" tIns="45700">
            <a:spAutoFit/>
          </a:bodyPr>
          <a:lstStyle/>
          <a:p>
            <a:pPr indent="0" lvl="0" marL="0" marR="0" rtl="0" algn="just">
              <a:lnSpc>
                <a:spcPct val="110000"/>
              </a:lnSpc>
              <a:spcBef>
                <a:spcPts val="600"/>
              </a:spcBef>
              <a:spcAft>
                <a:spcPts val="0"/>
              </a:spcAft>
              <a:buClr>
                <a:srgbClr val="000000"/>
              </a:buClr>
              <a:buSzPts val="5000"/>
              <a:buFont typeface="Arial"/>
              <a:buNone/>
            </a:pPr>
            <a:r>
              <a:rPr b="0" i="0" lang="en-IN" sz="5000" u="none" cap="none" strike="noStrike">
                <a:solidFill>
                  <a:schemeClr val="lt1"/>
                </a:solidFill>
                <a:latin typeface="Cambria"/>
                <a:ea typeface="Cambria"/>
                <a:cs typeface="Cambria"/>
                <a:sym typeface="Cambria"/>
              </a:rPr>
              <a:t>Type Body Text Here (Font Size: 50pt) Normal</a:t>
            </a:r>
            <a:endParaRPr b="0" i="0" sz="5000" u="none" cap="none" strike="noStrike">
              <a:solidFill>
                <a:srgbClr val="000000"/>
              </a:solidFill>
              <a:latin typeface="Arial"/>
              <a:ea typeface="Arial"/>
              <a:cs typeface="Arial"/>
              <a:sym typeface="Arial"/>
            </a:endParaRPr>
          </a:p>
        </p:txBody>
      </p:sp>
      <p:grpSp>
        <p:nvGrpSpPr>
          <p:cNvPr id="96" name="Google Shape;96;p4"/>
          <p:cNvGrpSpPr/>
          <p:nvPr/>
        </p:nvGrpSpPr>
        <p:grpSpPr>
          <a:xfrm>
            <a:off x="1025774" y="1047001"/>
            <a:ext cx="4319785" cy="3845857"/>
            <a:chOff x="981166" y="913767"/>
            <a:chExt cx="4319785" cy="3845857"/>
          </a:xfrm>
        </p:grpSpPr>
        <p:sp>
          <p:nvSpPr>
            <p:cNvPr id="97" name="Google Shape;97;p4"/>
            <p:cNvSpPr/>
            <p:nvPr/>
          </p:nvSpPr>
          <p:spPr>
            <a:xfrm>
              <a:off x="985575" y="913767"/>
              <a:ext cx="3845857" cy="3845857"/>
            </a:xfrm>
            <a:prstGeom prst="ellipse">
              <a:avLst/>
            </a:prstGeom>
            <a:solidFill>
              <a:schemeClr val="lt1"/>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98" name="Google Shape;98;p4"/>
            <p:cNvPicPr preferRelativeResize="0"/>
            <p:nvPr/>
          </p:nvPicPr>
          <p:blipFill rotWithShape="1">
            <a:blip r:embed="rId4">
              <a:alphaModFix/>
            </a:blip>
            <a:srcRect b="0" l="0" r="0" t="0"/>
            <a:stretch/>
          </p:blipFill>
          <p:spPr>
            <a:xfrm>
              <a:off x="981166" y="1170878"/>
              <a:ext cx="4319785" cy="3331634"/>
            </a:xfrm>
            <a:prstGeom prst="rect">
              <a:avLst/>
            </a:prstGeom>
            <a:noFill/>
            <a:ln>
              <a:noFill/>
            </a:ln>
            <a:effectLst>
              <a:outerShdw blurRad="177800" rotWithShape="0" algn="t" dir="5400000" dist="152400">
                <a:srgbClr val="000000">
                  <a:alpha val="54902"/>
                </a:srgbClr>
              </a:outerShdw>
            </a:effectLst>
          </p:spPr>
        </p:pic>
      </p:grpSp>
    </p:spTree>
  </p:cSld>
  <p:clrMapOvr>
    <a:masterClrMapping/>
  </p:clrMapOvr>
  <mc:AlternateContent>
    <mc:Choice Requires="p14">
      <p:transition spd="slow" p14:dur="900">
        <p14:warp dir="in"/>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 name="Shape 103"/>
        <p:cNvGrpSpPr/>
        <p:nvPr/>
      </p:nvGrpSpPr>
      <p:grpSpPr>
        <a:xfrm>
          <a:off x="0" y="0"/>
          <a:ext cx="0" cy="0"/>
          <a:chOff x="0" y="0"/>
          <a:chExt cx="0" cy="0"/>
        </a:xfrm>
      </p:grpSpPr>
      <p:sp>
        <p:nvSpPr>
          <p:cNvPr id="104" name="Google Shape;104;p14"/>
          <p:cNvSpPr txBox="1"/>
          <p:nvPr/>
        </p:nvSpPr>
        <p:spPr>
          <a:xfrm>
            <a:off x="1361109" y="1187071"/>
            <a:ext cx="8627100" cy="861734"/>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0" i="0" lang="en-IN" sz="5000" u="none" cap="none" strike="noStrike">
                <a:solidFill>
                  <a:schemeClr val="lt1"/>
                </a:solidFill>
                <a:latin typeface="Cambria"/>
                <a:ea typeface="Cambria"/>
                <a:cs typeface="Cambria"/>
                <a:sym typeface="Cambria"/>
              </a:rPr>
              <a:t>Body Text</a:t>
            </a:r>
            <a:endParaRPr b="0" i="0" sz="5000" u="none" cap="none" strike="noStrike">
              <a:solidFill>
                <a:schemeClr val="lt1"/>
              </a:solidFill>
              <a:latin typeface="Cambria"/>
              <a:ea typeface="Cambria"/>
              <a:cs typeface="Cambria"/>
              <a:sym typeface="Cambria"/>
            </a:endParaRPr>
          </a:p>
        </p:txBody>
      </p:sp>
    </p:spTree>
  </p:cSld>
  <p:clrMapOvr>
    <a:masterClrMapping/>
  </p:clrMapOvr>
  <mc:AlternateContent>
    <mc:Choice Requires="p14">
      <p:transition spd="slow" p14:dur="900">
        <p14:warp dir="in"/>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2"/>
          <p:cNvSpPr txBox="1"/>
          <p:nvPr/>
        </p:nvSpPr>
        <p:spPr>
          <a:xfrm>
            <a:off x="3107605" y="4726684"/>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111" name="Google Shape;111;p2"/>
          <p:cNvSpPr/>
          <p:nvPr/>
        </p:nvSpPr>
        <p:spPr>
          <a:xfrm>
            <a:off x="1039499" y="4435895"/>
            <a:ext cx="1597200" cy="1597200"/>
          </a:xfrm>
          <a:prstGeom prst="ellipse">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2" name="Google Shape;112;p2"/>
          <p:cNvSpPr txBox="1"/>
          <p:nvPr/>
        </p:nvSpPr>
        <p:spPr>
          <a:xfrm>
            <a:off x="1104807" y="4634400"/>
            <a:ext cx="1466700" cy="116951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400"/>
              <a:buFont typeface="Arial"/>
              <a:buNone/>
            </a:pPr>
            <a:r>
              <a:rPr b="1" i="0" lang="en-IN" sz="7000" u="none" cap="none" strike="noStrike">
                <a:solidFill>
                  <a:schemeClr val="lt1"/>
                </a:solidFill>
                <a:latin typeface="Cambria"/>
                <a:ea typeface="Cambria"/>
                <a:cs typeface="Cambria"/>
                <a:sym typeface="Cambria"/>
              </a:rPr>
              <a:t>A</a:t>
            </a:r>
            <a:endParaRPr b="1" i="0" sz="7000" u="none" cap="none" strike="noStrike">
              <a:solidFill>
                <a:schemeClr val="lt1"/>
              </a:solidFill>
              <a:latin typeface="Cambria"/>
              <a:ea typeface="Cambria"/>
              <a:cs typeface="Cambria"/>
              <a:sym typeface="Cambria"/>
            </a:endParaRPr>
          </a:p>
        </p:txBody>
      </p:sp>
      <p:grpSp>
        <p:nvGrpSpPr>
          <p:cNvPr id="113" name="Google Shape;113;p2"/>
          <p:cNvGrpSpPr/>
          <p:nvPr/>
        </p:nvGrpSpPr>
        <p:grpSpPr>
          <a:xfrm>
            <a:off x="1039499" y="7170190"/>
            <a:ext cx="1597200" cy="1597200"/>
            <a:chOff x="1039499" y="8887793"/>
            <a:chExt cx="1597200" cy="1597200"/>
          </a:xfrm>
        </p:grpSpPr>
        <p:sp>
          <p:nvSpPr>
            <p:cNvPr id="114" name="Google Shape;114;p2"/>
            <p:cNvSpPr/>
            <p:nvPr/>
          </p:nvSpPr>
          <p:spPr>
            <a:xfrm>
              <a:off x="1039499" y="8887793"/>
              <a:ext cx="1597200" cy="1597200"/>
            </a:xfrm>
            <a:prstGeom prst="ellipse">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5" name="Google Shape;115;p2"/>
            <p:cNvSpPr txBox="1"/>
            <p:nvPr/>
          </p:nvSpPr>
          <p:spPr>
            <a:xfrm>
              <a:off x="1104806" y="9086298"/>
              <a:ext cx="14667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IN" sz="7000" u="none" cap="none" strike="noStrike">
                  <a:solidFill>
                    <a:schemeClr val="lt1"/>
                  </a:solidFill>
                  <a:latin typeface="Cambria"/>
                  <a:ea typeface="Cambria"/>
                  <a:cs typeface="Cambria"/>
                  <a:sym typeface="Cambria"/>
                </a:rPr>
                <a:t>C</a:t>
              </a:r>
              <a:endParaRPr b="1" i="0" sz="7000" u="none" cap="none" strike="noStrike">
                <a:solidFill>
                  <a:schemeClr val="lt1"/>
                </a:solidFill>
                <a:latin typeface="Cambria"/>
                <a:ea typeface="Cambria"/>
                <a:cs typeface="Cambria"/>
                <a:sym typeface="Cambria"/>
              </a:endParaRPr>
            </a:p>
          </p:txBody>
        </p:sp>
      </p:grpSp>
      <p:grpSp>
        <p:nvGrpSpPr>
          <p:cNvPr id="116" name="Google Shape;116;p2"/>
          <p:cNvGrpSpPr/>
          <p:nvPr/>
        </p:nvGrpSpPr>
        <p:grpSpPr>
          <a:xfrm>
            <a:off x="1039499" y="9862391"/>
            <a:ext cx="1597200" cy="1597200"/>
            <a:chOff x="1039499" y="11392904"/>
            <a:chExt cx="1597200" cy="1597200"/>
          </a:xfrm>
        </p:grpSpPr>
        <p:sp>
          <p:nvSpPr>
            <p:cNvPr id="117" name="Google Shape;117;p2"/>
            <p:cNvSpPr/>
            <p:nvPr/>
          </p:nvSpPr>
          <p:spPr>
            <a:xfrm>
              <a:off x="1039499" y="11392904"/>
              <a:ext cx="1597200" cy="1597200"/>
            </a:xfrm>
            <a:prstGeom prst="ellipse">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8" name="Google Shape;118;p2"/>
            <p:cNvSpPr txBox="1"/>
            <p:nvPr/>
          </p:nvSpPr>
          <p:spPr>
            <a:xfrm>
              <a:off x="1104806" y="11591409"/>
              <a:ext cx="14667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IN" sz="7000" u="none" cap="none" strike="noStrike">
                  <a:solidFill>
                    <a:schemeClr val="lt1"/>
                  </a:solidFill>
                  <a:latin typeface="Cambria"/>
                  <a:ea typeface="Cambria"/>
                  <a:cs typeface="Cambria"/>
                  <a:sym typeface="Cambria"/>
                </a:rPr>
                <a:t>E</a:t>
              </a:r>
              <a:endParaRPr b="1" i="0" sz="7000" u="none" cap="none" strike="noStrike">
                <a:solidFill>
                  <a:schemeClr val="lt1"/>
                </a:solidFill>
                <a:latin typeface="Cambria"/>
                <a:ea typeface="Cambria"/>
                <a:cs typeface="Cambria"/>
                <a:sym typeface="Cambria"/>
              </a:endParaRPr>
            </a:p>
          </p:txBody>
        </p:sp>
      </p:grpSp>
      <p:grpSp>
        <p:nvGrpSpPr>
          <p:cNvPr id="119" name="Google Shape;119;p2"/>
          <p:cNvGrpSpPr/>
          <p:nvPr/>
        </p:nvGrpSpPr>
        <p:grpSpPr>
          <a:xfrm>
            <a:off x="1039499" y="12596686"/>
            <a:ext cx="1597200" cy="1597200"/>
            <a:chOff x="1039499" y="13898015"/>
            <a:chExt cx="1597200" cy="1597200"/>
          </a:xfrm>
        </p:grpSpPr>
        <p:sp>
          <p:nvSpPr>
            <p:cNvPr id="120" name="Google Shape;120;p2"/>
            <p:cNvSpPr/>
            <p:nvPr/>
          </p:nvSpPr>
          <p:spPr>
            <a:xfrm>
              <a:off x="1039499" y="13898015"/>
              <a:ext cx="1597200" cy="1597200"/>
            </a:xfrm>
            <a:prstGeom prst="ellipse">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1" name="Google Shape;121;p2"/>
            <p:cNvSpPr txBox="1"/>
            <p:nvPr/>
          </p:nvSpPr>
          <p:spPr>
            <a:xfrm>
              <a:off x="1104806" y="14096520"/>
              <a:ext cx="14667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IN" sz="7000" u="none" cap="none" strike="noStrike">
                  <a:solidFill>
                    <a:schemeClr val="lt1"/>
                  </a:solidFill>
                  <a:latin typeface="Cambria"/>
                  <a:ea typeface="Cambria"/>
                  <a:cs typeface="Cambria"/>
                  <a:sym typeface="Cambria"/>
                </a:rPr>
                <a:t>G</a:t>
              </a:r>
              <a:endParaRPr b="1" i="0" sz="7000" u="none" cap="none" strike="noStrike">
                <a:solidFill>
                  <a:schemeClr val="lt1"/>
                </a:solidFill>
                <a:latin typeface="Cambria"/>
                <a:ea typeface="Cambria"/>
                <a:cs typeface="Cambria"/>
                <a:sym typeface="Cambria"/>
              </a:endParaRPr>
            </a:p>
          </p:txBody>
        </p:sp>
      </p:grpSp>
      <p:sp>
        <p:nvSpPr>
          <p:cNvPr id="122" name="Google Shape;122;p2"/>
          <p:cNvSpPr txBox="1"/>
          <p:nvPr/>
        </p:nvSpPr>
        <p:spPr>
          <a:xfrm>
            <a:off x="3107605" y="7400781"/>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123" name="Google Shape;123;p2"/>
          <p:cNvSpPr txBox="1"/>
          <p:nvPr/>
        </p:nvSpPr>
        <p:spPr>
          <a:xfrm>
            <a:off x="3107605" y="10042957"/>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124" name="Google Shape;124;p2"/>
          <p:cNvSpPr txBox="1"/>
          <p:nvPr/>
        </p:nvSpPr>
        <p:spPr>
          <a:xfrm>
            <a:off x="3107605" y="12795191"/>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125" name="Google Shape;125;p2"/>
          <p:cNvSpPr txBox="1"/>
          <p:nvPr/>
        </p:nvSpPr>
        <p:spPr>
          <a:xfrm>
            <a:off x="21513592" y="4726684"/>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126" name="Google Shape;126;p2"/>
          <p:cNvSpPr/>
          <p:nvPr/>
        </p:nvSpPr>
        <p:spPr>
          <a:xfrm>
            <a:off x="19445486" y="4435895"/>
            <a:ext cx="1597200" cy="1597200"/>
          </a:xfrm>
          <a:prstGeom prst="ellipse">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7" name="Google Shape;127;p2"/>
          <p:cNvSpPr txBox="1"/>
          <p:nvPr/>
        </p:nvSpPr>
        <p:spPr>
          <a:xfrm>
            <a:off x="19510794" y="4634400"/>
            <a:ext cx="1466700" cy="116951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400"/>
              <a:buFont typeface="Arial"/>
              <a:buNone/>
            </a:pPr>
            <a:r>
              <a:rPr b="1" i="0" lang="en-IN" sz="7000" u="none" cap="none" strike="noStrike">
                <a:solidFill>
                  <a:schemeClr val="lt1"/>
                </a:solidFill>
                <a:latin typeface="Cambria"/>
                <a:ea typeface="Cambria"/>
                <a:cs typeface="Cambria"/>
                <a:sym typeface="Cambria"/>
              </a:rPr>
              <a:t>B</a:t>
            </a:r>
            <a:endParaRPr b="1" i="0" sz="7000" u="none" cap="none" strike="noStrike">
              <a:solidFill>
                <a:schemeClr val="lt1"/>
              </a:solidFill>
              <a:latin typeface="Cambria"/>
              <a:ea typeface="Cambria"/>
              <a:cs typeface="Cambria"/>
              <a:sym typeface="Cambria"/>
            </a:endParaRPr>
          </a:p>
        </p:txBody>
      </p:sp>
      <p:grpSp>
        <p:nvGrpSpPr>
          <p:cNvPr id="128" name="Google Shape;128;p2"/>
          <p:cNvGrpSpPr/>
          <p:nvPr/>
        </p:nvGrpSpPr>
        <p:grpSpPr>
          <a:xfrm>
            <a:off x="19445486" y="7170190"/>
            <a:ext cx="1597200" cy="1597200"/>
            <a:chOff x="1039499" y="8887793"/>
            <a:chExt cx="1597200" cy="1597200"/>
          </a:xfrm>
        </p:grpSpPr>
        <p:sp>
          <p:nvSpPr>
            <p:cNvPr id="129" name="Google Shape;129;p2"/>
            <p:cNvSpPr/>
            <p:nvPr/>
          </p:nvSpPr>
          <p:spPr>
            <a:xfrm>
              <a:off x="1039499" y="8887793"/>
              <a:ext cx="1597200" cy="1597200"/>
            </a:xfrm>
            <a:prstGeom prst="ellipse">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0" name="Google Shape;130;p2"/>
            <p:cNvSpPr txBox="1"/>
            <p:nvPr/>
          </p:nvSpPr>
          <p:spPr>
            <a:xfrm>
              <a:off x="1104806" y="9086298"/>
              <a:ext cx="14667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IN" sz="7000" u="none" cap="none" strike="noStrike">
                  <a:solidFill>
                    <a:schemeClr val="lt1"/>
                  </a:solidFill>
                  <a:latin typeface="Cambria"/>
                  <a:ea typeface="Cambria"/>
                  <a:cs typeface="Cambria"/>
                  <a:sym typeface="Cambria"/>
                </a:rPr>
                <a:t>D</a:t>
              </a:r>
              <a:endParaRPr b="1" i="0" sz="7000" u="none" cap="none" strike="noStrike">
                <a:solidFill>
                  <a:schemeClr val="lt1"/>
                </a:solidFill>
                <a:latin typeface="Cambria"/>
                <a:ea typeface="Cambria"/>
                <a:cs typeface="Cambria"/>
                <a:sym typeface="Cambria"/>
              </a:endParaRPr>
            </a:p>
          </p:txBody>
        </p:sp>
      </p:grpSp>
      <p:grpSp>
        <p:nvGrpSpPr>
          <p:cNvPr id="131" name="Google Shape;131;p2"/>
          <p:cNvGrpSpPr/>
          <p:nvPr/>
        </p:nvGrpSpPr>
        <p:grpSpPr>
          <a:xfrm>
            <a:off x="19445486" y="9862391"/>
            <a:ext cx="1597200" cy="1597200"/>
            <a:chOff x="1039499" y="11392904"/>
            <a:chExt cx="1597200" cy="1597200"/>
          </a:xfrm>
        </p:grpSpPr>
        <p:sp>
          <p:nvSpPr>
            <p:cNvPr id="132" name="Google Shape;132;p2"/>
            <p:cNvSpPr/>
            <p:nvPr/>
          </p:nvSpPr>
          <p:spPr>
            <a:xfrm>
              <a:off x="1039499" y="11392904"/>
              <a:ext cx="1597200" cy="1597200"/>
            </a:xfrm>
            <a:prstGeom prst="ellipse">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3" name="Google Shape;133;p2"/>
            <p:cNvSpPr txBox="1"/>
            <p:nvPr/>
          </p:nvSpPr>
          <p:spPr>
            <a:xfrm>
              <a:off x="1104806" y="11591409"/>
              <a:ext cx="14667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IN" sz="7000" u="none" cap="none" strike="noStrike">
                  <a:solidFill>
                    <a:schemeClr val="lt1"/>
                  </a:solidFill>
                  <a:latin typeface="Cambria"/>
                  <a:ea typeface="Cambria"/>
                  <a:cs typeface="Cambria"/>
                  <a:sym typeface="Cambria"/>
                </a:rPr>
                <a:t>F</a:t>
              </a:r>
              <a:endParaRPr b="1" i="0" sz="7000" u="none" cap="none" strike="noStrike">
                <a:solidFill>
                  <a:schemeClr val="lt1"/>
                </a:solidFill>
                <a:latin typeface="Cambria"/>
                <a:ea typeface="Cambria"/>
                <a:cs typeface="Cambria"/>
                <a:sym typeface="Cambria"/>
              </a:endParaRPr>
            </a:p>
          </p:txBody>
        </p:sp>
      </p:grpSp>
      <p:grpSp>
        <p:nvGrpSpPr>
          <p:cNvPr id="134" name="Google Shape;134;p2"/>
          <p:cNvGrpSpPr/>
          <p:nvPr/>
        </p:nvGrpSpPr>
        <p:grpSpPr>
          <a:xfrm>
            <a:off x="19445486" y="12596686"/>
            <a:ext cx="1597200" cy="1597200"/>
            <a:chOff x="1039499" y="13898015"/>
            <a:chExt cx="1597200" cy="1597200"/>
          </a:xfrm>
        </p:grpSpPr>
        <p:sp>
          <p:nvSpPr>
            <p:cNvPr id="135" name="Google Shape;135;p2"/>
            <p:cNvSpPr/>
            <p:nvPr/>
          </p:nvSpPr>
          <p:spPr>
            <a:xfrm>
              <a:off x="1039499" y="13898015"/>
              <a:ext cx="1597200" cy="1597200"/>
            </a:xfrm>
            <a:prstGeom prst="ellipse">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6" name="Google Shape;136;p2"/>
            <p:cNvSpPr txBox="1"/>
            <p:nvPr/>
          </p:nvSpPr>
          <p:spPr>
            <a:xfrm>
              <a:off x="1104806" y="14096520"/>
              <a:ext cx="14667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IN" sz="7000" u="none" cap="none" strike="noStrike">
                  <a:solidFill>
                    <a:schemeClr val="lt1"/>
                  </a:solidFill>
                  <a:latin typeface="Cambria"/>
                  <a:ea typeface="Cambria"/>
                  <a:cs typeface="Cambria"/>
                  <a:sym typeface="Cambria"/>
                </a:rPr>
                <a:t>H</a:t>
              </a:r>
              <a:endParaRPr b="1" i="0" sz="7000" u="none" cap="none" strike="noStrike">
                <a:solidFill>
                  <a:schemeClr val="lt1"/>
                </a:solidFill>
                <a:latin typeface="Cambria"/>
                <a:ea typeface="Cambria"/>
                <a:cs typeface="Cambria"/>
                <a:sym typeface="Cambria"/>
              </a:endParaRPr>
            </a:p>
          </p:txBody>
        </p:sp>
      </p:grpSp>
      <p:sp>
        <p:nvSpPr>
          <p:cNvPr id="137" name="Google Shape;137;p2"/>
          <p:cNvSpPr txBox="1"/>
          <p:nvPr/>
        </p:nvSpPr>
        <p:spPr>
          <a:xfrm>
            <a:off x="21513592" y="7400781"/>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138" name="Google Shape;138;p2"/>
          <p:cNvSpPr txBox="1"/>
          <p:nvPr/>
        </p:nvSpPr>
        <p:spPr>
          <a:xfrm>
            <a:off x="21513592" y="10042957"/>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139" name="Google Shape;139;p2"/>
          <p:cNvSpPr txBox="1"/>
          <p:nvPr/>
        </p:nvSpPr>
        <p:spPr>
          <a:xfrm>
            <a:off x="21513592" y="12795191"/>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Tree>
  </p:cSld>
  <p:clrMapOvr>
    <a:masterClrMapping/>
  </p:clrMapOvr>
  <mc:AlternateContent>
    <mc:Choice Requires="p14">
      <p:transition spd="slow" p14:dur="900">
        <p14:warp dir="in"/>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4" name="Shape 144"/>
        <p:cNvGrpSpPr/>
        <p:nvPr/>
      </p:nvGrpSpPr>
      <p:grpSpPr>
        <a:xfrm>
          <a:off x="0" y="0"/>
          <a:ext cx="0" cy="0"/>
          <a:chOff x="0" y="0"/>
          <a:chExt cx="0" cy="0"/>
        </a:xfrm>
      </p:grpSpPr>
      <p:sp>
        <p:nvSpPr>
          <p:cNvPr id="145" name="Google Shape;145;p5"/>
          <p:cNvSpPr txBox="1"/>
          <p:nvPr/>
        </p:nvSpPr>
        <p:spPr>
          <a:xfrm>
            <a:off x="3320595" y="5416339"/>
            <a:ext cx="8627100" cy="11633914"/>
          </a:xfrm>
          <a:prstGeom prst="rect">
            <a:avLst/>
          </a:prstGeom>
          <a:noFill/>
          <a:ln>
            <a:noFill/>
          </a:ln>
        </p:spPr>
        <p:txBody>
          <a:bodyPr anchorCtr="0" anchor="t" bIns="45700" lIns="91425" spcFirstLastPara="1" rIns="91425" wrap="square" tIns="45700">
            <a:spAutoFit/>
          </a:bodyPr>
          <a:lstStyle/>
          <a:p>
            <a:pPr indent="-1062038" lvl="0" marL="1062038" marR="0" rtl="0" algn="l">
              <a:lnSpc>
                <a:spcPct val="150000"/>
              </a:lnSpc>
              <a:spcBef>
                <a:spcPts val="0"/>
              </a:spcBef>
              <a:spcAft>
                <a:spcPts val="0"/>
              </a:spcAft>
              <a:buClr>
                <a:schemeClr val="lt1"/>
              </a:buClr>
              <a:buSzPts val="4000"/>
              <a:buFont typeface="Noto Sans Symbols"/>
              <a:buChar char="⮚"/>
            </a:pPr>
            <a:r>
              <a:rPr b="0" i="0" lang="en-IN" sz="5000" u="none" cap="none" strike="noStrike">
                <a:solidFill>
                  <a:schemeClr val="lt1"/>
                </a:solidFill>
                <a:latin typeface="Cambria"/>
                <a:ea typeface="Cambria"/>
                <a:cs typeface="Cambria"/>
                <a:sym typeface="Cambria"/>
              </a:rPr>
              <a:t>Body Text</a:t>
            </a:r>
            <a:endParaRPr/>
          </a:p>
          <a:p>
            <a:pPr indent="-1062038" lvl="0" marL="1062038" marR="0" rtl="0" algn="l">
              <a:lnSpc>
                <a:spcPct val="150000"/>
              </a:lnSpc>
              <a:spcBef>
                <a:spcPts val="0"/>
              </a:spcBef>
              <a:spcAft>
                <a:spcPts val="0"/>
              </a:spcAft>
              <a:buClr>
                <a:schemeClr val="lt1"/>
              </a:buClr>
              <a:buSzPts val="4000"/>
              <a:buFont typeface="Noto Sans Symbols"/>
              <a:buChar char="⮚"/>
            </a:pPr>
            <a:r>
              <a:rPr b="0" i="0" lang="en-IN" sz="5000" u="none" cap="none" strike="noStrike">
                <a:solidFill>
                  <a:schemeClr val="lt1"/>
                </a:solidFill>
                <a:latin typeface="Cambria"/>
                <a:ea typeface="Cambria"/>
                <a:cs typeface="Cambria"/>
                <a:sym typeface="Cambria"/>
              </a:rPr>
              <a:t>Body Text</a:t>
            </a:r>
            <a:endParaRPr b="0" i="0" sz="5000" u="none" cap="none" strike="noStrike">
              <a:solidFill>
                <a:schemeClr val="lt1"/>
              </a:solidFill>
              <a:latin typeface="Cambria"/>
              <a:ea typeface="Cambria"/>
              <a:cs typeface="Cambria"/>
              <a:sym typeface="Cambria"/>
            </a:endParaRPr>
          </a:p>
          <a:p>
            <a:pPr indent="-1062038" lvl="0" marL="1062038" marR="0" rtl="0" algn="l">
              <a:lnSpc>
                <a:spcPct val="150000"/>
              </a:lnSpc>
              <a:spcBef>
                <a:spcPts val="0"/>
              </a:spcBef>
              <a:spcAft>
                <a:spcPts val="0"/>
              </a:spcAft>
              <a:buClr>
                <a:schemeClr val="lt1"/>
              </a:buClr>
              <a:buSzPts val="4000"/>
              <a:buFont typeface="Noto Sans Symbols"/>
              <a:buChar char="⮚"/>
            </a:pPr>
            <a:r>
              <a:rPr b="0" i="0" lang="en-IN" sz="5000" u="none" cap="none" strike="noStrike">
                <a:solidFill>
                  <a:schemeClr val="lt1"/>
                </a:solidFill>
                <a:latin typeface="Cambria"/>
                <a:ea typeface="Cambria"/>
                <a:cs typeface="Cambria"/>
                <a:sym typeface="Cambria"/>
              </a:rPr>
              <a:t>Body Text</a:t>
            </a:r>
            <a:endParaRPr b="0" i="0" sz="5000" u="none" cap="none" strike="noStrike">
              <a:solidFill>
                <a:schemeClr val="lt1"/>
              </a:solidFill>
              <a:latin typeface="Cambria"/>
              <a:ea typeface="Cambria"/>
              <a:cs typeface="Cambria"/>
              <a:sym typeface="Cambria"/>
            </a:endParaRPr>
          </a:p>
          <a:p>
            <a:pPr indent="-1062038" lvl="0" marL="1062038" marR="0" rtl="0" algn="l">
              <a:lnSpc>
                <a:spcPct val="150000"/>
              </a:lnSpc>
              <a:spcBef>
                <a:spcPts val="0"/>
              </a:spcBef>
              <a:spcAft>
                <a:spcPts val="0"/>
              </a:spcAft>
              <a:buClr>
                <a:schemeClr val="lt1"/>
              </a:buClr>
              <a:buSzPts val="4000"/>
              <a:buFont typeface="Noto Sans Symbols"/>
              <a:buChar char="⮚"/>
            </a:pPr>
            <a:r>
              <a:rPr b="0" i="0" lang="en-IN" sz="5000" u="none" cap="none" strike="noStrike">
                <a:solidFill>
                  <a:schemeClr val="lt1"/>
                </a:solidFill>
                <a:latin typeface="Cambria"/>
                <a:ea typeface="Cambria"/>
                <a:cs typeface="Cambria"/>
                <a:sym typeface="Cambria"/>
              </a:rPr>
              <a:t>Body Text</a:t>
            </a:r>
            <a:endParaRPr b="0" i="0" sz="5000" u="none" cap="none" strike="noStrike">
              <a:solidFill>
                <a:schemeClr val="lt1"/>
              </a:solidFill>
              <a:latin typeface="Cambria"/>
              <a:ea typeface="Cambria"/>
              <a:cs typeface="Cambria"/>
              <a:sym typeface="Cambria"/>
            </a:endParaRPr>
          </a:p>
          <a:p>
            <a:pPr indent="-1062038" lvl="0" marL="1062038" marR="0" rtl="0" algn="l">
              <a:lnSpc>
                <a:spcPct val="150000"/>
              </a:lnSpc>
              <a:spcBef>
                <a:spcPts val="0"/>
              </a:spcBef>
              <a:spcAft>
                <a:spcPts val="0"/>
              </a:spcAft>
              <a:buClr>
                <a:schemeClr val="lt1"/>
              </a:buClr>
              <a:buSzPts val="4000"/>
              <a:buFont typeface="Noto Sans Symbols"/>
              <a:buChar char="⮚"/>
            </a:pPr>
            <a:r>
              <a:rPr b="0" i="0" lang="en-IN" sz="5000" u="none" cap="none" strike="noStrike">
                <a:solidFill>
                  <a:schemeClr val="lt1"/>
                </a:solidFill>
                <a:latin typeface="Cambria"/>
                <a:ea typeface="Cambria"/>
                <a:cs typeface="Cambria"/>
                <a:sym typeface="Cambria"/>
              </a:rPr>
              <a:t>Body Text</a:t>
            </a:r>
            <a:endParaRPr b="0" i="0" sz="5000" u="none" cap="none" strike="noStrike">
              <a:solidFill>
                <a:schemeClr val="lt1"/>
              </a:solidFill>
              <a:latin typeface="Cambria"/>
              <a:ea typeface="Cambria"/>
              <a:cs typeface="Cambria"/>
              <a:sym typeface="Cambria"/>
            </a:endParaRPr>
          </a:p>
          <a:p>
            <a:pPr indent="-1062038" lvl="0" marL="1062038" marR="0" rtl="0" algn="l">
              <a:lnSpc>
                <a:spcPct val="150000"/>
              </a:lnSpc>
              <a:spcBef>
                <a:spcPts val="0"/>
              </a:spcBef>
              <a:spcAft>
                <a:spcPts val="0"/>
              </a:spcAft>
              <a:buClr>
                <a:schemeClr val="lt1"/>
              </a:buClr>
              <a:buSzPts val="4000"/>
              <a:buFont typeface="Noto Sans Symbols"/>
              <a:buChar char="⮚"/>
            </a:pPr>
            <a:r>
              <a:rPr b="0" i="0" lang="en-IN" sz="5000" u="none" cap="none" strike="noStrike">
                <a:solidFill>
                  <a:schemeClr val="lt1"/>
                </a:solidFill>
                <a:latin typeface="Cambria"/>
                <a:ea typeface="Cambria"/>
                <a:cs typeface="Cambria"/>
                <a:sym typeface="Cambria"/>
              </a:rPr>
              <a:t>Body Text</a:t>
            </a:r>
            <a:endParaRPr b="0" i="0" sz="5000" u="none" cap="none" strike="noStrike">
              <a:solidFill>
                <a:schemeClr val="lt1"/>
              </a:solidFill>
              <a:latin typeface="Cambria"/>
              <a:ea typeface="Cambria"/>
              <a:cs typeface="Cambria"/>
              <a:sym typeface="Cambria"/>
            </a:endParaRPr>
          </a:p>
          <a:p>
            <a:pPr indent="-1062038" lvl="0" marL="1062038" marR="0" rtl="0" algn="l">
              <a:lnSpc>
                <a:spcPct val="150000"/>
              </a:lnSpc>
              <a:spcBef>
                <a:spcPts val="0"/>
              </a:spcBef>
              <a:spcAft>
                <a:spcPts val="0"/>
              </a:spcAft>
              <a:buClr>
                <a:schemeClr val="lt1"/>
              </a:buClr>
              <a:buSzPts val="4000"/>
              <a:buFont typeface="Noto Sans Symbols"/>
              <a:buChar char="⮚"/>
            </a:pPr>
            <a:r>
              <a:rPr b="0" i="0" lang="en-IN" sz="5000" u="none" cap="none" strike="noStrike">
                <a:solidFill>
                  <a:schemeClr val="lt1"/>
                </a:solidFill>
                <a:latin typeface="Cambria"/>
                <a:ea typeface="Cambria"/>
                <a:cs typeface="Cambria"/>
                <a:sym typeface="Cambria"/>
              </a:rPr>
              <a:t>Body Text</a:t>
            </a:r>
            <a:endParaRPr b="0" i="0" sz="5000" u="none" cap="none" strike="noStrike">
              <a:solidFill>
                <a:schemeClr val="lt1"/>
              </a:solidFill>
              <a:latin typeface="Cambria"/>
              <a:ea typeface="Cambria"/>
              <a:cs typeface="Cambria"/>
              <a:sym typeface="Cambria"/>
            </a:endParaRPr>
          </a:p>
          <a:p>
            <a:pPr indent="-1062038" lvl="0" marL="1062038" marR="0" rtl="0" algn="l">
              <a:lnSpc>
                <a:spcPct val="150000"/>
              </a:lnSpc>
              <a:spcBef>
                <a:spcPts val="0"/>
              </a:spcBef>
              <a:spcAft>
                <a:spcPts val="0"/>
              </a:spcAft>
              <a:buClr>
                <a:schemeClr val="lt1"/>
              </a:buClr>
              <a:buSzPts val="4000"/>
              <a:buFont typeface="Noto Sans Symbols"/>
              <a:buChar char="⮚"/>
            </a:pPr>
            <a:r>
              <a:rPr b="0" i="0" lang="en-IN" sz="5000" u="none" cap="none" strike="noStrike">
                <a:solidFill>
                  <a:schemeClr val="lt1"/>
                </a:solidFill>
                <a:latin typeface="Cambria"/>
                <a:ea typeface="Cambria"/>
                <a:cs typeface="Cambria"/>
                <a:sym typeface="Cambria"/>
              </a:rPr>
              <a:t>Body Text</a:t>
            </a:r>
            <a:endParaRPr b="0" i="0" sz="5000" u="none" cap="none" strike="noStrike">
              <a:solidFill>
                <a:schemeClr val="lt1"/>
              </a:solidFill>
              <a:latin typeface="Cambria"/>
              <a:ea typeface="Cambria"/>
              <a:cs typeface="Cambria"/>
              <a:sym typeface="Cambria"/>
            </a:endParaRPr>
          </a:p>
          <a:p>
            <a:pPr indent="-1062038" lvl="0" marL="1062038" marR="0" rtl="0" algn="l">
              <a:lnSpc>
                <a:spcPct val="150000"/>
              </a:lnSpc>
              <a:spcBef>
                <a:spcPts val="0"/>
              </a:spcBef>
              <a:spcAft>
                <a:spcPts val="0"/>
              </a:spcAft>
              <a:buClr>
                <a:schemeClr val="lt1"/>
              </a:buClr>
              <a:buSzPts val="4000"/>
              <a:buFont typeface="Noto Sans Symbols"/>
              <a:buChar char="⮚"/>
            </a:pPr>
            <a:r>
              <a:rPr b="0" i="0" lang="en-IN" sz="5000" u="none" cap="none" strike="noStrike">
                <a:solidFill>
                  <a:schemeClr val="lt1"/>
                </a:solidFill>
                <a:latin typeface="Cambria"/>
                <a:ea typeface="Cambria"/>
                <a:cs typeface="Cambria"/>
                <a:sym typeface="Cambria"/>
              </a:rPr>
              <a:t>Body Text</a:t>
            </a:r>
            <a:endParaRPr b="0" i="0" sz="5000" u="none" cap="none" strike="noStrike">
              <a:solidFill>
                <a:schemeClr val="lt1"/>
              </a:solidFill>
              <a:latin typeface="Cambria"/>
              <a:ea typeface="Cambria"/>
              <a:cs typeface="Cambria"/>
              <a:sym typeface="Cambria"/>
            </a:endParaRPr>
          </a:p>
          <a:p>
            <a:pPr indent="-1062038" lvl="0" marL="1062038" marR="0" rtl="0" algn="l">
              <a:lnSpc>
                <a:spcPct val="150000"/>
              </a:lnSpc>
              <a:spcBef>
                <a:spcPts val="0"/>
              </a:spcBef>
              <a:spcAft>
                <a:spcPts val="0"/>
              </a:spcAft>
              <a:buClr>
                <a:schemeClr val="lt1"/>
              </a:buClr>
              <a:buSzPts val="4000"/>
              <a:buFont typeface="Noto Sans Symbols"/>
              <a:buChar char="⮚"/>
            </a:pPr>
            <a:r>
              <a:rPr b="0" i="0" lang="en-IN" sz="5000" u="none" cap="none" strike="noStrike">
                <a:solidFill>
                  <a:schemeClr val="lt1"/>
                </a:solidFill>
                <a:latin typeface="Cambria"/>
                <a:ea typeface="Cambria"/>
                <a:cs typeface="Cambria"/>
                <a:sym typeface="Cambria"/>
              </a:rPr>
              <a:t>Body Text</a:t>
            </a:r>
            <a:endParaRPr b="0" i="0" sz="5000" u="none" cap="none" strike="noStrike">
              <a:solidFill>
                <a:schemeClr val="lt1"/>
              </a:solidFill>
              <a:latin typeface="Cambria"/>
              <a:ea typeface="Cambria"/>
              <a:cs typeface="Cambria"/>
              <a:sym typeface="Cambria"/>
            </a:endParaRPr>
          </a:p>
        </p:txBody>
      </p:sp>
      <p:pic>
        <p:nvPicPr>
          <p:cNvPr descr="Gravity - Newton's Law, Universal Force, Mass Attraction | Britannica" id="146" name="Google Shape;146;p5"/>
          <p:cNvPicPr preferRelativeResize="0"/>
          <p:nvPr/>
        </p:nvPicPr>
        <p:blipFill rotWithShape="1">
          <a:blip r:embed="rId4">
            <a:alphaModFix/>
          </a:blip>
          <a:srcRect b="5774" l="0" r="0" t="0"/>
          <a:stretch/>
        </p:blipFill>
        <p:spPr>
          <a:xfrm>
            <a:off x="23055193" y="3995695"/>
            <a:ext cx="11880273" cy="13054558"/>
          </a:xfrm>
          <a:prstGeom prst="roundRect">
            <a:avLst>
              <a:gd fmla="val 4027" name="adj"/>
            </a:avLst>
          </a:prstGeom>
          <a:noFill/>
          <a:ln>
            <a:noFill/>
          </a:ln>
          <a:effectLst>
            <a:outerShdw blurRad="76200" rotWithShape="0" algn="tl" dir="7800000" dist="38100">
              <a:srgbClr val="000000">
                <a:alpha val="40000"/>
              </a:srgbClr>
            </a:outerShdw>
          </a:effectLst>
        </p:spPr>
      </p:pic>
      <p:sp>
        <p:nvSpPr>
          <p:cNvPr id="147" name="Google Shape;147;p5"/>
          <p:cNvSpPr txBox="1"/>
          <p:nvPr/>
        </p:nvSpPr>
        <p:spPr>
          <a:xfrm>
            <a:off x="1104806" y="2396709"/>
            <a:ext cx="265224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8400"/>
              <a:buFont typeface="Arial"/>
              <a:buNone/>
            </a:pPr>
            <a:r>
              <a:rPr b="1" i="0" lang="en-IN" sz="6000" u="none" cap="none" strike="noStrike">
                <a:solidFill>
                  <a:schemeClr val="lt1"/>
                </a:solidFill>
                <a:latin typeface="Cambria"/>
                <a:ea typeface="Cambria"/>
                <a:cs typeface="Cambria"/>
                <a:sym typeface="Cambria"/>
              </a:rPr>
              <a:t>Type question here</a:t>
            </a:r>
            <a:endParaRPr b="1" i="0" sz="6000" u="none" cap="none" strike="noStrike">
              <a:solidFill>
                <a:schemeClr val="lt1"/>
              </a:solidFill>
              <a:latin typeface="Cambria"/>
              <a:ea typeface="Cambria"/>
              <a:cs typeface="Cambria"/>
              <a:sym typeface="Cambria"/>
            </a:endParaRPr>
          </a:p>
        </p:txBody>
      </p:sp>
      <p:sp>
        <p:nvSpPr>
          <p:cNvPr id="148" name="Google Shape;148;p5"/>
          <p:cNvSpPr/>
          <p:nvPr/>
        </p:nvSpPr>
        <p:spPr>
          <a:xfrm>
            <a:off x="-1864528" y="681774"/>
            <a:ext cx="7081988" cy="1569660"/>
          </a:xfrm>
          <a:prstGeom prst="roundRect">
            <a:avLst>
              <a:gd fmla="val 50000" name="adj"/>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9" name="Google Shape;149;p5"/>
          <p:cNvSpPr txBox="1"/>
          <p:nvPr/>
        </p:nvSpPr>
        <p:spPr>
          <a:xfrm>
            <a:off x="1039500" y="827049"/>
            <a:ext cx="4562190" cy="10156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6000" u="none" cap="none" strike="noStrike">
                <a:solidFill>
                  <a:schemeClr val="lt1"/>
                </a:solidFill>
                <a:latin typeface="Cambria"/>
                <a:ea typeface="Cambria"/>
                <a:cs typeface="Cambria"/>
                <a:sym typeface="Cambria"/>
              </a:rPr>
              <a:t>Question</a:t>
            </a:r>
            <a:endParaRPr b="1" i="0" sz="6000" u="none" cap="none" strike="noStrike">
              <a:solidFill>
                <a:schemeClr val="lt1"/>
              </a:solidFill>
              <a:latin typeface="Cambria"/>
              <a:ea typeface="Cambria"/>
              <a:cs typeface="Cambria"/>
              <a:sym typeface="Cambria"/>
            </a:endParaRPr>
          </a:p>
        </p:txBody>
      </p:sp>
    </p:spTree>
  </p:cSld>
  <p:clrMapOvr>
    <a:masterClrMapping/>
  </p:clrMapOvr>
  <mc:AlternateContent>
    <mc:Choice Requires="p14">
      <p:transition spd="slow" p14:dur="900">
        <p14:warp dir="in"/>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 name="Shape 154"/>
        <p:cNvGrpSpPr/>
        <p:nvPr/>
      </p:nvGrpSpPr>
      <p:grpSpPr>
        <a:xfrm>
          <a:off x="0" y="0"/>
          <a:ext cx="0" cy="0"/>
          <a:chOff x="0" y="0"/>
          <a:chExt cx="0" cy="0"/>
        </a:xfrm>
      </p:grpSpPr>
      <p:graphicFrame>
        <p:nvGraphicFramePr>
          <p:cNvPr id="155" name="Google Shape;155;p6"/>
          <p:cNvGraphicFramePr/>
          <p:nvPr/>
        </p:nvGraphicFramePr>
        <p:xfrm>
          <a:off x="6096000" y="2773368"/>
          <a:ext cx="3000000" cy="3000000"/>
        </p:xfrm>
        <a:graphic>
          <a:graphicData uri="http://schemas.openxmlformats.org/drawingml/2006/table">
            <a:tbl>
              <a:tblPr bandRow="1" firstRow="1">
                <a:noFill/>
                <a:tableStyleId>{6A81514A-FE7A-401F-91E9-0F86E8B910C8}</a:tableStyleId>
              </a:tblPr>
              <a:tblGrid>
                <a:gridCol w="4876800"/>
                <a:gridCol w="4876800"/>
                <a:gridCol w="4876800"/>
                <a:gridCol w="4876800"/>
                <a:gridCol w="4876800"/>
              </a:tblGrid>
              <a:tr h="1252275">
                <a:tc gridSpan="5">
                  <a:txBody>
                    <a:bodyPr/>
                    <a:lstStyle/>
                    <a:p>
                      <a:pPr indent="0" lvl="0" marL="0" marR="0" rtl="0" algn="ctr">
                        <a:lnSpc>
                          <a:spcPct val="11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Heading</a:t>
                      </a:r>
                      <a:endParaRPr/>
                    </a:p>
                  </a:txBody>
                  <a:tcPr marT="45725" marB="45725" marR="91450" marL="91450" anchor="ctr">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75317"/>
                    </a:solidFill>
                  </a:tcPr>
                </a:tc>
                <a:tc hMerge="1"/>
                <a:tc hMerge="1"/>
                <a:tc hMerge="1"/>
                <a:tc hMerge="1"/>
              </a:tr>
              <a:tr h="1252275">
                <a:tc>
                  <a:txBody>
                    <a:bodyPr/>
                    <a:lstStyle/>
                    <a:p>
                      <a:pPr indent="0" lvl="0" marL="0" marR="0" rtl="0" algn="ctr">
                        <a:lnSpc>
                          <a:spcPct val="110000"/>
                        </a:lnSpc>
                        <a:spcBef>
                          <a:spcPts val="0"/>
                        </a:spcBef>
                        <a:spcAft>
                          <a:spcPts val="0"/>
                        </a:spcAft>
                        <a:buClr>
                          <a:srgbClr val="000000"/>
                        </a:buClr>
                        <a:buSzPts val="5000"/>
                        <a:buFont typeface="Arial"/>
                        <a:buNone/>
                      </a:pPr>
                      <a:r>
                        <a:rPr b="1" i="0" lang="en-IN" sz="5000" u="none" cap="none" strike="noStrike">
                          <a:solidFill>
                            <a:schemeClr val="dk1"/>
                          </a:solidFill>
                          <a:latin typeface="Cambria"/>
                          <a:ea typeface="Cambria"/>
                          <a:cs typeface="Cambria"/>
                          <a:sym typeface="Cambria"/>
                        </a:rPr>
                        <a:t>SL. No.</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1" i="0" lang="en-IN" sz="5000" u="none" cap="none" strike="noStrike">
                          <a:solidFill>
                            <a:schemeClr val="dk1"/>
                          </a:solidFill>
                          <a:latin typeface="Cambria"/>
                          <a:ea typeface="Cambria"/>
                          <a:cs typeface="Cambria"/>
                          <a:sym typeface="Cambria"/>
                        </a:rPr>
                        <a:t>Subject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1" i="0" lang="en-IN" sz="5000" u="none" cap="none" strike="noStrike">
                          <a:solidFill>
                            <a:srgbClr val="000000"/>
                          </a:solidFill>
                          <a:latin typeface="Cambria"/>
                          <a:ea typeface="Cambria"/>
                          <a:cs typeface="Cambria"/>
                          <a:sym typeface="Cambria"/>
                        </a:rPr>
                        <a:t>Subject</a:t>
                      </a:r>
                      <a:endParaRPr b="1"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1" i="0" lang="en-IN" sz="5000" u="none" cap="none" strike="noStrike">
                          <a:solidFill>
                            <a:srgbClr val="000000"/>
                          </a:solidFill>
                          <a:latin typeface="Cambria"/>
                          <a:ea typeface="Cambria"/>
                          <a:cs typeface="Cambria"/>
                          <a:sym typeface="Cambria"/>
                        </a:rPr>
                        <a:t>Subject</a:t>
                      </a:r>
                      <a:endParaRPr b="1"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1" i="0" lang="en-IN" sz="5000" u="none" cap="none" strike="noStrike">
                          <a:solidFill>
                            <a:srgbClr val="000000"/>
                          </a:solidFill>
                          <a:latin typeface="Cambria"/>
                          <a:ea typeface="Cambria"/>
                          <a:cs typeface="Cambria"/>
                          <a:sym typeface="Cambria"/>
                        </a:rPr>
                        <a:t>Subject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mc:AlternateContent>
    <mc:Choice Requires="p14">
      <p:transition spd="slow" p14:dur="900">
        <p14:warp dir="in"/>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9" name="Shape 159"/>
        <p:cNvGrpSpPr/>
        <p:nvPr/>
      </p:nvGrpSpPr>
      <p:grpSpPr>
        <a:xfrm>
          <a:off x="0" y="0"/>
          <a:ext cx="0" cy="0"/>
          <a:chOff x="0" y="0"/>
          <a:chExt cx="0" cy="0"/>
        </a:xfrm>
      </p:grpSpPr>
      <p:sp>
        <p:nvSpPr>
          <p:cNvPr id="160" name="Google Shape;160;p29"/>
          <p:cNvSpPr txBox="1"/>
          <p:nvPr/>
        </p:nvSpPr>
        <p:spPr>
          <a:xfrm>
            <a:off x="1104806" y="2396709"/>
            <a:ext cx="265224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8400"/>
              <a:buFont typeface="Arial"/>
              <a:buNone/>
            </a:pPr>
            <a:r>
              <a:rPr b="1" i="0" lang="en-IN" sz="6000" u="none" cap="none" strike="noStrike">
                <a:solidFill>
                  <a:schemeClr val="lt1"/>
                </a:solidFill>
                <a:latin typeface="Cambria"/>
                <a:ea typeface="Cambria"/>
                <a:cs typeface="Cambria"/>
                <a:sym typeface="Cambria"/>
              </a:rPr>
              <a:t>Type question here</a:t>
            </a:r>
            <a:endParaRPr b="1" i="0" sz="6000" u="none" cap="none" strike="noStrike">
              <a:solidFill>
                <a:schemeClr val="lt1"/>
              </a:solidFill>
              <a:latin typeface="Cambria"/>
              <a:ea typeface="Cambria"/>
              <a:cs typeface="Cambria"/>
              <a:sym typeface="Cambria"/>
            </a:endParaRPr>
          </a:p>
        </p:txBody>
      </p:sp>
      <p:sp>
        <p:nvSpPr>
          <p:cNvPr id="161" name="Google Shape;161;p29"/>
          <p:cNvSpPr txBox="1"/>
          <p:nvPr/>
        </p:nvSpPr>
        <p:spPr>
          <a:xfrm>
            <a:off x="3107605" y="6673471"/>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162" name="Google Shape;162;p29"/>
          <p:cNvSpPr/>
          <p:nvPr/>
        </p:nvSpPr>
        <p:spPr>
          <a:xfrm>
            <a:off x="-1864528" y="681774"/>
            <a:ext cx="7081988" cy="1569660"/>
          </a:xfrm>
          <a:prstGeom prst="roundRect">
            <a:avLst>
              <a:gd fmla="val 50000" name="adj"/>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3" name="Google Shape;163;p29"/>
          <p:cNvSpPr txBox="1"/>
          <p:nvPr/>
        </p:nvSpPr>
        <p:spPr>
          <a:xfrm>
            <a:off x="1039500" y="827049"/>
            <a:ext cx="4562190" cy="10156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6000" u="none" cap="none" strike="noStrike">
                <a:solidFill>
                  <a:schemeClr val="lt1"/>
                </a:solidFill>
                <a:latin typeface="Cambria"/>
                <a:ea typeface="Cambria"/>
                <a:cs typeface="Cambria"/>
                <a:sym typeface="Cambria"/>
              </a:rPr>
              <a:t>Question</a:t>
            </a:r>
            <a:endParaRPr b="1" i="0" sz="6000" u="none" cap="none" strike="noStrike">
              <a:solidFill>
                <a:schemeClr val="lt1"/>
              </a:solidFill>
              <a:latin typeface="Cambria"/>
              <a:ea typeface="Cambria"/>
              <a:cs typeface="Cambria"/>
              <a:sym typeface="Cambria"/>
            </a:endParaRPr>
          </a:p>
        </p:txBody>
      </p:sp>
      <p:sp>
        <p:nvSpPr>
          <p:cNvPr id="164" name="Google Shape;164;p29"/>
          <p:cNvSpPr/>
          <p:nvPr/>
        </p:nvSpPr>
        <p:spPr>
          <a:xfrm>
            <a:off x="1039499" y="6382682"/>
            <a:ext cx="1597200" cy="1597200"/>
          </a:xfrm>
          <a:prstGeom prst="ellipse">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5" name="Google Shape;165;p29"/>
          <p:cNvSpPr txBox="1"/>
          <p:nvPr/>
        </p:nvSpPr>
        <p:spPr>
          <a:xfrm>
            <a:off x="1104807" y="6581187"/>
            <a:ext cx="1466700" cy="116951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400"/>
              <a:buFont typeface="Arial"/>
              <a:buNone/>
            </a:pPr>
            <a:r>
              <a:rPr b="1" i="0" lang="en-IN" sz="7000" u="none" cap="none" strike="noStrike">
                <a:solidFill>
                  <a:schemeClr val="lt1"/>
                </a:solidFill>
                <a:latin typeface="Cambria"/>
                <a:ea typeface="Cambria"/>
                <a:cs typeface="Cambria"/>
                <a:sym typeface="Cambria"/>
              </a:rPr>
              <a:t>A</a:t>
            </a:r>
            <a:endParaRPr b="1" i="0" sz="7000" u="none" cap="none" strike="noStrike">
              <a:solidFill>
                <a:schemeClr val="lt1"/>
              </a:solidFill>
              <a:latin typeface="Cambria"/>
              <a:ea typeface="Cambria"/>
              <a:cs typeface="Cambria"/>
              <a:sym typeface="Cambria"/>
            </a:endParaRPr>
          </a:p>
        </p:txBody>
      </p:sp>
      <p:grpSp>
        <p:nvGrpSpPr>
          <p:cNvPr id="166" name="Google Shape;166;p29"/>
          <p:cNvGrpSpPr/>
          <p:nvPr/>
        </p:nvGrpSpPr>
        <p:grpSpPr>
          <a:xfrm>
            <a:off x="1039499" y="9116977"/>
            <a:ext cx="1597200" cy="1597200"/>
            <a:chOff x="1039499" y="8887793"/>
            <a:chExt cx="1597200" cy="1597200"/>
          </a:xfrm>
        </p:grpSpPr>
        <p:sp>
          <p:nvSpPr>
            <p:cNvPr id="167" name="Google Shape;167;p29"/>
            <p:cNvSpPr/>
            <p:nvPr/>
          </p:nvSpPr>
          <p:spPr>
            <a:xfrm>
              <a:off x="1039499" y="8887793"/>
              <a:ext cx="1597200" cy="1597200"/>
            </a:xfrm>
            <a:prstGeom prst="ellipse">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8" name="Google Shape;168;p29"/>
            <p:cNvSpPr txBox="1"/>
            <p:nvPr/>
          </p:nvSpPr>
          <p:spPr>
            <a:xfrm>
              <a:off x="1104806" y="9086298"/>
              <a:ext cx="14667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IN" sz="7000" u="none" cap="none" strike="noStrike">
                  <a:solidFill>
                    <a:schemeClr val="lt1"/>
                  </a:solidFill>
                  <a:latin typeface="Cambria"/>
                  <a:ea typeface="Cambria"/>
                  <a:cs typeface="Cambria"/>
                  <a:sym typeface="Cambria"/>
                </a:rPr>
                <a:t>B</a:t>
              </a:r>
              <a:endParaRPr b="1" i="0" sz="7000" u="none" cap="none" strike="noStrike">
                <a:solidFill>
                  <a:schemeClr val="lt1"/>
                </a:solidFill>
                <a:latin typeface="Cambria"/>
                <a:ea typeface="Cambria"/>
                <a:cs typeface="Cambria"/>
                <a:sym typeface="Cambria"/>
              </a:endParaRPr>
            </a:p>
          </p:txBody>
        </p:sp>
      </p:grpSp>
      <p:grpSp>
        <p:nvGrpSpPr>
          <p:cNvPr id="169" name="Google Shape;169;p29"/>
          <p:cNvGrpSpPr/>
          <p:nvPr/>
        </p:nvGrpSpPr>
        <p:grpSpPr>
          <a:xfrm>
            <a:off x="1039499" y="11809178"/>
            <a:ext cx="1597200" cy="1597200"/>
            <a:chOff x="1039499" y="11392904"/>
            <a:chExt cx="1597200" cy="1597200"/>
          </a:xfrm>
        </p:grpSpPr>
        <p:sp>
          <p:nvSpPr>
            <p:cNvPr id="170" name="Google Shape;170;p29"/>
            <p:cNvSpPr/>
            <p:nvPr/>
          </p:nvSpPr>
          <p:spPr>
            <a:xfrm>
              <a:off x="1039499" y="11392904"/>
              <a:ext cx="1597200" cy="1597200"/>
            </a:xfrm>
            <a:prstGeom prst="ellipse">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1" name="Google Shape;171;p29"/>
            <p:cNvSpPr txBox="1"/>
            <p:nvPr/>
          </p:nvSpPr>
          <p:spPr>
            <a:xfrm>
              <a:off x="1104806" y="11591409"/>
              <a:ext cx="14667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IN" sz="7000" u="none" cap="none" strike="noStrike">
                  <a:solidFill>
                    <a:schemeClr val="lt1"/>
                  </a:solidFill>
                  <a:latin typeface="Cambria"/>
                  <a:ea typeface="Cambria"/>
                  <a:cs typeface="Cambria"/>
                  <a:sym typeface="Cambria"/>
                </a:rPr>
                <a:t>C</a:t>
              </a:r>
              <a:endParaRPr b="1" i="0" sz="7000" u="none" cap="none" strike="noStrike">
                <a:solidFill>
                  <a:schemeClr val="lt1"/>
                </a:solidFill>
                <a:latin typeface="Cambria"/>
                <a:ea typeface="Cambria"/>
                <a:cs typeface="Cambria"/>
                <a:sym typeface="Cambria"/>
              </a:endParaRPr>
            </a:p>
          </p:txBody>
        </p:sp>
      </p:grpSp>
      <p:grpSp>
        <p:nvGrpSpPr>
          <p:cNvPr id="172" name="Google Shape;172;p29"/>
          <p:cNvGrpSpPr/>
          <p:nvPr/>
        </p:nvGrpSpPr>
        <p:grpSpPr>
          <a:xfrm>
            <a:off x="1039499" y="14543473"/>
            <a:ext cx="1597200" cy="1597200"/>
            <a:chOff x="1039499" y="13898015"/>
            <a:chExt cx="1597200" cy="1597200"/>
          </a:xfrm>
        </p:grpSpPr>
        <p:sp>
          <p:nvSpPr>
            <p:cNvPr id="173" name="Google Shape;173;p29"/>
            <p:cNvSpPr/>
            <p:nvPr/>
          </p:nvSpPr>
          <p:spPr>
            <a:xfrm>
              <a:off x="1039499" y="13898015"/>
              <a:ext cx="1597200" cy="1597200"/>
            </a:xfrm>
            <a:prstGeom prst="ellipse">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4" name="Google Shape;174;p29"/>
            <p:cNvSpPr txBox="1"/>
            <p:nvPr/>
          </p:nvSpPr>
          <p:spPr>
            <a:xfrm>
              <a:off x="1104806" y="14096520"/>
              <a:ext cx="14667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IN" sz="7000" u="none" cap="none" strike="noStrike">
                  <a:solidFill>
                    <a:schemeClr val="lt1"/>
                  </a:solidFill>
                  <a:latin typeface="Cambria"/>
                  <a:ea typeface="Cambria"/>
                  <a:cs typeface="Cambria"/>
                  <a:sym typeface="Cambria"/>
                </a:rPr>
                <a:t>D</a:t>
              </a:r>
              <a:endParaRPr b="1" i="0" sz="7000" u="none" cap="none" strike="noStrike">
                <a:solidFill>
                  <a:schemeClr val="lt1"/>
                </a:solidFill>
                <a:latin typeface="Cambria"/>
                <a:ea typeface="Cambria"/>
                <a:cs typeface="Cambria"/>
                <a:sym typeface="Cambria"/>
              </a:endParaRPr>
            </a:p>
          </p:txBody>
        </p:sp>
      </p:grpSp>
      <p:sp>
        <p:nvSpPr>
          <p:cNvPr id="175" name="Google Shape;175;p29"/>
          <p:cNvSpPr txBox="1"/>
          <p:nvPr/>
        </p:nvSpPr>
        <p:spPr>
          <a:xfrm>
            <a:off x="3107605" y="9347568"/>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176" name="Google Shape;176;p29"/>
          <p:cNvSpPr txBox="1"/>
          <p:nvPr/>
        </p:nvSpPr>
        <p:spPr>
          <a:xfrm>
            <a:off x="3107605" y="11989744"/>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177" name="Google Shape;177;p29"/>
          <p:cNvSpPr txBox="1"/>
          <p:nvPr/>
        </p:nvSpPr>
        <p:spPr>
          <a:xfrm>
            <a:off x="3107605" y="14741978"/>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178" name="Google Shape;178;p29"/>
          <p:cNvSpPr txBox="1"/>
          <p:nvPr/>
        </p:nvSpPr>
        <p:spPr>
          <a:xfrm>
            <a:off x="13974450" y="6673471"/>
            <a:ext cx="8627100" cy="861734"/>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0" i="0" lang="en-IN" sz="5000" u="none" cap="none" strike="noStrike">
                <a:solidFill>
                  <a:schemeClr val="lt1"/>
                </a:solidFill>
                <a:latin typeface="Cambria"/>
                <a:ea typeface="Cambria"/>
                <a:cs typeface="Cambria"/>
                <a:sym typeface="Cambria"/>
              </a:rPr>
              <a:t>Body Text</a:t>
            </a:r>
            <a:endParaRPr b="0" i="0" sz="5000" u="none" cap="none" strike="noStrike">
              <a:solidFill>
                <a:schemeClr val="lt1"/>
              </a:solidFill>
              <a:latin typeface="Cambria"/>
              <a:ea typeface="Cambria"/>
              <a:cs typeface="Cambria"/>
              <a:sym typeface="Cambria"/>
            </a:endParaRPr>
          </a:p>
        </p:txBody>
      </p:sp>
      <p:sp>
        <p:nvSpPr>
          <p:cNvPr id="179" name="Google Shape;179;p29"/>
          <p:cNvSpPr txBox="1"/>
          <p:nvPr/>
        </p:nvSpPr>
        <p:spPr>
          <a:xfrm>
            <a:off x="13974450" y="9347568"/>
            <a:ext cx="8627100" cy="861734"/>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0" i="0" lang="en-IN" sz="5000" u="none" cap="none" strike="noStrike">
                <a:solidFill>
                  <a:schemeClr val="lt1"/>
                </a:solidFill>
                <a:latin typeface="Cambria"/>
                <a:ea typeface="Cambria"/>
                <a:cs typeface="Cambria"/>
                <a:sym typeface="Cambria"/>
              </a:rPr>
              <a:t>Body Text</a:t>
            </a:r>
            <a:endParaRPr b="0" i="0" sz="5000" u="none" cap="none" strike="noStrike">
              <a:solidFill>
                <a:schemeClr val="lt1"/>
              </a:solidFill>
              <a:latin typeface="Cambria"/>
              <a:ea typeface="Cambria"/>
              <a:cs typeface="Cambria"/>
              <a:sym typeface="Cambria"/>
            </a:endParaRPr>
          </a:p>
        </p:txBody>
      </p:sp>
      <p:sp>
        <p:nvSpPr>
          <p:cNvPr id="180" name="Google Shape;180;p29"/>
          <p:cNvSpPr txBox="1"/>
          <p:nvPr/>
        </p:nvSpPr>
        <p:spPr>
          <a:xfrm>
            <a:off x="13974450" y="11989744"/>
            <a:ext cx="8627100" cy="861734"/>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0" i="0" lang="en-IN" sz="5000" u="none" cap="none" strike="noStrike">
                <a:solidFill>
                  <a:schemeClr val="lt1"/>
                </a:solidFill>
                <a:latin typeface="Cambria"/>
                <a:ea typeface="Cambria"/>
                <a:cs typeface="Cambria"/>
                <a:sym typeface="Cambria"/>
              </a:rPr>
              <a:t>Body Text</a:t>
            </a:r>
            <a:endParaRPr b="0" i="0" sz="5000" u="none" cap="none" strike="noStrike">
              <a:solidFill>
                <a:schemeClr val="lt1"/>
              </a:solidFill>
              <a:latin typeface="Cambria"/>
              <a:ea typeface="Cambria"/>
              <a:cs typeface="Cambria"/>
              <a:sym typeface="Cambria"/>
            </a:endParaRPr>
          </a:p>
        </p:txBody>
      </p:sp>
      <p:sp>
        <p:nvSpPr>
          <p:cNvPr id="181" name="Google Shape;181;p29"/>
          <p:cNvSpPr txBox="1"/>
          <p:nvPr/>
        </p:nvSpPr>
        <p:spPr>
          <a:xfrm>
            <a:off x="13974450" y="14741978"/>
            <a:ext cx="8627100" cy="861734"/>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None/>
            </a:pPr>
            <a:r>
              <a:rPr b="0" i="0" lang="en-IN" sz="5000" u="none" cap="none" strike="noStrike">
                <a:solidFill>
                  <a:schemeClr val="lt1"/>
                </a:solidFill>
                <a:latin typeface="Cambria"/>
                <a:ea typeface="Cambria"/>
                <a:cs typeface="Cambria"/>
                <a:sym typeface="Cambria"/>
              </a:rPr>
              <a:t>Body Text</a:t>
            </a:r>
            <a:endParaRPr b="0" i="0" sz="5000" u="none" cap="none" strike="noStrike">
              <a:solidFill>
                <a:schemeClr val="lt1"/>
              </a:solidFill>
              <a:latin typeface="Cambria"/>
              <a:ea typeface="Cambria"/>
              <a:cs typeface="Cambria"/>
              <a:sym typeface="Cambria"/>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5" name="Shape 185"/>
        <p:cNvGrpSpPr/>
        <p:nvPr/>
      </p:nvGrpSpPr>
      <p:grpSpPr>
        <a:xfrm>
          <a:off x="0" y="0"/>
          <a:ext cx="0" cy="0"/>
          <a:chOff x="0" y="0"/>
          <a:chExt cx="0" cy="0"/>
        </a:xfrm>
      </p:grpSpPr>
      <p:sp>
        <p:nvSpPr>
          <p:cNvPr id="186" name="Google Shape;186;p30"/>
          <p:cNvSpPr/>
          <p:nvPr/>
        </p:nvSpPr>
        <p:spPr>
          <a:xfrm>
            <a:off x="1780335" y="1462365"/>
            <a:ext cx="20393866" cy="2748660"/>
          </a:xfrm>
          <a:prstGeom prst="roundRect">
            <a:avLst>
              <a:gd fmla="val 50000" name="adj"/>
            </a:avLst>
          </a:prstGeom>
          <a:solidFill>
            <a:srgbClr val="015500"/>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7" name="Google Shape;187;p30"/>
          <p:cNvSpPr txBox="1"/>
          <p:nvPr/>
        </p:nvSpPr>
        <p:spPr>
          <a:xfrm>
            <a:off x="5345559" y="2144198"/>
            <a:ext cx="10710229" cy="13233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8000" u="none" cap="none" strike="noStrike">
                <a:solidFill>
                  <a:schemeClr val="lt1"/>
                </a:solidFill>
                <a:latin typeface="Cambria"/>
                <a:ea typeface="Cambria"/>
                <a:cs typeface="Cambria"/>
                <a:sym typeface="Cambria"/>
              </a:rPr>
              <a:t>Type Heading here</a:t>
            </a:r>
            <a:endParaRPr b="1" i="0" sz="8000" u="none" cap="none" strike="noStrike">
              <a:solidFill>
                <a:schemeClr val="lt1"/>
              </a:solidFill>
              <a:latin typeface="Cambria"/>
              <a:ea typeface="Cambria"/>
              <a:cs typeface="Cambria"/>
              <a:sym typeface="Cambria"/>
            </a:endParaRPr>
          </a:p>
        </p:txBody>
      </p:sp>
      <p:grpSp>
        <p:nvGrpSpPr>
          <p:cNvPr id="188" name="Google Shape;188;p30"/>
          <p:cNvGrpSpPr/>
          <p:nvPr/>
        </p:nvGrpSpPr>
        <p:grpSpPr>
          <a:xfrm>
            <a:off x="11505432" y="4870517"/>
            <a:ext cx="12435528" cy="3697230"/>
            <a:chOff x="11505432" y="6643856"/>
            <a:chExt cx="12435528" cy="3697230"/>
          </a:xfrm>
        </p:grpSpPr>
        <p:sp>
          <p:nvSpPr>
            <p:cNvPr id="189" name="Google Shape;189;p30"/>
            <p:cNvSpPr txBox="1"/>
            <p:nvPr/>
          </p:nvSpPr>
          <p:spPr>
            <a:xfrm>
              <a:off x="11505432" y="6643856"/>
              <a:ext cx="12435528"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Type : Cambria Bold</a:t>
              </a:r>
              <a:endParaRPr b="0" i="0" sz="6000" u="none" cap="none" strike="noStrike">
                <a:solidFill>
                  <a:srgbClr val="FFFFFF"/>
                </a:solidFill>
                <a:latin typeface="Cambria"/>
                <a:ea typeface="Cambria"/>
                <a:cs typeface="Cambria"/>
                <a:sym typeface="Cambria"/>
              </a:endParaRPr>
            </a:p>
          </p:txBody>
        </p:sp>
        <p:sp>
          <p:nvSpPr>
            <p:cNvPr id="190" name="Google Shape;190;p30"/>
            <p:cNvSpPr txBox="1"/>
            <p:nvPr/>
          </p:nvSpPr>
          <p:spPr>
            <a:xfrm>
              <a:off x="11505432" y="8009943"/>
              <a:ext cx="7645040"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Color : #FFFFFF</a:t>
              </a:r>
              <a:endParaRPr b="0" i="0" sz="6000" u="none" cap="none" strike="noStrike">
                <a:solidFill>
                  <a:srgbClr val="FFFFFF"/>
                </a:solidFill>
                <a:latin typeface="Cambria"/>
                <a:ea typeface="Cambria"/>
                <a:cs typeface="Cambria"/>
                <a:sym typeface="Cambria"/>
              </a:endParaRPr>
            </a:p>
          </p:txBody>
        </p:sp>
        <p:sp>
          <p:nvSpPr>
            <p:cNvPr id="191" name="Google Shape;191;p30"/>
            <p:cNvSpPr txBox="1"/>
            <p:nvPr/>
          </p:nvSpPr>
          <p:spPr>
            <a:xfrm>
              <a:off x="11505438" y="9325464"/>
              <a:ext cx="6325362"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Size : 80pt</a:t>
              </a:r>
              <a:endParaRPr b="0" i="0" sz="6000" u="none" cap="none" strike="noStrike">
                <a:solidFill>
                  <a:srgbClr val="FFFFFF"/>
                </a:solidFill>
                <a:latin typeface="Cambria"/>
                <a:ea typeface="Cambria"/>
                <a:cs typeface="Cambria"/>
                <a:sym typeface="Cambria"/>
              </a:endParaRPr>
            </a:p>
          </p:txBody>
        </p:sp>
      </p:grpSp>
      <p:sp>
        <p:nvSpPr>
          <p:cNvPr id="192" name="Google Shape;192;p30"/>
          <p:cNvSpPr/>
          <p:nvPr/>
        </p:nvSpPr>
        <p:spPr>
          <a:xfrm>
            <a:off x="12236848" y="3468709"/>
            <a:ext cx="685800" cy="1108278"/>
          </a:xfrm>
          <a:prstGeom prst="upArrow">
            <a:avLst>
              <a:gd fmla="val 50000" name="adj1"/>
              <a:gd fmla="val 77451" name="adj2"/>
            </a:avLst>
          </a:prstGeom>
          <a:solidFill>
            <a:schemeClr val="lt1"/>
          </a:solid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93" name="Google Shape;193;p30"/>
          <p:cNvSpPr txBox="1"/>
          <p:nvPr/>
        </p:nvSpPr>
        <p:spPr>
          <a:xfrm>
            <a:off x="23653361" y="6058628"/>
            <a:ext cx="12088921" cy="2400617"/>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None/>
            </a:pPr>
            <a:r>
              <a:rPr b="0" i="0" lang="en-IN" sz="5000" u="none" cap="none" strike="noStrike">
                <a:solidFill>
                  <a:srgbClr val="FFFF00"/>
                </a:solidFill>
                <a:latin typeface="Cambria"/>
                <a:ea typeface="Cambria"/>
                <a:cs typeface="Cambria"/>
                <a:sym typeface="Cambria"/>
              </a:rPr>
              <a:t>Those who don’t know, Press ( Alt ) + ( = ) button to type in Cambria Math for equations like - </a:t>
            </a:r>
            <a:endParaRPr b="0" i="0" sz="5000" u="none" cap="none" strike="noStrike">
              <a:solidFill>
                <a:srgbClr val="FFFF00"/>
              </a:solidFill>
              <a:latin typeface="Cambria"/>
              <a:ea typeface="Cambria"/>
              <a:cs typeface="Cambria"/>
              <a:sym typeface="Cambria"/>
            </a:endParaRPr>
          </a:p>
        </p:txBody>
      </p:sp>
      <p:sp>
        <p:nvSpPr>
          <p:cNvPr id="194" name="Google Shape;194;p30"/>
          <p:cNvSpPr/>
          <p:nvPr/>
        </p:nvSpPr>
        <p:spPr>
          <a:xfrm>
            <a:off x="1277472" y="15692720"/>
            <a:ext cx="34021056" cy="3818712"/>
          </a:xfrm>
          <a:prstGeom prst="roundRect">
            <a:avLst>
              <a:gd fmla="val 8216" name="adj"/>
            </a:avLst>
          </a:prstGeom>
          <a:solidFill>
            <a:schemeClr val="dk1">
              <a:alpha val="49804"/>
            </a:schemeClr>
          </a:solidFill>
          <a:ln cap="flat" cmpd="sng" w="38100">
            <a:solidFill>
              <a:srgbClr val="BFBFBF"/>
            </a:solidFill>
            <a:prstDash val="solid"/>
            <a:miter lim="0"/>
            <a:headEnd len="sm" w="sm" type="none"/>
            <a:tailEnd len="sm" w="sm" type="none"/>
          </a:ln>
          <a:effectLst>
            <a:outerShdw blurRad="50800" rotWithShape="0" algn="tl" dir="2700000" dist="38100">
              <a:srgbClr val="000000">
                <a:alpha val="40000"/>
              </a:srgbClr>
            </a:outerShdw>
          </a:effectLst>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5" name="Google Shape;195;p30"/>
          <p:cNvSpPr txBox="1"/>
          <p:nvPr/>
        </p:nvSpPr>
        <p:spPr>
          <a:xfrm>
            <a:off x="1814322" y="15986250"/>
            <a:ext cx="32947364" cy="3046948"/>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IN" sz="4800" u="none" cap="none" strike="noStrike">
                <a:solidFill>
                  <a:srgbClr val="FFFF00"/>
                </a:solidFill>
                <a:latin typeface="Poppins"/>
                <a:ea typeface="Poppins"/>
                <a:cs typeface="Poppins"/>
                <a:sym typeface="Poppins"/>
              </a:rPr>
              <a:t>PS -</a:t>
            </a:r>
            <a:r>
              <a:rPr b="0" i="0" lang="en-IN" sz="4800" u="none" cap="none" strike="noStrike">
                <a:solidFill>
                  <a:srgbClr val="FFFF00"/>
                </a:solidFill>
                <a:latin typeface="Poppins"/>
                <a:ea typeface="Poppins"/>
                <a:cs typeface="Poppins"/>
                <a:sym typeface="Poppins"/>
              </a:rPr>
              <a:t> </a:t>
            </a:r>
            <a:r>
              <a:rPr b="0" i="0" lang="en-IN" sz="4800" u="none" cap="none" strike="noStrike">
                <a:solidFill>
                  <a:schemeClr val="lt1"/>
                </a:solidFill>
                <a:latin typeface="Poppins"/>
                <a:ea typeface="Poppins"/>
                <a:cs typeface="Poppins"/>
                <a:sym typeface="Poppins"/>
              </a:rPr>
              <a:t>This ppt is given for design purpose only and for your reference that where to type what or how to go with your final ppt content. So please follow the written instructions given in each placeholder and remove the given ’type here’ text to type your related content on the same place. </a:t>
            </a:r>
            <a:r>
              <a:rPr b="1" i="0" lang="en-IN" sz="4800" u="none" cap="none" strike="noStrike">
                <a:solidFill>
                  <a:srgbClr val="FFFF00"/>
                </a:solidFill>
                <a:latin typeface="Poppins"/>
                <a:ea typeface="Poppins"/>
                <a:cs typeface="Poppins"/>
                <a:sym typeface="Poppins"/>
              </a:rPr>
              <a:t>Do use Microsoft PowerPoint slideshow</a:t>
            </a:r>
            <a:r>
              <a:rPr b="1" i="0" lang="en-IN" sz="4800" u="none" cap="none" strike="noStrike">
                <a:solidFill>
                  <a:srgbClr val="FFC000"/>
                </a:solidFill>
                <a:latin typeface="Poppins"/>
                <a:ea typeface="Poppins"/>
                <a:cs typeface="Poppins"/>
                <a:sym typeface="Poppins"/>
              </a:rPr>
              <a:t> </a:t>
            </a:r>
            <a:r>
              <a:rPr b="0" i="0" lang="en-IN" sz="4800" u="none" cap="none" strike="noStrike">
                <a:solidFill>
                  <a:schemeClr val="lt1"/>
                </a:solidFill>
                <a:latin typeface="Poppins"/>
                <a:ea typeface="Poppins"/>
                <a:cs typeface="Poppins"/>
                <a:sym typeface="Poppins"/>
              </a:rPr>
              <a:t>for its best view &amp; If you have any issues, please connect with our ppt team.</a:t>
            </a:r>
            <a:endParaRPr b="0" i="0" sz="1600" u="none" cap="none" strike="noStrike">
              <a:solidFill>
                <a:srgbClr val="000000"/>
              </a:solidFill>
              <a:latin typeface="Arial"/>
              <a:ea typeface="Arial"/>
              <a:cs typeface="Arial"/>
              <a:sym typeface="Arial"/>
            </a:endParaRPr>
          </a:p>
        </p:txBody>
      </p:sp>
      <p:grpSp>
        <p:nvGrpSpPr>
          <p:cNvPr id="196" name="Google Shape;196;p30"/>
          <p:cNvGrpSpPr/>
          <p:nvPr/>
        </p:nvGrpSpPr>
        <p:grpSpPr>
          <a:xfrm>
            <a:off x="1137267" y="9694603"/>
            <a:ext cx="12435528" cy="5254689"/>
            <a:chOff x="1137267" y="9388383"/>
            <a:chExt cx="12435528" cy="5254689"/>
          </a:xfrm>
        </p:grpSpPr>
        <p:sp>
          <p:nvSpPr>
            <p:cNvPr id="197" name="Google Shape;197;p30"/>
            <p:cNvSpPr txBox="1"/>
            <p:nvPr/>
          </p:nvSpPr>
          <p:spPr>
            <a:xfrm>
              <a:off x="1137267" y="11368259"/>
              <a:ext cx="12435528"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Type : Cambria Bold</a:t>
              </a:r>
              <a:endParaRPr b="0" i="0" sz="6000" u="none" cap="none" strike="noStrike">
                <a:solidFill>
                  <a:srgbClr val="FFFFFF"/>
                </a:solidFill>
                <a:latin typeface="Cambria"/>
                <a:ea typeface="Cambria"/>
                <a:cs typeface="Cambria"/>
                <a:sym typeface="Cambria"/>
              </a:endParaRPr>
            </a:p>
          </p:txBody>
        </p:sp>
        <p:sp>
          <p:nvSpPr>
            <p:cNvPr id="198" name="Google Shape;198;p30"/>
            <p:cNvSpPr txBox="1"/>
            <p:nvPr/>
          </p:nvSpPr>
          <p:spPr>
            <a:xfrm>
              <a:off x="1137267" y="12540162"/>
              <a:ext cx="7645040"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Color : #FFFFFF</a:t>
              </a:r>
              <a:endParaRPr b="0" i="0" sz="6000" u="none" cap="none" strike="noStrike">
                <a:solidFill>
                  <a:srgbClr val="FFFFFF"/>
                </a:solidFill>
                <a:latin typeface="Cambria"/>
                <a:ea typeface="Cambria"/>
                <a:cs typeface="Cambria"/>
                <a:sym typeface="Cambria"/>
              </a:endParaRPr>
            </a:p>
          </p:txBody>
        </p:sp>
        <p:sp>
          <p:nvSpPr>
            <p:cNvPr id="199" name="Google Shape;199;p30"/>
            <p:cNvSpPr txBox="1"/>
            <p:nvPr/>
          </p:nvSpPr>
          <p:spPr>
            <a:xfrm>
              <a:off x="1137273" y="13627450"/>
              <a:ext cx="6325362"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Size : 60pt</a:t>
              </a:r>
              <a:endParaRPr b="0" i="0" sz="6000" u="none" cap="none" strike="noStrike">
                <a:solidFill>
                  <a:srgbClr val="FFFFFF"/>
                </a:solidFill>
                <a:latin typeface="Cambria"/>
                <a:ea typeface="Cambria"/>
                <a:cs typeface="Cambria"/>
                <a:sym typeface="Cambria"/>
              </a:endParaRPr>
            </a:p>
          </p:txBody>
        </p:sp>
        <p:sp>
          <p:nvSpPr>
            <p:cNvPr id="200" name="Google Shape;200;p30"/>
            <p:cNvSpPr txBox="1"/>
            <p:nvPr/>
          </p:nvSpPr>
          <p:spPr>
            <a:xfrm>
              <a:off x="1137267" y="9388383"/>
              <a:ext cx="12435528"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FFFF00"/>
                  </a:solidFill>
                  <a:latin typeface="Cambria"/>
                  <a:ea typeface="Cambria"/>
                  <a:cs typeface="Cambria"/>
                  <a:sym typeface="Cambria"/>
                </a:rPr>
                <a:t>For Sub Heading</a:t>
              </a:r>
              <a:endParaRPr b="1" i="0" sz="6000" u="none" cap="none" strike="noStrike">
                <a:solidFill>
                  <a:srgbClr val="FFFF00"/>
                </a:solidFill>
                <a:latin typeface="Cambria"/>
                <a:ea typeface="Cambria"/>
                <a:cs typeface="Cambria"/>
                <a:sym typeface="Cambria"/>
              </a:endParaRPr>
            </a:p>
          </p:txBody>
        </p:sp>
        <p:sp>
          <p:nvSpPr>
            <p:cNvPr id="201" name="Google Shape;201;p30"/>
            <p:cNvSpPr/>
            <p:nvPr/>
          </p:nvSpPr>
          <p:spPr>
            <a:xfrm>
              <a:off x="2707406" y="10414654"/>
              <a:ext cx="685800" cy="915932"/>
            </a:xfrm>
            <a:prstGeom prst="upArrow">
              <a:avLst>
                <a:gd fmla="val 50000" name="adj1"/>
                <a:gd fmla="val 77451" name="adj2"/>
              </a:avLst>
            </a:prstGeom>
            <a:solidFill>
              <a:schemeClr val="lt1"/>
            </a:solid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grpSp>
        <p:nvGrpSpPr>
          <p:cNvPr id="202" name="Google Shape;202;p30"/>
          <p:cNvGrpSpPr/>
          <p:nvPr/>
        </p:nvGrpSpPr>
        <p:grpSpPr>
          <a:xfrm>
            <a:off x="12922648" y="9694603"/>
            <a:ext cx="12435528" cy="5254689"/>
            <a:chOff x="1137267" y="9388383"/>
            <a:chExt cx="12435528" cy="5254689"/>
          </a:xfrm>
        </p:grpSpPr>
        <p:sp>
          <p:nvSpPr>
            <p:cNvPr id="203" name="Google Shape;203;p30"/>
            <p:cNvSpPr txBox="1"/>
            <p:nvPr/>
          </p:nvSpPr>
          <p:spPr>
            <a:xfrm>
              <a:off x="1137267" y="11368259"/>
              <a:ext cx="12435528"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Type: Cambria</a:t>
              </a:r>
              <a:endParaRPr b="0" i="0" sz="6000" u="none" cap="none" strike="noStrike">
                <a:solidFill>
                  <a:srgbClr val="FFFFFF"/>
                </a:solidFill>
                <a:latin typeface="Cambria"/>
                <a:ea typeface="Cambria"/>
                <a:cs typeface="Cambria"/>
                <a:sym typeface="Cambria"/>
              </a:endParaRPr>
            </a:p>
          </p:txBody>
        </p:sp>
        <p:sp>
          <p:nvSpPr>
            <p:cNvPr id="204" name="Google Shape;204;p30"/>
            <p:cNvSpPr txBox="1"/>
            <p:nvPr/>
          </p:nvSpPr>
          <p:spPr>
            <a:xfrm>
              <a:off x="1137267" y="12540162"/>
              <a:ext cx="7645040"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Color : #FFFFFF</a:t>
              </a:r>
              <a:endParaRPr b="0" i="0" sz="6000" u="none" cap="none" strike="noStrike">
                <a:solidFill>
                  <a:srgbClr val="FFFFFF"/>
                </a:solidFill>
                <a:latin typeface="Cambria"/>
                <a:ea typeface="Cambria"/>
                <a:cs typeface="Cambria"/>
                <a:sym typeface="Cambria"/>
              </a:endParaRPr>
            </a:p>
          </p:txBody>
        </p:sp>
        <p:sp>
          <p:nvSpPr>
            <p:cNvPr id="205" name="Google Shape;205;p30"/>
            <p:cNvSpPr txBox="1"/>
            <p:nvPr/>
          </p:nvSpPr>
          <p:spPr>
            <a:xfrm>
              <a:off x="1137273" y="13627450"/>
              <a:ext cx="6325362"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Size : 50pt</a:t>
              </a:r>
              <a:endParaRPr b="0" i="0" sz="6000" u="none" cap="none" strike="noStrike">
                <a:solidFill>
                  <a:srgbClr val="FFFFFF"/>
                </a:solidFill>
                <a:latin typeface="Cambria"/>
                <a:ea typeface="Cambria"/>
                <a:cs typeface="Cambria"/>
                <a:sym typeface="Cambria"/>
              </a:endParaRPr>
            </a:p>
          </p:txBody>
        </p:sp>
        <p:sp>
          <p:nvSpPr>
            <p:cNvPr id="206" name="Google Shape;206;p30"/>
            <p:cNvSpPr txBox="1"/>
            <p:nvPr/>
          </p:nvSpPr>
          <p:spPr>
            <a:xfrm>
              <a:off x="1137267" y="9388383"/>
              <a:ext cx="12435528"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FFFF00"/>
                  </a:solidFill>
                  <a:latin typeface="Cambria"/>
                  <a:ea typeface="Cambria"/>
                  <a:cs typeface="Cambria"/>
                  <a:sym typeface="Cambria"/>
                </a:rPr>
                <a:t>For Normal Text</a:t>
              </a:r>
              <a:endParaRPr b="1" i="0" sz="6000" u="none" cap="none" strike="noStrike">
                <a:solidFill>
                  <a:srgbClr val="FFFF00"/>
                </a:solidFill>
                <a:latin typeface="Cambria"/>
                <a:ea typeface="Cambria"/>
                <a:cs typeface="Cambria"/>
                <a:sym typeface="Cambria"/>
              </a:endParaRPr>
            </a:p>
          </p:txBody>
        </p:sp>
        <p:sp>
          <p:nvSpPr>
            <p:cNvPr id="207" name="Google Shape;207;p30"/>
            <p:cNvSpPr/>
            <p:nvPr/>
          </p:nvSpPr>
          <p:spPr>
            <a:xfrm>
              <a:off x="2707406" y="10414654"/>
              <a:ext cx="685800" cy="915932"/>
            </a:xfrm>
            <a:prstGeom prst="upArrow">
              <a:avLst>
                <a:gd fmla="val 50000" name="adj1"/>
                <a:gd fmla="val 77451" name="adj2"/>
              </a:avLst>
            </a:prstGeom>
            <a:solidFill>
              <a:schemeClr val="lt1"/>
            </a:solid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grpSp>
        <p:nvGrpSpPr>
          <p:cNvPr id="208" name="Google Shape;208;p30"/>
          <p:cNvGrpSpPr/>
          <p:nvPr/>
        </p:nvGrpSpPr>
        <p:grpSpPr>
          <a:xfrm>
            <a:off x="24025183" y="9694603"/>
            <a:ext cx="12435528" cy="5254689"/>
            <a:chOff x="1137267" y="9388383"/>
            <a:chExt cx="12435528" cy="5254689"/>
          </a:xfrm>
        </p:grpSpPr>
        <p:sp>
          <p:nvSpPr>
            <p:cNvPr id="209" name="Google Shape;209;p30"/>
            <p:cNvSpPr txBox="1"/>
            <p:nvPr/>
          </p:nvSpPr>
          <p:spPr>
            <a:xfrm>
              <a:off x="1137267" y="11368259"/>
              <a:ext cx="12435528"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Type: Cambria Italic</a:t>
              </a:r>
              <a:endParaRPr b="0" i="0" sz="6000" u="none" cap="none" strike="noStrike">
                <a:solidFill>
                  <a:srgbClr val="FFFFFF"/>
                </a:solidFill>
                <a:latin typeface="Cambria"/>
                <a:ea typeface="Cambria"/>
                <a:cs typeface="Cambria"/>
                <a:sym typeface="Cambria"/>
              </a:endParaRPr>
            </a:p>
          </p:txBody>
        </p:sp>
        <p:sp>
          <p:nvSpPr>
            <p:cNvPr id="210" name="Google Shape;210;p30"/>
            <p:cNvSpPr txBox="1"/>
            <p:nvPr/>
          </p:nvSpPr>
          <p:spPr>
            <a:xfrm>
              <a:off x="1137267" y="12540162"/>
              <a:ext cx="7645040"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Color : #FFFFFF</a:t>
              </a:r>
              <a:endParaRPr b="0" i="0" sz="6000" u="none" cap="none" strike="noStrike">
                <a:solidFill>
                  <a:srgbClr val="FFFFFF"/>
                </a:solidFill>
                <a:latin typeface="Cambria"/>
                <a:ea typeface="Cambria"/>
                <a:cs typeface="Cambria"/>
                <a:sym typeface="Cambria"/>
              </a:endParaRPr>
            </a:p>
          </p:txBody>
        </p:sp>
        <p:sp>
          <p:nvSpPr>
            <p:cNvPr id="211" name="Google Shape;211;p30"/>
            <p:cNvSpPr txBox="1"/>
            <p:nvPr/>
          </p:nvSpPr>
          <p:spPr>
            <a:xfrm>
              <a:off x="1137273" y="13627450"/>
              <a:ext cx="6325362"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Size : 60pt</a:t>
              </a:r>
              <a:endParaRPr b="0" i="0" sz="6000" u="none" cap="none" strike="noStrike">
                <a:solidFill>
                  <a:srgbClr val="FFFFFF"/>
                </a:solidFill>
                <a:latin typeface="Cambria"/>
                <a:ea typeface="Cambria"/>
                <a:cs typeface="Cambria"/>
                <a:sym typeface="Cambria"/>
              </a:endParaRPr>
            </a:p>
          </p:txBody>
        </p:sp>
        <p:sp>
          <p:nvSpPr>
            <p:cNvPr id="212" name="Google Shape;212;p30"/>
            <p:cNvSpPr txBox="1"/>
            <p:nvPr/>
          </p:nvSpPr>
          <p:spPr>
            <a:xfrm>
              <a:off x="1137267" y="9388383"/>
              <a:ext cx="12435528"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1" lang="en-IN" sz="6000" u="none" cap="none" strike="noStrike">
                  <a:solidFill>
                    <a:srgbClr val="FFFF00"/>
                  </a:solidFill>
                  <a:latin typeface="Cambria"/>
                  <a:ea typeface="Cambria"/>
                  <a:cs typeface="Cambria"/>
                  <a:sym typeface="Cambria"/>
                </a:rPr>
                <a:t>For Equation</a:t>
              </a:r>
              <a:endParaRPr b="0" i="1" sz="6000" u="none" cap="none" strike="noStrike">
                <a:solidFill>
                  <a:srgbClr val="FFFF00"/>
                </a:solidFill>
                <a:latin typeface="Cambria"/>
                <a:ea typeface="Cambria"/>
                <a:cs typeface="Cambria"/>
                <a:sym typeface="Cambria"/>
              </a:endParaRPr>
            </a:p>
          </p:txBody>
        </p:sp>
        <p:sp>
          <p:nvSpPr>
            <p:cNvPr id="213" name="Google Shape;213;p30"/>
            <p:cNvSpPr/>
            <p:nvPr/>
          </p:nvSpPr>
          <p:spPr>
            <a:xfrm>
              <a:off x="2707406" y="10414654"/>
              <a:ext cx="685800" cy="915932"/>
            </a:xfrm>
            <a:prstGeom prst="upArrow">
              <a:avLst>
                <a:gd fmla="val 50000" name="adj1"/>
                <a:gd fmla="val 77451" name="adj2"/>
              </a:avLst>
            </a:prstGeom>
            <a:solidFill>
              <a:schemeClr val="lt1"/>
            </a:solid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cxnSp>
        <p:nvCxnSpPr>
          <p:cNvPr id="214" name="Google Shape;214;p30"/>
          <p:cNvCxnSpPr/>
          <p:nvPr/>
        </p:nvCxnSpPr>
        <p:spPr>
          <a:xfrm>
            <a:off x="1207370" y="9167426"/>
            <a:ext cx="34161261" cy="0"/>
          </a:xfrm>
          <a:prstGeom prst="straightConnector1">
            <a:avLst/>
          </a:prstGeom>
          <a:noFill/>
          <a:ln cap="flat" cmpd="sng" w="9525">
            <a:solidFill>
              <a:schemeClr val="lt1"/>
            </a:solidFill>
            <a:prstDash val="solid"/>
            <a:round/>
            <a:headEnd len="sm" w="sm" type="none"/>
            <a:tailEnd len="sm" w="sm" type="none"/>
          </a:ln>
        </p:spPr>
      </p:cxnSp>
      <p:cxnSp>
        <p:nvCxnSpPr>
          <p:cNvPr id="215" name="Google Shape;215;p30"/>
          <p:cNvCxnSpPr/>
          <p:nvPr/>
        </p:nvCxnSpPr>
        <p:spPr>
          <a:xfrm rot="-5400000">
            <a:off x="8959652" y="12384787"/>
            <a:ext cx="4616232" cy="0"/>
          </a:xfrm>
          <a:prstGeom prst="straightConnector1">
            <a:avLst/>
          </a:prstGeom>
          <a:noFill/>
          <a:ln cap="flat" cmpd="sng" w="9525">
            <a:solidFill>
              <a:schemeClr val="lt1"/>
            </a:solidFill>
            <a:prstDash val="solid"/>
            <a:round/>
            <a:headEnd len="sm" w="sm" type="none"/>
            <a:tailEnd len="sm" w="sm" type="none"/>
          </a:ln>
        </p:spPr>
      </p:cxnSp>
      <p:cxnSp>
        <p:nvCxnSpPr>
          <p:cNvPr id="216" name="Google Shape;216;p30"/>
          <p:cNvCxnSpPr/>
          <p:nvPr/>
        </p:nvCxnSpPr>
        <p:spPr>
          <a:xfrm rot="-5400000">
            <a:off x="19866085" y="12384787"/>
            <a:ext cx="4616232" cy="0"/>
          </a:xfrm>
          <a:prstGeom prst="straightConnector1">
            <a:avLst/>
          </a:prstGeom>
          <a:noFill/>
          <a:ln cap="flat" cmpd="sng" w="9525">
            <a:solidFill>
              <a:schemeClr val="lt1"/>
            </a:solidFill>
            <a:prstDash val="solid"/>
            <a:round/>
            <a:headEnd len="sm" w="sm" type="none"/>
            <a:tailEnd len="sm" w="sm" type="none"/>
          </a:ln>
        </p:spPr>
      </p:cxnSp>
      <p:grpSp>
        <p:nvGrpSpPr>
          <p:cNvPr id="217" name="Google Shape;217;p30"/>
          <p:cNvGrpSpPr/>
          <p:nvPr/>
        </p:nvGrpSpPr>
        <p:grpSpPr>
          <a:xfrm>
            <a:off x="1025774" y="1047001"/>
            <a:ext cx="4319785" cy="3845857"/>
            <a:chOff x="981166" y="913767"/>
            <a:chExt cx="4319785" cy="3845857"/>
          </a:xfrm>
        </p:grpSpPr>
        <p:sp>
          <p:nvSpPr>
            <p:cNvPr id="218" name="Google Shape;218;p30"/>
            <p:cNvSpPr/>
            <p:nvPr/>
          </p:nvSpPr>
          <p:spPr>
            <a:xfrm>
              <a:off x="985575" y="913767"/>
              <a:ext cx="3845857" cy="3845857"/>
            </a:xfrm>
            <a:prstGeom prst="ellipse">
              <a:avLst/>
            </a:prstGeom>
            <a:solidFill>
              <a:schemeClr val="lt1"/>
            </a:solidFill>
            <a:ln cap="flat" cmpd="sng" w="762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219" name="Google Shape;219;p30"/>
            <p:cNvPicPr preferRelativeResize="0"/>
            <p:nvPr/>
          </p:nvPicPr>
          <p:blipFill rotWithShape="1">
            <a:blip r:embed="rId4">
              <a:alphaModFix/>
            </a:blip>
            <a:srcRect b="0" l="0" r="0" t="0"/>
            <a:stretch/>
          </p:blipFill>
          <p:spPr>
            <a:xfrm>
              <a:off x="981166" y="1170878"/>
              <a:ext cx="4319785" cy="3331634"/>
            </a:xfrm>
            <a:prstGeom prst="rect">
              <a:avLst/>
            </a:prstGeom>
            <a:noFill/>
            <a:ln>
              <a:noFill/>
            </a:ln>
            <a:effectLst>
              <a:outerShdw blurRad="177800" rotWithShape="0" algn="t" dir="5400000" dist="152400">
                <a:srgbClr val="000000">
                  <a:alpha val="54902"/>
                </a:srgbClr>
              </a:outerShdw>
            </a:effectLst>
          </p:spPr>
        </p:pic>
      </p:grpSp>
    </p:spTree>
  </p:cSld>
  <p:clrMapOvr>
    <a:masterClrMapping/>
  </p:clrMapOvr>
  <mc:AlternateContent>
    <mc:Choice Requires="p14">
      <p:transition spd="slow" p14:dur="900">
        <p14:warp dir="in"/>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2025-02-10T10:24:55Z</dcterms:created>
  <dc:creator>PW MSO 530</dc:creator>
</cp:coreProperties>
</file>