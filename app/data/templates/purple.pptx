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9"/>
  </p:notesMasterIdLst>
  <p:sldIdLst>
    <p:sldId id="258" r:id="rId2"/>
    <p:sldId id="262" r:id="rId3"/>
    <p:sldId id="264" r:id="rId4"/>
    <p:sldId id="265" r:id="rId5"/>
    <p:sldId id="263" r:id="rId6"/>
    <p:sldId id="259" r:id="rId7"/>
    <p:sldId id="261" r:id="rId8"/>
  </p:sldIdLst>
  <p:sldSz cx="36576000" cy="20574000"/>
  <p:notesSz cx="6858000" cy="9144000"/>
  <p:embeddedFontLst>
    <p:embeddedFont>
      <p:font typeface="Cambria" panose="02040503050406030204" pitchFamily="18" charset="0"/>
      <p:regular r:id="rId10"/>
      <p:bold r:id="rId11"/>
      <p:italic r:id="rId12"/>
      <p:boldItalic r:id="rId13"/>
    </p:embeddedFont>
    <p:embeddedFont>
      <p:font typeface="Play" panose="020B0604020202020204" charset="0"/>
      <p:regular r:id="rId14"/>
      <p:bold r:id="rId15"/>
    </p:embeddedFont>
    <p:embeddedFont>
      <p:font typeface="Poppins"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2264">
          <p15:clr>
            <a:srgbClr val="A4A3A4"/>
          </p15:clr>
        </p15:guide>
        <p15:guide id="2" pos="55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hTXF3oIDNHmtEeAXsM8Of30ZXp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29" d="100"/>
          <a:sy n="29" d="100"/>
        </p:scale>
        <p:origin x="490" y="101"/>
      </p:cViewPr>
      <p:guideLst>
        <p:guide orient="horz" pos="12264"/>
        <p:guide pos="55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font" Target="fonts/font1.fntdata"/><Relationship Id="rId19" Type="http://schemas.openxmlformats.org/officeDocument/2006/relationships/font" Target="fonts/font10.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36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494DF48-BFE1-61DB-B486-8F8FE4AA08C7}"/>
            </a:ext>
          </a:extLst>
        </p:cNvPr>
        <p:cNvGrpSpPr/>
        <p:nvPr/>
      </p:nvGrpSpPr>
      <p:grpSpPr>
        <a:xfrm>
          <a:off x="0" y="0"/>
          <a:ext cx="0" cy="0"/>
          <a:chOff x="0" y="0"/>
          <a:chExt cx="0" cy="0"/>
        </a:xfrm>
      </p:grpSpPr>
      <p:sp>
        <p:nvSpPr>
          <p:cNvPr id="115" name="Google Shape;115;p4:notes">
            <a:extLst>
              <a:ext uri="{FF2B5EF4-FFF2-40B4-BE49-F238E27FC236}">
                <a16:creationId xmlns:a16="http://schemas.microsoft.com/office/drawing/2014/main" id="{C99F091F-E7D0-567D-1ECB-539A9BE14B0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a:extLst>
              <a:ext uri="{FF2B5EF4-FFF2-40B4-BE49-F238E27FC236}">
                <a16:creationId xmlns:a16="http://schemas.microsoft.com/office/drawing/2014/main" id="{3EC0EE07-2013-EA37-2F46-92B7D3ECEA0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4:notes">
            <a:extLst>
              <a:ext uri="{FF2B5EF4-FFF2-40B4-BE49-F238E27FC236}">
                <a16:creationId xmlns:a16="http://schemas.microsoft.com/office/drawing/2014/main" id="{85FBF206-A423-FBBF-D62F-2AC18076DD7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2</a:t>
            </a:fld>
            <a:endParaRPr/>
          </a:p>
        </p:txBody>
      </p:sp>
    </p:spTree>
    <p:extLst>
      <p:ext uri="{BB962C8B-B14F-4D97-AF65-F5344CB8AC3E}">
        <p14:creationId xmlns:p14="http://schemas.microsoft.com/office/powerpoint/2010/main" val="3797116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78C24C8-2A33-6424-B76F-90FDB4D06CD7}"/>
            </a:ext>
          </a:extLst>
        </p:cNvPr>
        <p:cNvGrpSpPr/>
        <p:nvPr/>
      </p:nvGrpSpPr>
      <p:grpSpPr>
        <a:xfrm>
          <a:off x="0" y="0"/>
          <a:ext cx="0" cy="0"/>
          <a:chOff x="0" y="0"/>
          <a:chExt cx="0" cy="0"/>
        </a:xfrm>
      </p:grpSpPr>
      <p:sp>
        <p:nvSpPr>
          <p:cNvPr id="115" name="Google Shape;115;p4:notes">
            <a:extLst>
              <a:ext uri="{FF2B5EF4-FFF2-40B4-BE49-F238E27FC236}">
                <a16:creationId xmlns:a16="http://schemas.microsoft.com/office/drawing/2014/main" id="{0E01CAEF-F251-ED21-2461-D9BBAC6F4CC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a:extLst>
              <a:ext uri="{FF2B5EF4-FFF2-40B4-BE49-F238E27FC236}">
                <a16:creationId xmlns:a16="http://schemas.microsoft.com/office/drawing/2014/main" id="{6C1D5EF2-A224-1CDF-334F-EF1E0EA3D7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4:notes">
            <a:extLst>
              <a:ext uri="{FF2B5EF4-FFF2-40B4-BE49-F238E27FC236}">
                <a16:creationId xmlns:a16="http://schemas.microsoft.com/office/drawing/2014/main" id="{194910E3-9333-91F0-5478-86080F8CE6D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3</a:t>
            </a:fld>
            <a:endParaRPr/>
          </a:p>
        </p:txBody>
      </p:sp>
    </p:spTree>
    <p:extLst>
      <p:ext uri="{BB962C8B-B14F-4D97-AF65-F5344CB8AC3E}">
        <p14:creationId xmlns:p14="http://schemas.microsoft.com/office/powerpoint/2010/main" val="12920458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1E33659-E0E7-5F9F-608C-955B89CB22C9}"/>
            </a:ext>
          </a:extLst>
        </p:cNvPr>
        <p:cNvGrpSpPr/>
        <p:nvPr/>
      </p:nvGrpSpPr>
      <p:grpSpPr>
        <a:xfrm>
          <a:off x="0" y="0"/>
          <a:ext cx="0" cy="0"/>
          <a:chOff x="0" y="0"/>
          <a:chExt cx="0" cy="0"/>
        </a:xfrm>
      </p:grpSpPr>
      <p:sp>
        <p:nvSpPr>
          <p:cNvPr id="115" name="Google Shape;115;p4:notes">
            <a:extLst>
              <a:ext uri="{FF2B5EF4-FFF2-40B4-BE49-F238E27FC236}">
                <a16:creationId xmlns:a16="http://schemas.microsoft.com/office/drawing/2014/main" id="{4F0BA11E-3BEE-CB5D-02C4-C3F8FA5523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a:extLst>
              <a:ext uri="{FF2B5EF4-FFF2-40B4-BE49-F238E27FC236}">
                <a16:creationId xmlns:a16="http://schemas.microsoft.com/office/drawing/2014/main" id="{7CDED1C0-537A-7FEB-50C3-8FEC3701EA6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4:notes">
            <a:extLst>
              <a:ext uri="{FF2B5EF4-FFF2-40B4-BE49-F238E27FC236}">
                <a16:creationId xmlns:a16="http://schemas.microsoft.com/office/drawing/2014/main" id="{A91AE246-06AB-267A-B260-67AC18F9F70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4</a:t>
            </a:fld>
            <a:endParaRPr/>
          </a:p>
        </p:txBody>
      </p:sp>
    </p:spTree>
    <p:extLst>
      <p:ext uri="{BB962C8B-B14F-4D97-AF65-F5344CB8AC3E}">
        <p14:creationId xmlns:p14="http://schemas.microsoft.com/office/powerpoint/2010/main" val="27232125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9D0247D-E84D-882F-5611-8C1CF0656E15}"/>
            </a:ext>
          </a:extLst>
        </p:cNvPr>
        <p:cNvGrpSpPr/>
        <p:nvPr/>
      </p:nvGrpSpPr>
      <p:grpSpPr>
        <a:xfrm>
          <a:off x="0" y="0"/>
          <a:ext cx="0" cy="0"/>
          <a:chOff x="0" y="0"/>
          <a:chExt cx="0" cy="0"/>
        </a:xfrm>
      </p:grpSpPr>
      <p:sp>
        <p:nvSpPr>
          <p:cNvPr id="115" name="Google Shape;115;p4:notes">
            <a:extLst>
              <a:ext uri="{FF2B5EF4-FFF2-40B4-BE49-F238E27FC236}">
                <a16:creationId xmlns:a16="http://schemas.microsoft.com/office/drawing/2014/main" id="{FB407E7A-A8DE-61EC-260E-131965E581F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4:notes">
            <a:extLst>
              <a:ext uri="{FF2B5EF4-FFF2-40B4-BE49-F238E27FC236}">
                <a16:creationId xmlns:a16="http://schemas.microsoft.com/office/drawing/2014/main" id="{B7A07A73-9052-9EA4-0E38-72340371654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7" name="Google Shape;117;p4:notes">
            <a:extLst>
              <a:ext uri="{FF2B5EF4-FFF2-40B4-BE49-F238E27FC236}">
                <a16:creationId xmlns:a16="http://schemas.microsoft.com/office/drawing/2014/main" id="{687C6417-86E6-0C3E-8D5B-57993260ECB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IN"/>
              <a:t>5</a:t>
            </a:fld>
            <a:endParaRPr/>
          </a:p>
        </p:txBody>
      </p:sp>
    </p:spTree>
    <p:extLst>
      <p:ext uri="{BB962C8B-B14F-4D97-AF65-F5344CB8AC3E}">
        <p14:creationId xmlns:p14="http://schemas.microsoft.com/office/powerpoint/2010/main" val="37964541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7" name="Google Shape;12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 name="Google Shape;152;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1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1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8"/>
          <p:cNvSpPr txBox="1">
            <a:spLocks noGrp="1"/>
          </p:cNvSpPr>
          <p:nvPr>
            <p:ph type="ctrTitle"/>
          </p:nvPr>
        </p:nvSpPr>
        <p:spPr>
          <a:xfrm>
            <a:off x="4572000" y="3367089"/>
            <a:ext cx="27432000" cy="71628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8"/>
          <p:cNvSpPr txBox="1">
            <a:spLocks noGrp="1"/>
          </p:cNvSpPr>
          <p:nvPr>
            <p:ph type="subTitle" idx="1"/>
          </p:nvPr>
        </p:nvSpPr>
        <p:spPr>
          <a:xfrm>
            <a:off x="4572000" y="10806114"/>
            <a:ext cx="27432000" cy="4967286"/>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3000"/>
              </a:spcBef>
              <a:spcAft>
                <a:spcPts val="0"/>
              </a:spcAft>
              <a:buClr>
                <a:schemeClr val="dk1"/>
              </a:buClr>
              <a:buSzPts val="7200"/>
              <a:buNone/>
              <a:defRPr sz="7200"/>
            </a:lvl1pPr>
            <a:lvl2pPr lvl="1" algn="ctr">
              <a:lnSpc>
                <a:spcPct val="90000"/>
              </a:lnSpc>
              <a:spcBef>
                <a:spcPts val="1500"/>
              </a:spcBef>
              <a:spcAft>
                <a:spcPts val="0"/>
              </a:spcAft>
              <a:buClr>
                <a:schemeClr val="dk1"/>
              </a:buClr>
              <a:buSzPts val="6000"/>
              <a:buNone/>
              <a:defRPr sz="6000"/>
            </a:lvl2pPr>
            <a:lvl3pPr lvl="2" algn="ctr">
              <a:lnSpc>
                <a:spcPct val="90000"/>
              </a:lnSpc>
              <a:spcBef>
                <a:spcPts val="1500"/>
              </a:spcBef>
              <a:spcAft>
                <a:spcPts val="0"/>
              </a:spcAft>
              <a:buClr>
                <a:schemeClr val="dk1"/>
              </a:buClr>
              <a:buSzPts val="5400"/>
              <a:buNone/>
              <a:defRPr sz="5400"/>
            </a:lvl3pPr>
            <a:lvl4pPr lvl="3" algn="ctr">
              <a:lnSpc>
                <a:spcPct val="90000"/>
              </a:lnSpc>
              <a:spcBef>
                <a:spcPts val="1500"/>
              </a:spcBef>
              <a:spcAft>
                <a:spcPts val="0"/>
              </a:spcAft>
              <a:buClr>
                <a:schemeClr val="dk1"/>
              </a:buClr>
              <a:buSzPts val="4800"/>
              <a:buNone/>
              <a:defRPr sz="4800"/>
            </a:lvl4pPr>
            <a:lvl5pPr lvl="4" algn="ctr">
              <a:lnSpc>
                <a:spcPct val="90000"/>
              </a:lnSpc>
              <a:spcBef>
                <a:spcPts val="1500"/>
              </a:spcBef>
              <a:spcAft>
                <a:spcPts val="0"/>
              </a:spcAft>
              <a:buClr>
                <a:schemeClr val="dk1"/>
              </a:buClr>
              <a:buSzPts val="4800"/>
              <a:buNone/>
              <a:defRPr sz="4800"/>
            </a:lvl5pPr>
            <a:lvl6pPr lvl="5" algn="ctr">
              <a:lnSpc>
                <a:spcPct val="90000"/>
              </a:lnSpc>
              <a:spcBef>
                <a:spcPts val="1500"/>
              </a:spcBef>
              <a:spcAft>
                <a:spcPts val="0"/>
              </a:spcAft>
              <a:buClr>
                <a:schemeClr val="dk1"/>
              </a:buClr>
              <a:buSzPts val="4800"/>
              <a:buNone/>
              <a:defRPr sz="4800"/>
            </a:lvl6pPr>
            <a:lvl7pPr lvl="6" algn="ctr">
              <a:lnSpc>
                <a:spcPct val="90000"/>
              </a:lnSpc>
              <a:spcBef>
                <a:spcPts val="1500"/>
              </a:spcBef>
              <a:spcAft>
                <a:spcPts val="0"/>
              </a:spcAft>
              <a:buClr>
                <a:schemeClr val="dk1"/>
              </a:buClr>
              <a:buSzPts val="4800"/>
              <a:buNone/>
              <a:defRPr sz="4800"/>
            </a:lvl7pPr>
            <a:lvl8pPr lvl="7" algn="ctr">
              <a:lnSpc>
                <a:spcPct val="90000"/>
              </a:lnSpc>
              <a:spcBef>
                <a:spcPts val="1500"/>
              </a:spcBef>
              <a:spcAft>
                <a:spcPts val="0"/>
              </a:spcAft>
              <a:buClr>
                <a:schemeClr val="dk1"/>
              </a:buClr>
              <a:buSzPts val="4800"/>
              <a:buNone/>
              <a:defRPr sz="4800"/>
            </a:lvl8pPr>
            <a:lvl9pPr lvl="8" algn="ctr">
              <a:lnSpc>
                <a:spcPct val="90000"/>
              </a:lnSpc>
              <a:spcBef>
                <a:spcPts val="1500"/>
              </a:spcBef>
              <a:spcAft>
                <a:spcPts val="0"/>
              </a:spcAft>
              <a:buClr>
                <a:schemeClr val="dk1"/>
              </a:buClr>
              <a:buSzPts val="4800"/>
              <a:buNone/>
              <a:defRPr sz="4800"/>
            </a:lvl9pPr>
          </a:lstStyle>
          <a:p>
            <a:endParaRPr/>
          </a:p>
        </p:txBody>
      </p:sp>
      <p:sp>
        <p:nvSpPr>
          <p:cNvPr id="25" name="Google Shape;25;p18"/>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8"/>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8"/>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19"/>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9"/>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31" name="Google Shape;31;p19"/>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9"/>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9"/>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4"/>
        <p:cNvGrpSpPr/>
        <p:nvPr/>
      </p:nvGrpSpPr>
      <p:grpSpPr>
        <a:xfrm>
          <a:off x="0" y="0"/>
          <a:ext cx="0" cy="0"/>
          <a:chOff x="0" y="0"/>
          <a:chExt cx="0" cy="0"/>
        </a:xfrm>
      </p:grpSpPr>
      <p:sp>
        <p:nvSpPr>
          <p:cNvPr id="35" name="Google Shape;35;p20"/>
          <p:cNvSpPr txBox="1">
            <a:spLocks noGrp="1"/>
          </p:cNvSpPr>
          <p:nvPr>
            <p:ph type="title"/>
          </p:nvPr>
        </p:nvSpPr>
        <p:spPr>
          <a:xfrm>
            <a:off x="2495550" y="5129216"/>
            <a:ext cx="31546800" cy="8558211"/>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8000"/>
              <a:buFont typeface="Play"/>
              <a:buNone/>
              <a:defRPr sz="18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0"/>
          <p:cNvSpPr txBox="1">
            <a:spLocks noGrp="1"/>
          </p:cNvSpPr>
          <p:nvPr>
            <p:ph type="body" idx="1"/>
          </p:nvPr>
        </p:nvSpPr>
        <p:spPr>
          <a:xfrm>
            <a:off x="2495550" y="13768391"/>
            <a:ext cx="31546800" cy="450056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rgbClr val="757575"/>
              </a:buClr>
              <a:buSzPts val="7200"/>
              <a:buNone/>
              <a:defRPr sz="7200">
                <a:solidFill>
                  <a:srgbClr val="757575"/>
                </a:solidFill>
              </a:defRPr>
            </a:lvl1pPr>
            <a:lvl2pPr marL="914400" lvl="1" indent="-228600" algn="l">
              <a:lnSpc>
                <a:spcPct val="90000"/>
              </a:lnSpc>
              <a:spcBef>
                <a:spcPts val="1500"/>
              </a:spcBef>
              <a:spcAft>
                <a:spcPts val="0"/>
              </a:spcAft>
              <a:buClr>
                <a:srgbClr val="757575"/>
              </a:buClr>
              <a:buSzPts val="6000"/>
              <a:buNone/>
              <a:defRPr sz="6000">
                <a:solidFill>
                  <a:srgbClr val="757575"/>
                </a:solidFill>
              </a:defRPr>
            </a:lvl2pPr>
            <a:lvl3pPr marL="1371600" lvl="2" indent="-228600" algn="l">
              <a:lnSpc>
                <a:spcPct val="90000"/>
              </a:lnSpc>
              <a:spcBef>
                <a:spcPts val="1500"/>
              </a:spcBef>
              <a:spcAft>
                <a:spcPts val="0"/>
              </a:spcAft>
              <a:buClr>
                <a:srgbClr val="757575"/>
              </a:buClr>
              <a:buSzPts val="5400"/>
              <a:buNone/>
              <a:defRPr sz="5400">
                <a:solidFill>
                  <a:srgbClr val="757575"/>
                </a:solidFill>
              </a:defRPr>
            </a:lvl3pPr>
            <a:lvl4pPr marL="1828800" lvl="3" indent="-228600" algn="l">
              <a:lnSpc>
                <a:spcPct val="90000"/>
              </a:lnSpc>
              <a:spcBef>
                <a:spcPts val="1500"/>
              </a:spcBef>
              <a:spcAft>
                <a:spcPts val="0"/>
              </a:spcAft>
              <a:buClr>
                <a:srgbClr val="757575"/>
              </a:buClr>
              <a:buSzPts val="4800"/>
              <a:buNone/>
              <a:defRPr sz="4800">
                <a:solidFill>
                  <a:srgbClr val="757575"/>
                </a:solidFill>
              </a:defRPr>
            </a:lvl4pPr>
            <a:lvl5pPr marL="2286000" lvl="4" indent="-228600" algn="l">
              <a:lnSpc>
                <a:spcPct val="90000"/>
              </a:lnSpc>
              <a:spcBef>
                <a:spcPts val="1500"/>
              </a:spcBef>
              <a:spcAft>
                <a:spcPts val="0"/>
              </a:spcAft>
              <a:buClr>
                <a:srgbClr val="757575"/>
              </a:buClr>
              <a:buSzPts val="4800"/>
              <a:buNone/>
              <a:defRPr sz="4800">
                <a:solidFill>
                  <a:srgbClr val="757575"/>
                </a:solidFill>
              </a:defRPr>
            </a:lvl5pPr>
            <a:lvl6pPr marL="2743200" lvl="5" indent="-228600" algn="l">
              <a:lnSpc>
                <a:spcPct val="90000"/>
              </a:lnSpc>
              <a:spcBef>
                <a:spcPts val="1500"/>
              </a:spcBef>
              <a:spcAft>
                <a:spcPts val="0"/>
              </a:spcAft>
              <a:buClr>
                <a:srgbClr val="757575"/>
              </a:buClr>
              <a:buSzPts val="4800"/>
              <a:buNone/>
              <a:defRPr sz="4800">
                <a:solidFill>
                  <a:srgbClr val="757575"/>
                </a:solidFill>
              </a:defRPr>
            </a:lvl6pPr>
            <a:lvl7pPr marL="3200400" lvl="6" indent="-228600" algn="l">
              <a:lnSpc>
                <a:spcPct val="90000"/>
              </a:lnSpc>
              <a:spcBef>
                <a:spcPts val="1500"/>
              </a:spcBef>
              <a:spcAft>
                <a:spcPts val="0"/>
              </a:spcAft>
              <a:buClr>
                <a:srgbClr val="757575"/>
              </a:buClr>
              <a:buSzPts val="4800"/>
              <a:buNone/>
              <a:defRPr sz="4800">
                <a:solidFill>
                  <a:srgbClr val="757575"/>
                </a:solidFill>
              </a:defRPr>
            </a:lvl7pPr>
            <a:lvl8pPr marL="3657600" lvl="7" indent="-228600" algn="l">
              <a:lnSpc>
                <a:spcPct val="90000"/>
              </a:lnSpc>
              <a:spcBef>
                <a:spcPts val="1500"/>
              </a:spcBef>
              <a:spcAft>
                <a:spcPts val="0"/>
              </a:spcAft>
              <a:buClr>
                <a:srgbClr val="757575"/>
              </a:buClr>
              <a:buSzPts val="4800"/>
              <a:buNone/>
              <a:defRPr sz="4800">
                <a:solidFill>
                  <a:srgbClr val="757575"/>
                </a:solidFill>
              </a:defRPr>
            </a:lvl8pPr>
            <a:lvl9pPr marL="4114800" lvl="8" indent="-228600" algn="l">
              <a:lnSpc>
                <a:spcPct val="90000"/>
              </a:lnSpc>
              <a:spcBef>
                <a:spcPts val="1500"/>
              </a:spcBef>
              <a:spcAft>
                <a:spcPts val="0"/>
              </a:spcAft>
              <a:buClr>
                <a:srgbClr val="757575"/>
              </a:buClr>
              <a:buSzPts val="4800"/>
              <a:buNone/>
              <a:defRPr sz="4800">
                <a:solidFill>
                  <a:srgbClr val="757575"/>
                </a:solidFill>
              </a:defRPr>
            </a:lvl9pPr>
          </a:lstStyle>
          <a:p>
            <a:endParaRPr/>
          </a:p>
        </p:txBody>
      </p:sp>
      <p:sp>
        <p:nvSpPr>
          <p:cNvPr id="37" name="Google Shape;37;p20"/>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0"/>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0"/>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0"/>
        <p:cNvGrpSpPr/>
        <p:nvPr/>
      </p:nvGrpSpPr>
      <p:grpSpPr>
        <a:xfrm>
          <a:off x="0" y="0"/>
          <a:ext cx="0" cy="0"/>
          <a:chOff x="0" y="0"/>
          <a:chExt cx="0" cy="0"/>
        </a:xfrm>
      </p:grpSpPr>
      <p:sp>
        <p:nvSpPr>
          <p:cNvPr id="41" name="Google Shape;41;p21"/>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1"/>
          <p:cNvSpPr txBox="1">
            <a:spLocks noGrp="1"/>
          </p:cNvSpPr>
          <p:nvPr>
            <p:ph type="body" idx="1"/>
          </p:nvPr>
        </p:nvSpPr>
        <p:spPr>
          <a:xfrm>
            <a:off x="2514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3" name="Google Shape;43;p21"/>
          <p:cNvSpPr txBox="1">
            <a:spLocks noGrp="1"/>
          </p:cNvSpPr>
          <p:nvPr>
            <p:ph type="body" idx="2"/>
          </p:nvPr>
        </p:nvSpPr>
        <p:spPr>
          <a:xfrm>
            <a:off x="18516600" y="5476875"/>
            <a:ext cx="15544800" cy="1305401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44" name="Google Shape;44;p21"/>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21"/>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1"/>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7"/>
        <p:cNvGrpSpPr/>
        <p:nvPr/>
      </p:nvGrpSpPr>
      <p:grpSpPr>
        <a:xfrm>
          <a:off x="0" y="0"/>
          <a:ext cx="0" cy="0"/>
          <a:chOff x="0" y="0"/>
          <a:chExt cx="0" cy="0"/>
        </a:xfrm>
      </p:grpSpPr>
      <p:sp>
        <p:nvSpPr>
          <p:cNvPr id="48" name="Google Shape;48;p22"/>
          <p:cNvSpPr txBox="1">
            <a:spLocks noGrp="1"/>
          </p:cNvSpPr>
          <p:nvPr>
            <p:ph type="title"/>
          </p:nvPr>
        </p:nvSpPr>
        <p:spPr>
          <a:xfrm>
            <a:off x="2519364"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2"/>
          <p:cNvSpPr txBox="1">
            <a:spLocks noGrp="1"/>
          </p:cNvSpPr>
          <p:nvPr>
            <p:ph type="body" idx="1"/>
          </p:nvPr>
        </p:nvSpPr>
        <p:spPr>
          <a:xfrm>
            <a:off x="2519366" y="5043489"/>
            <a:ext cx="15473361"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0" name="Google Shape;50;p22"/>
          <p:cNvSpPr txBox="1">
            <a:spLocks noGrp="1"/>
          </p:cNvSpPr>
          <p:nvPr>
            <p:ph type="body" idx="2"/>
          </p:nvPr>
        </p:nvSpPr>
        <p:spPr>
          <a:xfrm>
            <a:off x="2519366" y="7515225"/>
            <a:ext cx="15473361"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1" name="Google Shape;51;p22"/>
          <p:cNvSpPr txBox="1">
            <a:spLocks noGrp="1"/>
          </p:cNvSpPr>
          <p:nvPr>
            <p:ph type="body" idx="3"/>
          </p:nvPr>
        </p:nvSpPr>
        <p:spPr>
          <a:xfrm>
            <a:off x="18516600" y="5043489"/>
            <a:ext cx="15549564" cy="2471736"/>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3000"/>
              </a:spcBef>
              <a:spcAft>
                <a:spcPts val="0"/>
              </a:spcAft>
              <a:buClr>
                <a:schemeClr val="dk1"/>
              </a:buClr>
              <a:buSzPts val="7200"/>
              <a:buNone/>
              <a:defRPr sz="7200" b="1"/>
            </a:lvl1pPr>
            <a:lvl2pPr marL="914400" lvl="1" indent="-228600" algn="l">
              <a:lnSpc>
                <a:spcPct val="90000"/>
              </a:lnSpc>
              <a:spcBef>
                <a:spcPts val="1500"/>
              </a:spcBef>
              <a:spcAft>
                <a:spcPts val="0"/>
              </a:spcAft>
              <a:buClr>
                <a:schemeClr val="dk1"/>
              </a:buClr>
              <a:buSzPts val="6000"/>
              <a:buNone/>
              <a:defRPr sz="6000" b="1"/>
            </a:lvl2pPr>
            <a:lvl3pPr marL="1371600" lvl="2" indent="-228600" algn="l">
              <a:lnSpc>
                <a:spcPct val="90000"/>
              </a:lnSpc>
              <a:spcBef>
                <a:spcPts val="1500"/>
              </a:spcBef>
              <a:spcAft>
                <a:spcPts val="0"/>
              </a:spcAft>
              <a:buClr>
                <a:schemeClr val="dk1"/>
              </a:buClr>
              <a:buSzPts val="5400"/>
              <a:buNone/>
              <a:defRPr sz="5400" b="1"/>
            </a:lvl3pPr>
            <a:lvl4pPr marL="1828800" lvl="3" indent="-228600" algn="l">
              <a:lnSpc>
                <a:spcPct val="90000"/>
              </a:lnSpc>
              <a:spcBef>
                <a:spcPts val="1500"/>
              </a:spcBef>
              <a:spcAft>
                <a:spcPts val="0"/>
              </a:spcAft>
              <a:buClr>
                <a:schemeClr val="dk1"/>
              </a:buClr>
              <a:buSzPts val="4800"/>
              <a:buNone/>
              <a:defRPr sz="4800" b="1"/>
            </a:lvl4pPr>
            <a:lvl5pPr marL="2286000" lvl="4" indent="-228600" algn="l">
              <a:lnSpc>
                <a:spcPct val="90000"/>
              </a:lnSpc>
              <a:spcBef>
                <a:spcPts val="1500"/>
              </a:spcBef>
              <a:spcAft>
                <a:spcPts val="0"/>
              </a:spcAft>
              <a:buClr>
                <a:schemeClr val="dk1"/>
              </a:buClr>
              <a:buSzPts val="4800"/>
              <a:buNone/>
              <a:defRPr sz="4800" b="1"/>
            </a:lvl5pPr>
            <a:lvl6pPr marL="2743200" lvl="5" indent="-228600" algn="l">
              <a:lnSpc>
                <a:spcPct val="90000"/>
              </a:lnSpc>
              <a:spcBef>
                <a:spcPts val="1500"/>
              </a:spcBef>
              <a:spcAft>
                <a:spcPts val="0"/>
              </a:spcAft>
              <a:buClr>
                <a:schemeClr val="dk1"/>
              </a:buClr>
              <a:buSzPts val="4800"/>
              <a:buNone/>
              <a:defRPr sz="4800" b="1"/>
            </a:lvl6pPr>
            <a:lvl7pPr marL="3200400" lvl="6" indent="-228600" algn="l">
              <a:lnSpc>
                <a:spcPct val="90000"/>
              </a:lnSpc>
              <a:spcBef>
                <a:spcPts val="1500"/>
              </a:spcBef>
              <a:spcAft>
                <a:spcPts val="0"/>
              </a:spcAft>
              <a:buClr>
                <a:schemeClr val="dk1"/>
              </a:buClr>
              <a:buSzPts val="4800"/>
              <a:buNone/>
              <a:defRPr sz="4800" b="1"/>
            </a:lvl7pPr>
            <a:lvl8pPr marL="3657600" lvl="7" indent="-228600" algn="l">
              <a:lnSpc>
                <a:spcPct val="90000"/>
              </a:lnSpc>
              <a:spcBef>
                <a:spcPts val="1500"/>
              </a:spcBef>
              <a:spcAft>
                <a:spcPts val="0"/>
              </a:spcAft>
              <a:buClr>
                <a:schemeClr val="dk1"/>
              </a:buClr>
              <a:buSzPts val="4800"/>
              <a:buNone/>
              <a:defRPr sz="4800" b="1"/>
            </a:lvl8pPr>
            <a:lvl9pPr marL="4114800" lvl="8" indent="-228600" algn="l">
              <a:lnSpc>
                <a:spcPct val="90000"/>
              </a:lnSpc>
              <a:spcBef>
                <a:spcPts val="1500"/>
              </a:spcBef>
              <a:spcAft>
                <a:spcPts val="0"/>
              </a:spcAft>
              <a:buClr>
                <a:schemeClr val="dk1"/>
              </a:buClr>
              <a:buSzPts val="4800"/>
              <a:buNone/>
              <a:defRPr sz="4800" b="1"/>
            </a:lvl9pPr>
          </a:lstStyle>
          <a:p>
            <a:endParaRPr/>
          </a:p>
        </p:txBody>
      </p:sp>
      <p:sp>
        <p:nvSpPr>
          <p:cNvPr id="52" name="Google Shape;52;p22"/>
          <p:cNvSpPr txBox="1">
            <a:spLocks noGrp="1"/>
          </p:cNvSpPr>
          <p:nvPr>
            <p:ph type="body" idx="4"/>
          </p:nvPr>
        </p:nvSpPr>
        <p:spPr>
          <a:xfrm>
            <a:off x="18516600" y="7515225"/>
            <a:ext cx="15549564" cy="11053764"/>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53" name="Google Shape;53;p22"/>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sp>
        <p:nvSpPr>
          <p:cNvPr id="57" name="Google Shape;57;p23"/>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3"/>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23"/>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1"/>
        <p:cNvGrpSpPr/>
        <p:nvPr/>
      </p:nvGrpSpPr>
      <p:grpSpPr>
        <a:xfrm>
          <a:off x="0" y="0"/>
          <a:ext cx="0" cy="0"/>
          <a:chOff x="0" y="0"/>
          <a:chExt cx="0" cy="0"/>
        </a:xfrm>
      </p:grpSpPr>
      <p:sp>
        <p:nvSpPr>
          <p:cNvPr id="62" name="Google Shape;62;p24"/>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4"/>
          <p:cNvSpPr txBox="1">
            <a:spLocks noGrp="1"/>
          </p:cNvSpPr>
          <p:nvPr>
            <p:ph type="body" idx="1"/>
          </p:nvPr>
        </p:nvSpPr>
        <p:spPr>
          <a:xfrm>
            <a:off x="15549564" y="2962277"/>
            <a:ext cx="18516600" cy="14620875"/>
          </a:xfrm>
          <a:prstGeom prst="rect">
            <a:avLst/>
          </a:prstGeom>
          <a:noFill/>
          <a:ln>
            <a:noFill/>
          </a:ln>
        </p:spPr>
        <p:txBody>
          <a:bodyPr spcFirstLastPara="1" wrap="square" lIns="91425" tIns="45700" rIns="91425" bIns="45700" anchor="t" anchorCtr="0">
            <a:normAutofit/>
          </a:bodyPr>
          <a:lstStyle>
            <a:lvl1pPr marL="457200" lvl="0" indent="-838200" algn="l">
              <a:lnSpc>
                <a:spcPct val="90000"/>
              </a:lnSpc>
              <a:spcBef>
                <a:spcPts val="3000"/>
              </a:spcBef>
              <a:spcAft>
                <a:spcPts val="0"/>
              </a:spcAft>
              <a:buClr>
                <a:schemeClr val="dk1"/>
              </a:buClr>
              <a:buSzPts val="9600"/>
              <a:buChar char="•"/>
              <a:defRPr sz="9600"/>
            </a:lvl1pPr>
            <a:lvl2pPr marL="914400" lvl="1" indent="-762000" algn="l">
              <a:lnSpc>
                <a:spcPct val="90000"/>
              </a:lnSpc>
              <a:spcBef>
                <a:spcPts val="1500"/>
              </a:spcBef>
              <a:spcAft>
                <a:spcPts val="0"/>
              </a:spcAft>
              <a:buClr>
                <a:schemeClr val="dk1"/>
              </a:buClr>
              <a:buSzPts val="8400"/>
              <a:buChar char="•"/>
              <a:defRPr sz="8400"/>
            </a:lvl2pPr>
            <a:lvl3pPr marL="1371600" lvl="2" indent="-685800" algn="l">
              <a:lnSpc>
                <a:spcPct val="90000"/>
              </a:lnSpc>
              <a:spcBef>
                <a:spcPts val="1500"/>
              </a:spcBef>
              <a:spcAft>
                <a:spcPts val="0"/>
              </a:spcAft>
              <a:buClr>
                <a:schemeClr val="dk1"/>
              </a:buClr>
              <a:buSzPts val="7200"/>
              <a:buChar char="•"/>
              <a:defRPr sz="7200"/>
            </a:lvl3pPr>
            <a:lvl4pPr marL="1828800" lvl="3" indent="-609600" algn="l">
              <a:lnSpc>
                <a:spcPct val="90000"/>
              </a:lnSpc>
              <a:spcBef>
                <a:spcPts val="1500"/>
              </a:spcBef>
              <a:spcAft>
                <a:spcPts val="0"/>
              </a:spcAft>
              <a:buClr>
                <a:schemeClr val="dk1"/>
              </a:buClr>
              <a:buSzPts val="6000"/>
              <a:buChar char="•"/>
              <a:defRPr sz="6000"/>
            </a:lvl4pPr>
            <a:lvl5pPr marL="2286000" lvl="4" indent="-609600" algn="l">
              <a:lnSpc>
                <a:spcPct val="90000"/>
              </a:lnSpc>
              <a:spcBef>
                <a:spcPts val="1500"/>
              </a:spcBef>
              <a:spcAft>
                <a:spcPts val="0"/>
              </a:spcAft>
              <a:buClr>
                <a:schemeClr val="dk1"/>
              </a:buClr>
              <a:buSzPts val="6000"/>
              <a:buChar char="•"/>
              <a:defRPr sz="6000"/>
            </a:lvl5pPr>
            <a:lvl6pPr marL="2743200" lvl="5" indent="-609600" algn="l">
              <a:lnSpc>
                <a:spcPct val="90000"/>
              </a:lnSpc>
              <a:spcBef>
                <a:spcPts val="1500"/>
              </a:spcBef>
              <a:spcAft>
                <a:spcPts val="0"/>
              </a:spcAft>
              <a:buClr>
                <a:schemeClr val="dk1"/>
              </a:buClr>
              <a:buSzPts val="6000"/>
              <a:buChar char="•"/>
              <a:defRPr sz="6000"/>
            </a:lvl6pPr>
            <a:lvl7pPr marL="3200400" lvl="6" indent="-609600" algn="l">
              <a:lnSpc>
                <a:spcPct val="90000"/>
              </a:lnSpc>
              <a:spcBef>
                <a:spcPts val="1500"/>
              </a:spcBef>
              <a:spcAft>
                <a:spcPts val="0"/>
              </a:spcAft>
              <a:buClr>
                <a:schemeClr val="dk1"/>
              </a:buClr>
              <a:buSzPts val="6000"/>
              <a:buChar char="•"/>
              <a:defRPr sz="6000"/>
            </a:lvl7pPr>
            <a:lvl8pPr marL="3657600" lvl="7" indent="-609600" algn="l">
              <a:lnSpc>
                <a:spcPct val="90000"/>
              </a:lnSpc>
              <a:spcBef>
                <a:spcPts val="1500"/>
              </a:spcBef>
              <a:spcAft>
                <a:spcPts val="0"/>
              </a:spcAft>
              <a:buClr>
                <a:schemeClr val="dk1"/>
              </a:buClr>
              <a:buSzPts val="6000"/>
              <a:buChar char="•"/>
              <a:defRPr sz="6000"/>
            </a:lvl8pPr>
            <a:lvl9pPr marL="4114800" lvl="8" indent="-609600" algn="l">
              <a:lnSpc>
                <a:spcPct val="90000"/>
              </a:lnSpc>
              <a:spcBef>
                <a:spcPts val="1500"/>
              </a:spcBef>
              <a:spcAft>
                <a:spcPts val="0"/>
              </a:spcAft>
              <a:buClr>
                <a:schemeClr val="dk1"/>
              </a:buClr>
              <a:buSzPts val="6000"/>
              <a:buChar char="•"/>
              <a:defRPr sz="6000"/>
            </a:lvl9pPr>
          </a:lstStyle>
          <a:p>
            <a:endParaRPr/>
          </a:p>
        </p:txBody>
      </p:sp>
      <p:sp>
        <p:nvSpPr>
          <p:cNvPr id="64" name="Google Shape;64;p24"/>
          <p:cNvSpPr txBox="1">
            <a:spLocks noGrp="1"/>
          </p:cNvSpPr>
          <p:nvPr>
            <p:ph type="body" idx="2"/>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65" name="Google Shape;65;p24"/>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24"/>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sp>
        <p:nvSpPr>
          <p:cNvPr id="69" name="Google Shape;69;p25"/>
          <p:cNvSpPr txBox="1">
            <a:spLocks noGrp="1"/>
          </p:cNvSpPr>
          <p:nvPr>
            <p:ph type="title"/>
          </p:nvPr>
        </p:nvSpPr>
        <p:spPr>
          <a:xfrm>
            <a:off x="2519366" y="1371600"/>
            <a:ext cx="11796711" cy="4800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9600"/>
              <a:buFont typeface="Play"/>
              <a:buNone/>
              <a:defRPr sz="9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5"/>
          <p:cNvSpPr>
            <a:spLocks noGrp="1"/>
          </p:cNvSpPr>
          <p:nvPr>
            <p:ph type="pic" idx="2"/>
          </p:nvPr>
        </p:nvSpPr>
        <p:spPr>
          <a:xfrm>
            <a:off x="15549564" y="2962277"/>
            <a:ext cx="18516600" cy="14620875"/>
          </a:xfrm>
          <a:prstGeom prst="rect">
            <a:avLst/>
          </a:prstGeom>
          <a:noFill/>
          <a:ln>
            <a:noFill/>
          </a:ln>
        </p:spPr>
      </p:sp>
      <p:sp>
        <p:nvSpPr>
          <p:cNvPr id="71" name="Google Shape;71;p25"/>
          <p:cNvSpPr txBox="1">
            <a:spLocks noGrp="1"/>
          </p:cNvSpPr>
          <p:nvPr>
            <p:ph type="body" idx="1"/>
          </p:nvPr>
        </p:nvSpPr>
        <p:spPr>
          <a:xfrm>
            <a:off x="2519366" y="6172200"/>
            <a:ext cx="11796711" cy="1143476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3000"/>
              </a:spcBef>
              <a:spcAft>
                <a:spcPts val="0"/>
              </a:spcAft>
              <a:buClr>
                <a:schemeClr val="dk1"/>
              </a:buClr>
              <a:buSzPts val="4800"/>
              <a:buNone/>
              <a:defRPr sz="4800"/>
            </a:lvl1pPr>
            <a:lvl2pPr marL="914400" lvl="1" indent="-228600" algn="l">
              <a:lnSpc>
                <a:spcPct val="90000"/>
              </a:lnSpc>
              <a:spcBef>
                <a:spcPts val="1500"/>
              </a:spcBef>
              <a:spcAft>
                <a:spcPts val="0"/>
              </a:spcAft>
              <a:buClr>
                <a:schemeClr val="dk1"/>
              </a:buClr>
              <a:buSzPts val="4200"/>
              <a:buNone/>
              <a:defRPr sz="4200"/>
            </a:lvl2pPr>
            <a:lvl3pPr marL="1371600" lvl="2" indent="-228600" algn="l">
              <a:lnSpc>
                <a:spcPct val="90000"/>
              </a:lnSpc>
              <a:spcBef>
                <a:spcPts val="1500"/>
              </a:spcBef>
              <a:spcAft>
                <a:spcPts val="0"/>
              </a:spcAft>
              <a:buClr>
                <a:schemeClr val="dk1"/>
              </a:buClr>
              <a:buSzPts val="3600"/>
              <a:buNone/>
              <a:defRPr sz="3600"/>
            </a:lvl3pPr>
            <a:lvl4pPr marL="1828800" lvl="3" indent="-228600" algn="l">
              <a:lnSpc>
                <a:spcPct val="90000"/>
              </a:lnSpc>
              <a:spcBef>
                <a:spcPts val="1500"/>
              </a:spcBef>
              <a:spcAft>
                <a:spcPts val="0"/>
              </a:spcAft>
              <a:buClr>
                <a:schemeClr val="dk1"/>
              </a:buClr>
              <a:buSzPts val="3000"/>
              <a:buNone/>
              <a:defRPr sz="3000"/>
            </a:lvl4pPr>
            <a:lvl5pPr marL="2286000" lvl="4" indent="-228600" algn="l">
              <a:lnSpc>
                <a:spcPct val="90000"/>
              </a:lnSpc>
              <a:spcBef>
                <a:spcPts val="1500"/>
              </a:spcBef>
              <a:spcAft>
                <a:spcPts val="0"/>
              </a:spcAft>
              <a:buClr>
                <a:schemeClr val="dk1"/>
              </a:buClr>
              <a:buSzPts val="3000"/>
              <a:buNone/>
              <a:defRPr sz="3000"/>
            </a:lvl5pPr>
            <a:lvl6pPr marL="2743200" lvl="5" indent="-228600" algn="l">
              <a:lnSpc>
                <a:spcPct val="90000"/>
              </a:lnSpc>
              <a:spcBef>
                <a:spcPts val="1500"/>
              </a:spcBef>
              <a:spcAft>
                <a:spcPts val="0"/>
              </a:spcAft>
              <a:buClr>
                <a:schemeClr val="dk1"/>
              </a:buClr>
              <a:buSzPts val="3000"/>
              <a:buNone/>
              <a:defRPr sz="3000"/>
            </a:lvl6pPr>
            <a:lvl7pPr marL="3200400" lvl="6" indent="-228600" algn="l">
              <a:lnSpc>
                <a:spcPct val="90000"/>
              </a:lnSpc>
              <a:spcBef>
                <a:spcPts val="1500"/>
              </a:spcBef>
              <a:spcAft>
                <a:spcPts val="0"/>
              </a:spcAft>
              <a:buClr>
                <a:schemeClr val="dk1"/>
              </a:buClr>
              <a:buSzPts val="3000"/>
              <a:buNone/>
              <a:defRPr sz="3000"/>
            </a:lvl7pPr>
            <a:lvl8pPr marL="3657600" lvl="7" indent="-228600" algn="l">
              <a:lnSpc>
                <a:spcPct val="90000"/>
              </a:lnSpc>
              <a:spcBef>
                <a:spcPts val="1500"/>
              </a:spcBef>
              <a:spcAft>
                <a:spcPts val="0"/>
              </a:spcAft>
              <a:buClr>
                <a:schemeClr val="dk1"/>
              </a:buClr>
              <a:buSzPts val="3000"/>
              <a:buNone/>
              <a:defRPr sz="3000"/>
            </a:lvl8pPr>
            <a:lvl9pPr marL="4114800" lvl="8" indent="-228600" algn="l">
              <a:lnSpc>
                <a:spcPct val="90000"/>
              </a:lnSpc>
              <a:spcBef>
                <a:spcPts val="1500"/>
              </a:spcBef>
              <a:spcAft>
                <a:spcPts val="0"/>
              </a:spcAft>
              <a:buClr>
                <a:schemeClr val="dk1"/>
              </a:buClr>
              <a:buSzPts val="3000"/>
              <a:buNone/>
              <a:defRPr sz="3000"/>
            </a:lvl9pPr>
          </a:lstStyle>
          <a:p>
            <a:endParaRPr/>
          </a:p>
        </p:txBody>
      </p:sp>
      <p:sp>
        <p:nvSpPr>
          <p:cNvPr id="72" name="Google Shape;72;p25"/>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5"/>
        <p:cNvGrpSpPr/>
        <p:nvPr/>
      </p:nvGrpSpPr>
      <p:grpSpPr>
        <a:xfrm>
          <a:off x="0" y="0"/>
          <a:ext cx="0" cy="0"/>
          <a:chOff x="0" y="0"/>
          <a:chExt cx="0" cy="0"/>
        </a:xfrm>
      </p:grpSpPr>
      <p:sp>
        <p:nvSpPr>
          <p:cNvPr id="76" name="Google Shape;76;p2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6"/>
          <p:cNvSpPr txBox="1">
            <a:spLocks noGrp="1"/>
          </p:cNvSpPr>
          <p:nvPr>
            <p:ph type="body" idx="1"/>
          </p:nvPr>
        </p:nvSpPr>
        <p:spPr>
          <a:xfrm rot="5400000">
            <a:off x="11760993" y="-3769518"/>
            <a:ext cx="13054014" cy="31546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78" name="Google Shape;78;p2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1"/>
        <p:cNvGrpSpPr/>
        <p:nvPr/>
      </p:nvGrpSpPr>
      <p:grpSpPr>
        <a:xfrm>
          <a:off x="0" y="0"/>
          <a:ext cx="0" cy="0"/>
          <a:chOff x="0" y="0"/>
          <a:chExt cx="0" cy="0"/>
        </a:xfrm>
      </p:grpSpPr>
      <p:sp>
        <p:nvSpPr>
          <p:cNvPr id="82" name="Google Shape;82;p27"/>
          <p:cNvSpPr txBox="1">
            <a:spLocks noGrp="1"/>
          </p:cNvSpPr>
          <p:nvPr>
            <p:ph type="title"/>
          </p:nvPr>
        </p:nvSpPr>
        <p:spPr>
          <a:xfrm rot="5400000">
            <a:off x="21400293" y="5869782"/>
            <a:ext cx="17435514" cy="7886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7"/>
          <p:cNvSpPr txBox="1">
            <a:spLocks noGrp="1"/>
          </p:cNvSpPr>
          <p:nvPr>
            <p:ph type="body" idx="1"/>
          </p:nvPr>
        </p:nvSpPr>
        <p:spPr>
          <a:xfrm rot="5400000">
            <a:off x="5398293" y="-1788318"/>
            <a:ext cx="17435514" cy="232029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3000"/>
              </a:spcBef>
              <a:spcAft>
                <a:spcPts val="0"/>
              </a:spcAft>
              <a:buClr>
                <a:schemeClr val="dk1"/>
              </a:buClr>
              <a:buSzPts val="1800"/>
              <a:buChar char="•"/>
              <a:defRPr/>
            </a:lvl1pPr>
            <a:lvl2pPr marL="914400" lvl="1" indent="-342900" algn="l">
              <a:lnSpc>
                <a:spcPct val="90000"/>
              </a:lnSpc>
              <a:spcBef>
                <a:spcPts val="1500"/>
              </a:spcBef>
              <a:spcAft>
                <a:spcPts val="0"/>
              </a:spcAft>
              <a:buClr>
                <a:schemeClr val="dk1"/>
              </a:buClr>
              <a:buSzPts val="1800"/>
              <a:buChar char="•"/>
              <a:defRPr/>
            </a:lvl2pPr>
            <a:lvl3pPr marL="1371600" lvl="2" indent="-342900" algn="l">
              <a:lnSpc>
                <a:spcPct val="90000"/>
              </a:lnSpc>
              <a:spcBef>
                <a:spcPts val="1500"/>
              </a:spcBef>
              <a:spcAft>
                <a:spcPts val="0"/>
              </a:spcAft>
              <a:buClr>
                <a:schemeClr val="dk1"/>
              </a:buClr>
              <a:buSzPts val="1800"/>
              <a:buChar char="•"/>
              <a:defRPr/>
            </a:lvl3pPr>
            <a:lvl4pPr marL="1828800" lvl="3" indent="-342900" algn="l">
              <a:lnSpc>
                <a:spcPct val="90000"/>
              </a:lnSpc>
              <a:spcBef>
                <a:spcPts val="1500"/>
              </a:spcBef>
              <a:spcAft>
                <a:spcPts val="0"/>
              </a:spcAft>
              <a:buClr>
                <a:schemeClr val="dk1"/>
              </a:buClr>
              <a:buSzPts val="1800"/>
              <a:buChar char="•"/>
              <a:defRPr/>
            </a:lvl4pPr>
            <a:lvl5pPr marL="2286000" lvl="4" indent="-342900" algn="l">
              <a:lnSpc>
                <a:spcPct val="90000"/>
              </a:lnSpc>
              <a:spcBef>
                <a:spcPts val="1500"/>
              </a:spcBef>
              <a:spcAft>
                <a:spcPts val="0"/>
              </a:spcAft>
              <a:buClr>
                <a:schemeClr val="dk1"/>
              </a:buClr>
              <a:buSzPts val="1800"/>
              <a:buChar char="•"/>
              <a:defRPr/>
            </a:lvl5pPr>
            <a:lvl6pPr marL="2743200" lvl="5" indent="-342900" algn="l">
              <a:lnSpc>
                <a:spcPct val="90000"/>
              </a:lnSpc>
              <a:spcBef>
                <a:spcPts val="1500"/>
              </a:spcBef>
              <a:spcAft>
                <a:spcPts val="0"/>
              </a:spcAft>
              <a:buClr>
                <a:schemeClr val="dk1"/>
              </a:buClr>
              <a:buSzPts val="1800"/>
              <a:buChar char="•"/>
              <a:defRPr/>
            </a:lvl6pPr>
            <a:lvl7pPr marL="3200400" lvl="6" indent="-342900" algn="l">
              <a:lnSpc>
                <a:spcPct val="90000"/>
              </a:lnSpc>
              <a:spcBef>
                <a:spcPts val="1500"/>
              </a:spcBef>
              <a:spcAft>
                <a:spcPts val="0"/>
              </a:spcAft>
              <a:buClr>
                <a:schemeClr val="dk1"/>
              </a:buClr>
              <a:buSzPts val="1800"/>
              <a:buChar char="•"/>
              <a:defRPr/>
            </a:lvl7pPr>
            <a:lvl8pPr marL="3657600" lvl="7" indent="-342900" algn="l">
              <a:lnSpc>
                <a:spcPct val="90000"/>
              </a:lnSpc>
              <a:spcBef>
                <a:spcPts val="1500"/>
              </a:spcBef>
              <a:spcAft>
                <a:spcPts val="0"/>
              </a:spcAft>
              <a:buClr>
                <a:schemeClr val="dk1"/>
              </a:buClr>
              <a:buSzPts val="1800"/>
              <a:buChar char="•"/>
              <a:defRPr/>
            </a:lvl8pPr>
            <a:lvl9pPr marL="4114800" lvl="8" indent="-342900" algn="l">
              <a:lnSpc>
                <a:spcPct val="90000"/>
              </a:lnSpc>
              <a:spcBef>
                <a:spcPts val="1500"/>
              </a:spcBef>
              <a:spcAft>
                <a:spcPts val="0"/>
              </a:spcAft>
              <a:buClr>
                <a:schemeClr val="dk1"/>
              </a:buClr>
              <a:buSzPts val="1800"/>
              <a:buChar char="•"/>
              <a:defRPr/>
            </a:lvl9pPr>
          </a:lstStyle>
          <a:p>
            <a:endParaRPr/>
          </a:p>
        </p:txBody>
      </p:sp>
      <p:sp>
        <p:nvSpPr>
          <p:cNvPr id="84" name="Google Shape;84;p27"/>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27"/>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27"/>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9"/>
        <p:cNvGrpSpPr/>
        <p:nvPr/>
      </p:nvGrpSpPr>
      <p:grpSpPr>
        <a:xfrm>
          <a:off x="0" y="0"/>
          <a:ext cx="0" cy="0"/>
          <a:chOff x="0" y="0"/>
          <a:chExt cx="0" cy="0"/>
        </a:xfrm>
      </p:grpSpPr>
      <p:sp>
        <p:nvSpPr>
          <p:cNvPr id="10" name="Google Shape;10;p16"/>
          <p:cNvSpPr txBox="1">
            <a:spLocks noGrp="1"/>
          </p:cNvSpPr>
          <p:nvPr>
            <p:ph type="title"/>
          </p:nvPr>
        </p:nvSpPr>
        <p:spPr>
          <a:xfrm>
            <a:off x="2514600" y="1095377"/>
            <a:ext cx="31546800" cy="3976689"/>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13200"/>
              <a:buFont typeface="Play"/>
              <a:buNone/>
              <a:defRPr sz="132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6"/>
          <p:cNvSpPr txBox="1">
            <a:spLocks noGrp="1"/>
          </p:cNvSpPr>
          <p:nvPr>
            <p:ph type="body" idx="1"/>
          </p:nvPr>
        </p:nvSpPr>
        <p:spPr>
          <a:xfrm>
            <a:off x="2514600" y="5476875"/>
            <a:ext cx="31546800" cy="13054014"/>
          </a:xfrm>
          <a:prstGeom prst="rect">
            <a:avLst/>
          </a:prstGeom>
          <a:noFill/>
          <a:ln>
            <a:noFill/>
          </a:ln>
        </p:spPr>
        <p:txBody>
          <a:bodyPr spcFirstLastPara="1" wrap="square" lIns="91425" tIns="45700" rIns="91425" bIns="45700" anchor="t" anchorCtr="0">
            <a:normAutofit/>
          </a:bodyPr>
          <a:lstStyle>
            <a:lvl1pPr marL="457200" marR="0" lvl="0" indent="-762000" algn="l" rtl="0">
              <a:lnSpc>
                <a:spcPct val="90000"/>
              </a:lnSpc>
              <a:spcBef>
                <a:spcPts val="3000"/>
              </a:spcBef>
              <a:spcAft>
                <a:spcPts val="0"/>
              </a:spcAft>
              <a:buClr>
                <a:schemeClr val="dk1"/>
              </a:buClr>
              <a:buSzPts val="8400"/>
              <a:buFont typeface="Arial"/>
              <a:buChar char="•"/>
              <a:defRPr sz="8400" b="0" i="0" u="none" strike="noStrike" cap="none">
                <a:solidFill>
                  <a:schemeClr val="dk1"/>
                </a:solidFill>
                <a:latin typeface="Arial"/>
                <a:ea typeface="Arial"/>
                <a:cs typeface="Arial"/>
                <a:sym typeface="Arial"/>
              </a:defRPr>
            </a:lvl1pPr>
            <a:lvl2pPr marL="914400" marR="0" lvl="1" indent="-685800" algn="l" rtl="0">
              <a:lnSpc>
                <a:spcPct val="90000"/>
              </a:lnSpc>
              <a:spcBef>
                <a:spcPts val="1500"/>
              </a:spcBef>
              <a:spcAft>
                <a:spcPts val="0"/>
              </a:spcAft>
              <a:buClr>
                <a:schemeClr val="dk1"/>
              </a:buClr>
              <a:buSzPts val="7200"/>
              <a:buFont typeface="Arial"/>
              <a:buChar char="•"/>
              <a:defRPr sz="7200" b="0" i="0" u="none" strike="noStrike" cap="none">
                <a:solidFill>
                  <a:schemeClr val="dk1"/>
                </a:solidFill>
                <a:latin typeface="Arial"/>
                <a:ea typeface="Arial"/>
                <a:cs typeface="Arial"/>
                <a:sym typeface="Arial"/>
              </a:defRPr>
            </a:lvl2pPr>
            <a:lvl3pPr marL="1371600" marR="0" lvl="2" indent="-609600" algn="l" rtl="0">
              <a:lnSpc>
                <a:spcPct val="90000"/>
              </a:lnSpc>
              <a:spcBef>
                <a:spcPts val="1500"/>
              </a:spcBef>
              <a:spcAft>
                <a:spcPts val="0"/>
              </a:spcAft>
              <a:buClr>
                <a:schemeClr val="dk1"/>
              </a:buClr>
              <a:buSzPts val="6000"/>
              <a:buFont typeface="Arial"/>
              <a:buChar char="•"/>
              <a:defRPr sz="6000" b="0" i="0" u="none" strike="noStrike" cap="none">
                <a:solidFill>
                  <a:schemeClr val="dk1"/>
                </a:solidFill>
                <a:latin typeface="Arial"/>
                <a:ea typeface="Arial"/>
                <a:cs typeface="Arial"/>
                <a:sym typeface="Arial"/>
              </a:defRPr>
            </a:lvl3pPr>
            <a:lvl4pPr marL="1828800" marR="0" lvl="3"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4pPr>
            <a:lvl5pPr marL="2286000" marR="0" lvl="4"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5pPr>
            <a:lvl6pPr marL="2743200" marR="0" lvl="5"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6pPr>
            <a:lvl7pPr marL="3200400" marR="0" lvl="6"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7pPr>
            <a:lvl8pPr marL="3657600" marR="0" lvl="7"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8pPr>
            <a:lvl9pPr marL="4114800" marR="0" lvl="8" indent="-571500" algn="l" rtl="0">
              <a:lnSpc>
                <a:spcPct val="90000"/>
              </a:lnSpc>
              <a:spcBef>
                <a:spcPts val="1500"/>
              </a:spcBef>
              <a:spcAft>
                <a:spcPts val="0"/>
              </a:spcAft>
              <a:buClr>
                <a:schemeClr val="dk1"/>
              </a:buClr>
              <a:buSzPts val="5400"/>
              <a:buFont typeface="Arial"/>
              <a:buChar char="•"/>
              <a:defRPr sz="5400" b="0" i="0" u="none" strike="noStrike" cap="none">
                <a:solidFill>
                  <a:schemeClr val="dk1"/>
                </a:solidFill>
                <a:latin typeface="Arial"/>
                <a:ea typeface="Arial"/>
                <a:cs typeface="Arial"/>
                <a:sym typeface="Arial"/>
              </a:defRPr>
            </a:lvl9pPr>
          </a:lstStyle>
          <a:p>
            <a:endParaRPr/>
          </a:p>
        </p:txBody>
      </p:sp>
      <p:sp>
        <p:nvSpPr>
          <p:cNvPr id="12" name="Google Shape;12;p16"/>
          <p:cNvSpPr txBox="1">
            <a:spLocks noGrp="1"/>
          </p:cNvSpPr>
          <p:nvPr>
            <p:ph type="dt" idx="10"/>
          </p:nvPr>
        </p:nvSpPr>
        <p:spPr>
          <a:xfrm>
            <a:off x="2514600" y="19069052"/>
            <a:ext cx="8229600" cy="10953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16"/>
          <p:cNvSpPr txBox="1">
            <a:spLocks noGrp="1"/>
          </p:cNvSpPr>
          <p:nvPr>
            <p:ph type="ftr" idx="11"/>
          </p:nvPr>
        </p:nvSpPr>
        <p:spPr>
          <a:xfrm>
            <a:off x="12115800" y="19069052"/>
            <a:ext cx="12344400" cy="10953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16"/>
          <p:cNvSpPr txBox="1">
            <a:spLocks noGrp="1"/>
          </p:cNvSpPr>
          <p:nvPr>
            <p:ph type="sldNum" idx="12"/>
          </p:nvPr>
        </p:nvSpPr>
        <p:spPr>
          <a:xfrm>
            <a:off x="25831800" y="19069052"/>
            <a:ext cx="8229600" cy="10953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3600"/>
              <a:buFont typeface="Arial"/>
              <a:buNone/>
              <a:defRPr sz="36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grpSp>
        <p:nvGrpSpPr>
          <p:cNvPr id="15" name="Google Shape;15;p16"/>
          <p:cNvGrpSpPr/>
          <p:nvPr/>
        </p:nvGrpSpPr>
        <p:grpSpPr>
          <a:xfrm>
            <a:off x="33712347" y="-2"/>
            <a:ext cx="2057358" cy="2669535"/>
            <a:chOff x="11306724" y="96065"/>
            <a:chExt cx="685786" cy="889845"/>
          </a:xfrm>
        </p:grpSpPr>
        <p:sp>
          <p:nvSpPr>
            <p:cNvPr id="16" name="Google Shape;16;p16"/>
            <p:cNvSpPr/>
            <p:nvPr/>
          </p:nvSpPr>
          <p:spPr>
            <a:xfrm rot="10800000" flipH="1">
              <a:off x="11306724" y="96065"/>
              <a:ext cx="685786" cy="889845"/>
            </a:xfrm>
            <a:prstGeom prst="round2SameRect">
              <a:avLst>
                <a:gd name="adj1" fmla="val 50000"/>
                <a:gd name="adj2" fmla="val 0"/>
              </a:avLst>
            </a:prstGeom>
            <a:solidFill>
              <a:schemeClr val="lt1"/>
            </a:solidFill>
            <a:ln>
              <a:noFill/>
            </a:ln>
            <a:effectLst>
              <a:outerShdw blurRad="50800" dist="38100" dir="5400000" algn="t" rotWithShape="0">
                <a:srgbClr val="000000">
                  <a:alpha val="6941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200"/>
                <a:buFont typeface="Arial"/>
                <a:buNone/>
              </a:pPr>
              <a:endParaRPr sz="16200" b="0" i="0" u="none" strike="noStrike" cap="none">
                <a:solidFill>
                  <a:schemeClr val="lt1"/>
                </a:solidFill>
                <a:latin typeface="Arial"/>
                <a:ea typeface="Arial"/>
                <a:cs typeface="Arial"/>
                <a:sym typeface="Arial"/>
              </a:endParaRPr>
            </a:p>
          </p:txBody>
        </p:sp>
        <p:pic>
          <p:nvPicPr>
            <p:cNvPr id="17" name="Google Shape;17;p16"/>
            <p:cNvPicPr preferRelativeResize="0"/>
            <p:nvPr/>
          </p:nvPicPr>
          <p:blipFill rotWithShape="1">
            <a:blip r:embed="rId14">
              <a:alphaModFix/>
            </a:blip>
            <a:srcRect l="8081" t="7836" r="10621" b="9836"/>
            <a:stretch/>
          </p:blipFill>
          <p:spPr>
            <a:xfrm>
              <a:off x="11373763" y="365125"/>
              <a:ext cx="551707" cy="546550"/>
            </a:xfrm>
            <a:prstGeom prst="ellipse">
              <a:avLst/>
            </a:prstGeom>
            <a:noFill/>
            <a:ln>
              <a:noFill/>
            </a:ln>
          </p:spPr>
        </p:pic>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18"/>
        <p:cNvGrpSpPr/>
        <p:nvPr/>
      </p:nvGrpSpPr>
      <p:grpSpPr>
        <a:xfrm>
          <a:off x="0" y="0"/>
          <a:ext cx="0" cy="0"/>
          <a:chOff x="0" y="0"/>
          <a:chExt cx="0" cy="0"/>
        </a:xfrm>
      </p:grpSpPr>
      <p:sp>
        <p:nvSpPr>
          <p:cNvPr id="119" name="Google Shape;119;p4"/>
          <p:cNvSpPr txBox="1"/>
          <p:nvPr/>
        </p:nvSpPr>
        <p:spPr>
          <a:xfrm>
            <a:off x="5345559" y="4892858"/>
            <a:ext cx="28647300" cy="1184899"/>
          </a:xfrm>
          <a:prstGeom prst="rect">
            <a:avLst/>
          </a:prstGeom>
          <a:noFill/>
          <a:ln>
            <a:noFill/>
          </a:ln>
        </p:spPr>
        <p:txBody>
          <a:bodyPr spcFirstLastPara="1" wrap="square" lIns="91425" tIns="45700" rIns="91425" bIns="45700" anchor="t" anchorCtr="0">
            <a:spAutoFit/>
          </a:bodyPr>
          <a:lstStyle/>
          <a:p>
            <a:pPr marL="0" marR="0" lvl="0" indent="0" algn="just" rtl="0">
              <a:lnSpc>
                <a:spcPct val="110000"/>
              </a:lnSpc>
              <a:spcBef>
                <a:spcPts val="600"/>
              </a:spcBef>
              <a:spcAft>
                <a:spcPts val="0"/>
              </a:spcAft>
              <a:buNone/>
            </a:pPr>
            <a:r>
              <a:rPr lang="en-IN" sz="6000" b="1" dirty="0">
                <a:solidFill>
                  <a:schemeClr val="lt1"/>
                </a:solidFill>
                <a:latin typeface="Cambria"/>
                <a:ea typeface="Cambria"/>
                <a:cs typeface="Cambria"/>
                <a:sym typeface="Cambria"/>
              </a:rPr>
              <a:t>Type Sub Heading Text Here (Font Size: 60pt) in Bold</a:t>
            </a:r>
            <a:endParaRPr sz="6000" b="1" dirty="0"/>
          </a:p>
        </p:txBody>
      </p:sp>
      <p:sp>
        <p:nvSpPr>
          <p:cNvPr id="120" name="Google Shape;120;p4"/>
          <p:cNvSpPr/>
          <p:nvPr/>
        </p:nvSpPr>
        <p:spPr>
          <a:xfrm>
            <a:off x="1780335" y="1462365"/>
            <a:ext cx="25006206" cy="2748660"/>
          </a:xfrm>
          <a:prstGeom prst="roundRect">
            <a:avLst>
              <a:gd name="adj" fmla="val 17806"/>
            </a:avLst>
          </a:prstGeom>
          <a:solidFill>
            <a:srgbClr val="7030A0"/>
          </a:solidFill>
          <a:ln w="38100">
            <a:gradFill>
              <a:gsLst>
                <a:gs pos="0">
                  <a:schemeClr val="accent5">
                    <a:lumMod val="40000"/>
                    <a:lumOff val="60000"/>
                  </a:schemeClr>
                </a:gs>
                <a:gs pos="57000">
                  <a:schemeClr val="accent5">
                    <a:lumMod val="75000"/>
                  </a:schemeClr>
                </a:gs>
                <a:gs pos="100000">
                  <a:schemeClr val="accent5">
                    <a:lumMod val="40000"/>
                    <a:lumOff val="60000"/>
                  </a:schemeClr>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21" name="Google Shape;121;p4"/>
          <p:cNvSpPr txBox="1"/>
          <p:nvPr/>
        </p:nvSpPr>
        <p:spPr>
          <a:xfrm>
            <a:off x="5345559" y="2144198"/>
            <a:ext cx="21440982" cy="132339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8400"/>
              <a:buFont typeface="Arial"/>
              <a:buNone/>
            </a:pPr>
            <a:r>
              <a:rPr lang="en-IN" sz="8000" b="1" i="0" u="none" strike="noStrike" cap="none" dirty="0">
                <a:solidFill>
                  <a:schemeClr val="lt1"/>
                </a:solidFill>
                <a:latin typeface="Cambria"/>
                <a:ea typeface="Cambria"/>
                <a:cs typeface="Cambria"/>
                <a:sym typeface="Cambria"/>
              </a:rPr>
              <a:t>Type Heading here (Font Size: 80pt) in Bold</a:t>
            </a:r>
            <a:endParaRPr dirty="0"/>
          </a:p>
        </p:txBody>
      </p:sp>
      <p:sp>
        <p:nvSpPr>
          <p:cNvPr id="2" name="Google Shape;119;p4">
            <a:extLst>
              <a:ext uri="{FF2B5EF4-FFF2-40B4-BE49-F238E27FC236}">
                <a16:creationId xmlns:a16="http://schemas.microsoft.com/office/drawing/2014/main" id="{A5B9442A-B06D-FC52-F625-9C95DCF48200}"/>
              </a:ext>
            </a:extLst>
          </p:cNvPr>
          <p:cNvSpPr txBox="1"/>
          <p:nvPr/>
        </p:nvSpPr>
        <p:spPr>
          <a:xfrm>
            <a:off x="5345559" y="7151963"/>
            <a:ext cx="28647300" cy="1015622"/>
          </a:xfrm>
          <a:prstGeom prst="rect">
            <a:avLst/>
          </a:prstGeom>
          <a:noFill/>
          <a:ln>
            <a:noFill/>
          </a:ln>
        </p:spPr>
        <p:txBody>
          <a:bodyPr spcFirstLastPara="1" wrap="square" lIns="91425" tIns="45700" rIns="91425" bIns="45700" anchor="t" anchorCtr="0">
            <a:spAutoFit/>
          </a:bodyPr>
          <a:lstStyle/>
          <a:p>
            <a:pPr marL="0" marR="0" lvl="0" indent="0" algn="just" rtl="0">
              <a:lnSpc>
                <a:spcPct val="110000"/>
              </a:lnSpc>
              <a:spcBef>
                <a:spcPts val="600"/>
              </a:spcBef>
              <a:spcAft>
                <a:spcPts val="0"/>
              </a:spcAft>
              <a:buNone/>
            </a:pPr>
            <a:r>
              <a:rPr lang="en-IN" sz="5000" dirty="0">
                <a:solidFill>
                  <a:schemeClr val="lt1"/>
                </a:solidFill>
                <a:latin typeface="Cambria"/>
                <a:ea typeface="Cambria"/>
                <a:cs typeface="Cambria"/>
                <a:sym typeface="Cambria"/>
              </a:rPr>
              <a:t>Type Body Text Here (Font Size: 50pt) Normal</a:t>
            </a:r>
            <a:endParaRPr sz="5000" dirty="0"/>
          </a:p>
        </p:txBody>
      </p:sp>
      <p:pic>
        <p:nvPicPr>
          <p:cNvPr id="12" name="Picture 11">
            <a:extLst>
              <a:ext uri="{FF2B5EF4-FFF2-40B4-BE49-F238E27FC236}">
                <a16:creationId xmlns:a16="http://schemas.microsoft.com/office/drawing/2014/main" id="{C68B4668-D2D6-C2F0-2245-8061D40A406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18000"/>
                    </a14:imgEffect>
                  </a14:imgLayer>
                </a14:imgProps>
              </a:ext>
              <a:ext uri="{28A0092B-C50C-407E-A947-70E740481C1C}">
                <a14:useLocalDpi xmlns:a14="http://schemas.microsoft.com/office/drawing/2010/main" val="0"/>
              </a:ext>
            </a:extLst>
          </a:blip>
          <a:srcRect/>
          <a:stretch/>
        </p:blipFill>
        <p:spPr>
          <a:xfrm>
            <a:off x="1188225" y="880881"/>
            <a:ext cx="3567598" cy="3793334"/>
          </a:xfrm>
          <a:prstGeom prst="rect">
            <a:avLst/>
          </a:prstGeom>
          <a:effectLst>
            <a:outerShdw blurRad="228600" dist="215900" dir="600000" algn="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18">
          <a:extLst>
            <a:ext uri="{FF2B5EF4-FFF2-40B4-BE49-F238E27FC236}">
              <a16:creationId xmlns:a16="http://schemas.microsoft.com/office/drawing/2014/main" id="{26AB51B5-2502-7150-23A4-376CD7B06151}"/>
            </a:ext>
          </a:extLst>
        </p:cNvPr>
        <p:cNvGrpSpPr/>
        <p:nvPr/>
      </p:nvGrpSpPr>
      <p:grpSpPr>
        <a:xfrm>
          <a:off x="0" y="0"/>
          <a:ext cx="0" cy="0"/>
          <a:chOff x="0" y="0"/>
          <a:chExt cx="0" cy="0"/>
        </a:xfrm>
      </p:grpSpPr>
      <p:sp>
        <p:nvSpPr>
          <p:cNvPr id="3" name="Google Shape;130;p29">
            <a:extLst>
              <a:ext uri="{FF2B5EF4-FFF2-40B4-BE49-F238E27FC236}">
                <a16:creationId xmlns:a16="http://schemas.microsoft.com/office/drawing/2014/main" id="{6E2F0282-8CC5-6C2A-5189-7BE17E2E9129}"/>
              </a:ext>
            </a:extLst>
          </p:cNvPr>
          <p:cNvSpPr txBox="1"/>
          <p:nvPr/>
        </p:nvSpPr>
        <p:spPr>
          <a:xfrm>
            <a:off x="1361109" y="1187071"/>
            <a:ext cx="8627100" cy="861734"/>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5000" dirty="0">
                <a:solidFill>
                  <a:schemeClr val="lt1"/>
                </a:solidFill>
                <a:latin typeface="Cambria"/>
                <a:ea typeface="Cambria"/>
                <a:sym typeface="Cambria"/>
              </a:rPr>
              <a:t>Body Text</a:t>
            </a:r>
            <a:endParaRPr sz="5000" dirty="0">
              <a:solidFill>
                <a:schemeClr val="lt1"/>
              </a:solidFill>
              <a:latin typeface="Cambria"/>
              <a:ea typeface="Cambria"/>
            </a:endParaRPr>
          </a:p>
        </p:txBody>
      </p:sp>
    </p:spTree>
    <p:extLst>
      <p:ext uri="{BB962C8B-B14F-4D97-AF65-F5344CB8AC3E}">
        <p14:creationId xmlns:p14="http://schemas.microsoft.com/office/powerpoint/2010/main" val="2791379404"/>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18">
          <a:extLst>
            <a:ext uri="{FF2B5EF4-FFF2-40B4-BE49-F238E27FC236}">
              <a16:creationId xmlns:a16="http://schemas.microsoft.com/office/drawing/2014/main" id="{3F41DDD4-B145-32E3-5211-B08DC6D43502}"/>
            </a:ext>
          </a:extLst>
        </p:cNvPr>
        <p:cNvGrpSpPr/>
        <p:nvPr/>
      </p:nvGrpSpPr>
      <p:grpSpPr>
        <a:xfrm>
          <a:off x="0" y="0"/>
          <a:ext cx="0" cy="0"/>
          <a:chOff x="0" y="0"/>
          <a:chExt cx="0" cy="0"/>
        </a:xfrm>
      </p:grpSpPr>
      <p:sp>
        <p:nvSpPr>
          <p:cNvPr id="2" name="Google Shape;130;p29">
            <a:extLst>
              <a:ext uri="{FF2B5EF4-FFF2-40B4-BE49-F238E27FC236}">
                <a16:creationId xmlns:a16="http://schemas.microsoft.com/office/drawing/2014/main" id="{29426D55-4324-7E0B-E9A1-809EB1B917AC}"/>
              </a:ext>
            </a:extLst>
          </p:cNvPr>
          <p:cNvSpPr txBox="1"/>
          <p:nvPr/>
        </p:nvSpPr>
        <p:spPr>
          <a:xfrm>
            <a:off x="3107605" y="4726684"/>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4" name="Google Shape;133;p29">
            <a:extLst>
              <a:ext uri="{FF2B5EF4-FFF2-40B4-BE49-F238E27FC236}">
                <a16:creationId xmlns:a16="http://schemas.microsoft.com/office/drawing/2014/main" id="{F0E4D168-A8AA-3180-32DF-26004B97159C}"/>
              </a:ext>
            </a:extLst>
          </p:cNvPr>
          <p:cNvSpPr/>
          <p:nvPr/>
        </p:nvSpPr>
        <p:spPr>
          <a:xfrm>
            <a:off x="1039499" y="4435895"/>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5" name="Google Shape;134;p29">
            <a:extLst>
              <a:ext uri="{FF2B5EF4-FFF2-40B4-BE49-F238E27FC236}">
                <a16:creationId xmlns:a16="http://schemas.microsoft.com/office/drawing/2014/main" id="{095BE541-169A-DB30-8037-1087CEE7A6C4}"/>
              </a:ext>
            </a:extLst>
          </p:cNvPr>
          <p:cNvSpPr txBox="1"/>
          <p:nvPr/>
        </p:nvSpPr>
        <p:spPr>
          <a:xfrm>
            <a:off x="1104807" y="4634400"/>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6" name="Group 5">
            <a:extLst>
              <a:ext uri="{FF2B5EF4-FFF2-40B4-BE49-F238E27FC236}">
                <a16:creationId xmlns:a16="http://schemas.microsoft.com/office/drawing/2014/main" id="{3D0B8ED1-8CFB-48FE-7610-23D81361F770}"/>
              </a:ext>
            </a:extLst>
          </p:cNvPr>
          <p:cNvGrpSpPr/>
          <p:nvPr/>
        </p:nvGrpSpPr>
        <p:grpSpPr>
          <a:xfrm>
            <a:off x="1039499" y="7170190"/>
            <a:ext cx="1597200" cy="1597200"/>
            <a:chOff x="1039499" y="8887793"/>
            <a:chExt cx="1597200" cy="1597200"/>
          </a:xfrm>
        </p:grpSpPr>
        <p:sp>
          <p:nvSpPr>
            <p:cNvPr id="7" name="Google Shape;135;p29">
              <a:extLst>
                <a:ext uri="{FF2B5EF4-FFF2-40B4-BE49-F238E27FC236}">
                  <a16:creationId xmlns:a16="http://schemas.microsoft.com/office/drawing/2014/main" id="{DDAE7523-C0A9-54FC-DE9F-B793CFD5FAE1}"/>
                </a:ext>
              </a:extLst>
            </p:cNvPr>
            <p:cNvSpPr/>
            <p:nvPr/>
          </p:nvSpPr>
          <p:spPr>
            <a:xfrm>
              <a:off x="1039499" y="8887793"/>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8" name="Google Shape;136;p29">
              <a:extLst>
                <a:ext uri="{FF2B5EF4-FFF2-40B4-BE49-F238E27FC236}">
                  <a16:creationId xmlns:a16="http://schemas.microsoft.com/office/drawing/2014/main" id="{98EFF1FE-AF14-BBA7-01D5-072BBF69221D}"/>
                </a:ext>
              </a:extLst>
            </p:cNvPr>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9" name="Group 8">
            <a:extLst>
              <a:ext uri="{FF2B5EF4-FFF2-40B4-BE49-F238E27FC236}">
                <a16:creationId xmlns:a16="http://schemas.microsoft.com/office/drawing/2014/main" id="{C17C245D-449C-D09D-DF3E-B48E6E77FF24}"/>
              </a:ext>
            </a:extLst>
          </p:cNvPr>
          <p:cNvGrpSpPr/>
          <p:nvPr/>
        </p:nvGrpSpPr>
        <p:grpSpPr>
          <a:xfrm>
            <a:off x="1039499" y="9862391"/>
            <a:ext cx="1597200" cy="1597200"/>
            <a:chOff x="1039499" y="11392904"/>
            <a:chExt cx="1597200" cy="1597200"/>
          </a:xfrm>
        </p:grpSpPr>
        <p:sp>
          <p:nvSpPr>
            <p:cNvPr id="10" name="Google Shape;137;p29">
              <a:extLst>
                <a:ext uri="{FF2B5EF4-FFF2-40B4-BE49-F238E27FC236}">
                  <a16:creationId xmlns:a16="http://schemas.microsoft.com/office/drawing/2014/main" id="{90357934-A201-6370-A047-2DA73AABD74C}"/>
                </a:ext>
              </a:extLst>
            </p:cNvPr>
            <p:cNvSpPr/>
            <p:nvPr/>
          </p:nvSpPr>
          <p:spPr>
            <a:xfrm>
              <a:off x="1039499" y="11392904"/>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1" name="Google Shape;138;p29">
              <a:extLst>
                <a:ext uri="{FF2B5EF4-FFF2-40B4-BE49-F238E27FC236}">
                  <a16:creationId xmlns:a16="http://schemas.microsoft.com/office/drawing/2014/main" id="{ED27BDD2-1594-C17A-0B42-3BF22DAE01C0}"/>
                </a:ext>
              </a:extLst>
            </p:cNvPr>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E</a:t>
              </a:r>
              <a:endParaRPr sz="7000" b="1" dirty="0">
                <a:solidFill>
                  <a:schemeClr val="lt1"/>
                </a:solidFill>
                <a:latin typeface="Cambria"/>
                <a:ea typeface="Cambria"/>
              </a:endParaRPr>
            </a:p>
          </p:txBody>
        </p:sp>
      </p:grpSp>
      <p:grpSp>
        <p:nvGrpSpPr>
          <p:cNvPr id="12" name="Group 11">
            <a:extLst>
              <a:ext uri="{FF2B5EF4-FFF2-40B4-BE49-F238E27FC236}">
                <a16:creationId xmlns:a16="http://schemas.microsoft.com/office/drawing/2014/main" id="{C1774F47-F725-BC6D-CEF3-1CBC0B63821D}"/>
              </a:ext>
            </a:extLst>
          </p:cNvPr>
          <p:cNvGrpSpPr/>
          <p:nvPr/>
        </p:nvGrpSpPr>
        <p:grpSpPr>
          <a:xfrm>
            <a:off x="1039499" y="12596686"/>
            <a:ext cx="1597200" cy="1597200"/>
            <a:chOff x="1039499" y="13898015"/>
            <a:chExt cx="1597200" cy="1597200"/>
          </a:xfrm>
        </p:grpSpPr>
        <p:sp>
          <p:nvSpPr>
            <p:cNvPr id="13" name="Google Shape;139;p29">
              <a:extLst>
                <a:ext uri="{FF2B5EF4-FFF2-40B4-BE49-F238E27FC236}">
                  <a16:creationId xmlns:a16="http://schemas.microsoft.com/office/drawing/2014/main" id="{F522884C-8A0E-D7AE-8035-6813D56CACCF}"/>
                </a:ext>
              </a:extLst>
            </p:cNvPr>
            <p:cNvSpPr/>
            <p:nvPr/>
          </p:nvSpPr>
          <p:spPr>
            <a:xfrm>
              <a:off x="1039499" y="13898015"/>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4" name="Google Shape;140;p29">
              <a:extLst>
                <a:ext uri="{FF2B5EF4-FFF2-40B4-BE49-F238E27FC236}">
                  <a16:creationId xmlns:a16="http://schemas.microsoft.com/office/drawing/2014/main" id="{D246E9D4-8FFA-F400-401E-F4085B58573F}"/>
                </a:ext>
              </a:extLst>
            </p:cNvPr>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G</a:t>
              </a:r>
              <a:endParaRPr sz="7000" b="1" dirty="0">
                <a:solidFill>
                  <a:schemeClr val="lt1"/>
                </a:solidFill>
                <a:latin typeface="Cambria"/>
                <a:ea typeface="Cambria"/>
              </a:endParaRPr>
            </a:p>
          </p:txBody>
        </p:sp>
      </p:grpSp>
      <p:sp>
        <p:nvSpPr>
          <p:cNvPr id="15" name="Google Shape;130;p29">
            <a:extLst>
              <a:ext uri="{FF2B5EF4-FFF2-40B4-BE49-F238E27FC236}">
                <a16:creationId xmlns:a16="http://schemas.microsoft.com/office/drawing/2014/main" id="{4B777620-AA0F-B723-7A79-464025045C3D}"/>
              </a:ext>
            </a:extLst>
          </p:cNvPr>
          <p:cNvSpPr txBox="1"/>
          <p:nvPr/>
        </p:nvSpPr>
        <p:spPr>
          <a:xfrm>
            <a:off x="3107605" y="7400781"/>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16" name="Google Shape;130;p29">
            <a:extLst>
              <a:ext uri="{FF2B5EF4-FFF2-40B4-BE49-F238E27FC236}">
                <a16:creationId xmlns:a16="http://schemas.microsoft.com/office/drawing/2014/main" id="{2A39B08B-E8F2-59ED-259B-97B65E74E6BF}"/>
              </a:ext>
            </a:extLst>
          </p:cNvPr>
          <p:cNvSpPr txBox="1"/>
          <p:nvPr/>
        </p:nvSpPr>
        <p:spPr>
          <a:xfrm>
            <a:off x="3107605" y="10042957"/>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17" name="Google Shape;130;p29">
            <a:extLst>
              <a:ext uri="{FF2B5EF4-FFF2-40B4-BE49-F238E27FC236}">
                <a16:creationId xmlns:a16="http://schemas.microsoft.com/office/drawing/2014/main" id="{64CE6848-B993-28F7-5DB0-B04E956D6D7E}"/>
              </a:ext>
            </a:extLst>
          </p:cNvPr>
          <p:cNvSpPr txBox="1"/>
          <p:nvPr/>
        </p:nvSpPr>
        <p:spPr>
          <a:xfrm>
            <a:off x="3107605" y="12795191"/>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18" name="Google Shape;130;p29">
            <a:extLst>
              <a:ext uri="{FF2B5EF4-FFF2-40B4-BE49-F238E27FC236}">
                <a16:creationId xmlns:a16="http://schemas.microsoft.com/office/drawing/2014/main" id="{A06D04E4-63E6-FF90-6111-D48402B336BC}"/>
              </a:ext>
            </a:extLst>
          </p:cNvPr>
          <p:cNvSpPr txBox="1"/>
          <p:nvPr/>
        </p:nvSpPr>
        <p:spPr>
          <a:xfrm>
            <a:off x="21513592" y="4726684"/>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19" name="Google Shape;133;p29">
            <a:extLst>
              <a:ext uri="{FF2B5EF4-FFF2-40B4-BE49-F238E27FC236}">
                <a16:creationId xmlns:a16="http://schemas.microsoft.com/office/drawing/2014/main" id="{4DA19471-7BF5-7C6A-7F98-760FD5E51D88}"/>
              </a:ext>
            </a:extLst>
          </p:cNvPr>
          <p:cNvSpPr/>
          <p:nvPr/>
        </p:nvSpPr>
        <p:spPr>
          <a:xfrm>
            <a:off x="19445486" y="4435895"/>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20" name="Google Shape;134;p29">
            <a:extLst>
              <a:ext uri="{FF2B5EF4-FFF2-40B4-BE49-F238E27FC236}">
                <a16:creationId xmlns:a16="http://schemas.microsoft.com/office/drawing/2014/main" id="{CB48506B-60E9-0FCB-EB8B-EFA20303EDEC}"/>
              </a:ext>
            </a:extLst>
          </p:cNvPr>
          <p:cNvSpPr txBox="1"/>
          <p:nvPr/>
        </p:nvSpPr>
        <p:spPr>
          <a:xfrm>
            <a:off x="19510794" y="4634400"/>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nvGrpSpPr>
          <p:cNvPr id="21" name="Group 20">
            <a:extLst>
              <a:ext uri="{FF2B5EF4-FFF2-40B4-BE49-F238E27FC236}">
                <a16:creationId xmlns:a16="http://schemas.microsoft.com/office/drawing/2014/main" id="{5214C5C8-A6D3-777C-374B-5438B0AAA39B}"/>
              </a:ext>
            </a:extLst>
          </p:cNvPr>
          <p:cNvGrpSpPr/>
          <p:nvPr/>
        </p:nvGrpSpPr>
        <p:grpSpPr>
          <a:xfrm>
            <a:off x="19445486" y="7170190"/>
            <a:ext cx="1597200" cy="1597200"/>
            <a:chOff x="1039499" y="8887793"/>
            <a:chExt cx="1597200" cy="1597200"/>
          </a:xfrm>
        </p:grpSpPr>
        <p:sp>
          <p:nvSpPr>
            <p:cNvPr id="22" name="Google Shape;135;p29">
              <a:extLst>
                <a:ext uri="{FF2B5EF4-FFF2-40B4-BE49-F238E27FC236}">
                  <a16:creationId xmlns:a16="http://schemas.microsoft.com/office/drawing/2014/main" id="{3CE02816-FFAB-FE74-A324-ADAA13EA66DE}"/>
                </a:ext>
              </a:extLst>
            </p:cNvPr>
            <p:cNvSpPr/>
            <p:nvPr/>
          </p:nvSpPr>
          <p:spPr>
            <a:xfrm>
              <a:off x="1039499" y="8887793"/>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23" name="Google Shape;136;p29">
              <a:extLst>
                <a:ext uri="{FF2B5EF4-FFF2-40B4-BE49-F238E27FC236}">
                  <a16:creationId xmlns:a16="http://schemas.microsoft.com/office/drawing/2014/main" id="{7DAD5C25-91CE-5C6D-E9DF-6B868AAD0474}"/>
                </a:ext>
              </a:extLst>
            </p:cNvPr>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grpSp>
        <p:nvGrpSpPr>
          <p:cNvPr id="24" name="Group 23">
            <a:extLst>
              <a:ext uri="{FF2B5EF4-FFF2-40B4-BE49-F238E27FC236}">
                <a16:creationId xmlns:a16="http://schemas.microsoft.com/office/drawing/2014/main" id="{960FF3B7-B88B-E6D9-AEB8-AB69F07F6EA9}"/>
              </a:ext>
            </a:extLst>
          </p:cNvPr>
          <p:cNvGrpSpPr/>
          <p:nvPr/>
        </p:nvGrpSpPr>
        <p:grpSpPr>
          <a:xfrm>
            <a:off x="19445486" y="9862391"/>
            <a:ext cx="1597200" cy="1597200"/>
            <a:chOff x="1039499" y="11392904"/>
            <a:chExt cx="1597200" cy="1597200"/>
          </a:xfrm>
        </p:grpSpPr>
        <p:sp>
          <p:nvSpPr>
            <p:cNvPr id="25" name="Google Shape;137;p29">
              <a:extLst>
                <a:ext uri="{FF2B5EF4-FFF2-40B4-BE49-F238E27FC236}">
                  <a16:creationId xmlns:a16="http://schemas.microsoft.com/office/drawing/2014/main" id="{0CC14B4D-16DE-0808-B3E8-C4A677ABE0C2}"/>
                </a:ext>
              </a:extLst>
            </p:cNvPr>
            <p:cNvSpPr/>
            <p:nvPr/>
          </p:nvSpPr>
          <p:spPr>
            <a:xfrm>
              <a:off x="1039499" y="11392904"/>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26" name="Google Shape;138;p29">
              <a:extLst>
                <a:ext uri="{FF2B5EF4-FFF2-40B4-BE49-F238E27FC236}">
                  <a16:creationId xmlns:a16="http://schemas.microsoft.com/office/drawing/2014/main" id="{50FBE4C3-729A-B3C2-A83A-43497A5DF2BC}"/>
                </a:ext>
              </a:extLst>
            </p:cNvPr>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F</a:t>
              </a:r>
              <a:endParaRPr sz="7000" b="1" dirty="0">
                <a:solidFill>
                  <a:schemeClr val="lt1"/>
                </a:solidFill>
                <a:latin typeface="Cambria"/>
                <a:ea typeface="Cambria"/>
              </a:endParaRPr>
            </a:p>
          </p:txBody>
        </p:sp>
      </p:grpSp>
      <p:grpSp>
        <p:nvGrpSpPr>
          <p:cNvPr id="27" name="Group 26">
            <a:extLst>
              <a:ext uri="{FF2B5EF4-FFF2-40B4-BE49-F238E27FC236}">
                <a16:creationId xmlns:a16="http://schemas.microsoft.com/office/drawing/2014/main" id="{7B07726D-E4C4-4F2A-83EF-34868976907C}"/>
              </a:ext>
            </a:extLst>
          </p:cNvPr>
          <p:cNvGrpSpPr/>
          <p:nvPr/>
        </p:nvGrpSpPr>
        <p:grpSpPr>
          <a:xfrm>
            <a:off x="19445486" y="12596686"/>
            <a:ext cx="1597200" cy="1597200"/>
            <a:chOff x="1039499" y="13898015"/>
            <a:chExt cx="1597200" cy="1597200"/>
          </a:xfrm>
        </p:grpSpPr>
        <p:sp>
          <p:nvSpPr>
            <p:cNvPr id="28" name="Google Shape;139;p29">
              <a:extLst>
                <a:ext uri="{FF2B5EF4-FFF2-40B4-BE49-F238E27FC236}">
                  <a16:creationId xmlns:a16="http://schemas.microsoft.com/office/drawing/2014/main" id="{111A62B5-496B-072A-0C08-D37176D90380}"/>
                </a:ext>
              </a:extLst>
            </p:cNvPr>
            <p:cNvSpPr/>
            <p:nvPr/>
          </p:nvSpPr>
          <p:spPr>
            <a:xfrm>
              <a:off x="1039499" y="13898015"/>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29" name="Google Shape;140;p29">
              <a:extLst>
                <a:ext uri="{FF2B5EF4-FFF2-40B4-BE49-F238E27FC236}">
                  <a16:creationId xmlns:a16="http://schemas.microsoft.com/office/drawing/2014/main" id="{020C6646-59E7-8F83-E0AB-ECC79F25A303}"/>
                </a:ext>
              </a:extLst>
            </p:cNvPr>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H</a:t>
              </a:r>
              <a:endParaRPr sz="7000" b="1" dirty="0">
                <a:solidFill>
                  <a:schemeClr val="lt1"/>
                </a:solidFill>
                <a:latin typeface="Cambria"/>
                <a:ea typeface="Cambria"/>
              </a:endParaRPr>
            </a:p>
          </p:txBody>
        </p:sp>
      </p:grpSp>
      <p:sp>
        <p:nvSpPr>
          <p:cNvPr id="30" name="Google Shape;130;p29">
            <a:extLst>
              <a:ext uri="{FF2B5EF4-FFF2-40B4-BE49-F238E27FC236}">
                <a16:creationId xmlns:a16="http://schemas.microsoft.com/office/drawing/2014/main" id="{F53089FE-4416-6676-AC0E-34403129B305}"/>
              </a:ext>
            </a:extLst>
          </p:cNvPr>
          <p:cNvSpPr txBox="1"/>
          <p:nvPr/>
        </p:nvSpPr>
        <p:spPr>
          <a:xfrm>
            <a:off x="21513592" y="7400781"/>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31" name="Google Shape;130;p29">
            <a:extLst>
              <a:ext uri="{FF2B5EF4-FFF2-40B4-BE49-F238E27FC236}">
                <a16:creationId xmlns:a16="http://schemas.microsoft.com/office/drawing/2014/main" id="{735EB505-4DA9-6A44-7B8C-3FE0253AE3E0}"/>
              </a:ext>
            </a:extLst>
          </p:cNvPr>
          <p:cNvSpPr txBox="1"/>
          <p:nvPr/>
        </p:nvSpPr>
        <p:spPr>
          <a:xfrm>
            <a:off x="21513592" y="10042957"/>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32" name="Google Shape;130;p29">
            <a:extLst>
              <a:ext uri="{FF2B5EF4-FFF2-40B4-BE49-F238E27FC236}">
                <a16:creationId xmlns:a16="http://schemas.microsoft.com/office/drawing/2014/main" id="{0ECC0E4D-6810-A197-9CA5-648597CBAE23}"/>
              </a:ext>
            </a:extLst>
          </p:cNvPr>
          <p:cNvSpPr txBox="1"/>
          <p:nvPr/>
        </p:nvSpPr>
        <p:spPr>
          <a:xfrm>
            <a:off x="21513592" y="12795191"/>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Tree>
    <p:extLst>
      <p:ext uri="{BB962C8B-B14F-4D97-AF65-F5344CB8AC3E}">
        <p14:creationId xmlns:p14="http://schemas.microsoft.com/office/powerpoint/2010/main" val="1224712278"/>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18">
          <a:extLst>
            <a:ext uri="{FF2B5EF4-FFF2-40B4-BE49-F238E27FC236}">
              <a16:creationId xmlns:a16="http://schemas.microsoft.com/office/drawing/2014/main" id="{E921A75F-F8EA-DCC8-11FF-1AB2002C1856}"/>
            </a:ext>
          </a:extLst>
        </p:cNvPr>
        <p:cNvGrpSpPr/>
        <p:nvPr/>
      </p:nvGrpSpPr>
      <p:grpSpPr>
        <a:xfrm>
          <a:off x="0" y="0"/>
          <a:ext cx="0" cy="0"/>
          <a:chOff x="0" y="0"/>
          <a:chExt cx="0" cy="0"/>
        </a:xfrm>
      </p:grpSpPr>
      <p:sp>
        <p:nvSpPr>
          <p:cNvPr id="4" name="Google Shape;130;p29">
            <a:extLst>
              <a:ext uri="{FF2B5EF4-FFF2-40B4-BE49-F238E27FC236}">
                <a16:creationId xmlns:a16="http://schemas.microsoft.com/office/drawing/2014/main" id="{EFF90583-8165-49EF-A0A4-FB9EE0786D7D}"/>
              </a:ext>
            </a:extLst>
          </p:cNvPr>
          <p:cNvSpPr txBox="1"/>
          <p:nvPr/>
        </p:nvSpPr>
        <p:spPr>
          <a:xfrm>
            <a:off x="3320595" y="5416339"/>
            <a:ext cx="8627100" cy="11633914"/>
          </a:xfrm>
          <a:prstGeom prst="rect">
            <a:avLst/>
          </a:prstGeom>
          <a:noFill/>
          <a:ln>
            <a:noFill/>
          </a:ln>
        </p:spPr>
        <p:txBody>
          <a:bodyPr spcFirstLastPara="1" wrap="square" lIns="91425" tIns="45700" rIns="91425" bIns="45700" anchor="t" anchorCtr="0">
            <a:spAutoFit/>
          </a:bodyPr>
          <a:lstStyle/>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a:p>
            <a:pPr marL="1062038" indent="-1062038">
              <a:lnSpc>
                <a:spcPct val="150000"/>
              </a:lnSpc>
              <a:buClr>
                <a:schemeClr val="bg1"/>
              </a:buClr>
              <a:buSzPct val="80000"/>
              <a:buFont typeface="Wingdings" panose="05000000000000000000" pitchFamily="2" charset="2"/>
              <a:buChar char="Ø"/>
            </a:pPr>
            <a:r>
              <a:rPr lang="en-IN" sz="5000" dirty="0">
                <a:solidFill>
                  <a:schemeClr val="lt1"/>
                </a:solidFill>
                <a:latin typeface="Cambria"/>
                <a:ea typeface="Cambria"/>
                <a:sym typeface="Cambria"/>
              </a:rPr>
              <a:t>Body Text</a:t>
            </a:r>
            <a:endParaRPr sz="5000" dirty="0">
              <a:solidFill>
                <a:schemeClr val="lt1"/>
              </a:solidFill>
              <a:latin typeface="Cambria"/>
              <a:ea typeface="Cambria"/>
            </a:endParaRPr>
          </a:p>
        </p:txBody>
      </p:sp>
      <p:pic>
        <p:nvPicPr>
          <p:cNvPr id="6" name="Picture 5" descr="Gravity - Newton's Law, Universal Force, Mass Attraction | Britannica">
            <a:extLst>
              <a:ext uri="{FF2B5EF4-FFF2-40B4-BE49-F238E27FC236}">
                <a16:creationId xmlns:a16="http://schemas.microsoft.com/office/drawing/2014/main" id="{7AA71F45-401C-8407-F929-17076E0C6E25}"/>
              </a:ext>
            </a:extLst>
          </p:cNvPr>
          <p:cNvPicPr>
            <a:picLocks noChangeAspect="1"/>
          </p:cNvPicPr>
          <p:nvPr/>
        </p:nvPicPr>
        <p:blipFill>
          <a:blip r:embed="rId4"/>
          <a:srcRect b="5774"/>
          <a:stretch>
            <a:fillRect/>
          </a:stretch>
        </p:blipFill>
        <p:spPr>
          <a:xfrm>
            <a:off x="23055193" y="3995695"/>
            <a:ext cx="11880273" cy="13054558"/>
          </a:xfrm>
          <a:prstGeom prst="roundRect">
            <a:avLst>
              <a:gd name="adj" fmla="val 402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 name="Google Shape;129;p29">
            <a:extLst>
              <a:ext uri="{FF2B5EF4-FFF2-40B4-BE49-F238E27FC236}">
                <a16:creationId xmlns:a16="http://schemas.microsoft.com/office/drawing/2014/main" id="{39D9DFBE-0344-EAF0-AF97-FA9EF1D4C325}"/>
              </a:ext>
            </a:extLst>
          </p:cNvPr>
          <p:cNvSpPr txBox="1"/>
          <p:nvPr/>
        </p:nvSpPr>
        <p:spPr>
          <a:xfrm>
            <a:off x="1104806" y="2396709"/>
            <a:ext cx="26522400" cy="1015622"/>
          </a:xfrm>
          <a:prstGeom prst="rect">
            <a:avLst/>
          </a:prstGeom>
          <a:noFill/>
          <a:ln>
            <a:noFill/>
          </a:ln>
        </p:spPr>
        <p:txBody>
          <a:bodyPr spcFirstLastPara="1" wrap="square" lIns="91425" tIns="45700" rIns="91425" bIns="45700" anchor="t" anchorCtr="0">
            <a:spAutoFit/>
          </a:bodyPr>
          <a:lstStyle/>
          <a:p>
            <a:pPr marL="2346325" lvl="0" indent="-2346325">
              <a:buSzPts val="8400"/>
              <a:buFont typeface="Arial"/>
              <a:buNone/>
            </a:pPr>
            <a:r>
              <a:rPr lang="en-IN" sz="6000" b="1" dirty="0">
                <a:solidFill>
                  <a:schemeClr val="lt1"/>
                </a:solidFill>
                <a:latin typeface="Cambria"/>
                <a:ea typeface="Cambria"/>
                <a:sym typeface="Cambria"/>
              </a:rPr>
              <a:t>Type question here</a:t>
            </a:r>
            <a:endParaRPr sz="6000" b="1" dirty="0">
              <a:solidFill>
                <a:schemeClr val="lt1"/>
              </a:solidFill>
              <a:latin typeface="Cambria"/>
              <a:ea typeface="Cambria"/>
            </a:endParaRPr>
          </a:p>
        </p:txBody>
      </p:sp>
      <p:sp>
        <p:nvSpPr>
          <p:cNvPr id="10" name="Google Shape;131;p29">
            <a:extLst>
              <a:ext uri="{FF2B5EF4-FFF2-40B4-BE49-F238E27FC236}">
                <a16:creationId xmlns:a16="http://schemas.microsoft.com/office/drawing/2014/main" id="{4FFBC86C-8942-37DF-9A05-674BF978C990}"/>
              </a:ext>
            </a:extLst>
          </p:cNvPr>
          <p:cNvSpPr/>
          <p:nvPr/>
        </p:nvSpPr>
        <p:spPr>
          <a:xfrm>
            <a:off x="-1864528" y="681774"/>
            <a:ext cx="7081988" cy="1569660"/>
          </a:xfrm>
          <a:prstGeom prst="roundRect">
            <a:avLst>
              <a:gd name="adj" fmla="val 19933"/>
            </a:avLst>
          </a:prstGeom>
          <a:solidFill>
            <a:srgbClr val="7030A0"/>
          </a:solidFill>
          <a:ln w="38100">
            <a:gradFill>
              <a:gsLst>
                <a:gs pos="0">
                  <a:schemeClr val="accent5">
                    <a:lumMod val="40000"/>
                    <a:lumOff val="60000"/>
                  </a:schemeClr>
                </a:gs>
                <a:gs pos="57000">
                  <a:schemeClr val="accent5">
                    <a:lumMod val="75000"/>
                  </a:schemeClr>
                </a:gs>
                <a:gs pos="100000">
                  <a:schemeClr val="accent5">
                    <a:lumMod val="40000"/>
                    <a:lumOff val="60000"/>
                  </a:schemeClr>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6600" kern="1200">
              <a:solidFill>
                <a:schemeClr val="bg1"/>
              </a:solidFill>
              <a:effectLst>
                <a:outerShdw blurRad="38100" dist="38100" dir="2700000" algn="tl">
                  <a:srgbClr val="000000">
                    <a:alpha val="43137"/>
                  </a:srgbClr>
                </a:outerShdw>
              </a:effectLst>
              <a:latin typeface="Calibri" panose="020F0502020204030204"/>
              <a:sym typeface="Poppins"/>
            </a:endParaRPr>
          </a:p>
        </p:txBody>
      </p:sp>
      <p:sp>
        <p:nvSpPr>
          <p:cNvPr id="12" name="Google Shape;132;p29">
            <a:extLst>
              <a:ext uri="{FF2B5EF4-FFF2-40B4-BE49-F238E27FC236}">
                <a16:creationId xmlns:a16="http://schemas.microsoft.com/office/drawing/2014/main" id="{6002BE25-3897-1562-B816-D71839A2B4CD}"/>
              </a:ext>
            </a:extLst>
          </p:cNvPr>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Tree>
    <p:extLst>
      <p:ext uri="{BB962C8B-B14F-4D97-AF65-F5344CB8AC3E}">
        <p14:creationId xmlns:p14="http://schemas.microsoft.com/office/powerpoint/2010/main" val="4255498168"/>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18">
          <a:extLst>
            <a:ext uri="{FF2B5EF4-FFF2-40B4-BE49-F238E27FC236}">
              <a16:creationId xmlns:a16="http://schemas.microsoft.com/office/drawing/2014/main" id="{457B9F83-F537-CAC7-B446-176CF55E4734}"/>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B184D9D-C449-2530-AFD5-04123E048283}"/>
              </a:ext>
            </a:extLst>
          </p:cNvPr>
          <p:cNvGraphicFramePr>
            <a:graphicFrameLocks noGrp="1"/>
          </p:cNvGraphicFramePr>
          <p:nvPr>
            <p:extLst>
              <p:ext uri="{D42A27DB-BD31-4B8C-83A1-F6EECF244321}">
                <p14:modId xmlns:p14="http://schemas.microsoft.com/office/powerpoint/2010/main" val="3290758268"/>
              </p:ext>
            </p:extLst>
          </p:nvPr>
        </p:nvGraphicFramePr>
        <p:xfrm>
          <a:off x="6096000" y="2773368"/>
          <a:ext cx="24384000" cy="15027264"/>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115232346"/>
                    </a:ext>
                  </a:extLst>
                </a:gridCol>
                <a:gridCol w="4876800">
                  <a:extLst>
                    <a:ext uri="{9D8B030D-6E8A-4147-A177-3AD203B41FA5}">
                      <a16:colId xmlns:a16="http://schemas.microsoft.com/office/drawing/2014/main" val="250700921"/>
                    </a:ext>
                  </a:extLst>
                </a:gridCol>
                <a:gridCol w="4876800">
                  <a:extLst>
                    <a:ext uri="{9D8B030D-6E8A-4147-A177-3AD203B41FA5}">
                      <a16:colId xmlns:a16="http://schemas.microsoft.com/office/drawing/2014/main" val="3065242915"/>
                    </a:ext>
                  </a:extLst>
                </a:gridCol>
                <a:gridCol w="4876800">
                  <a:extLst>
                    <a:ext uri="{9D8B030D-6E8A-4147-A177-3AD203B41FA5}">
                      <a16:colId xmlns:a16="http://schemas.microsoft.com/office/drawing/2014/main" val="2706299547"/>
                    </a:ext>
                  </a:extLst>
                </a:gridCol>
                <a:gridCol w="4876800">
                  <a:extLst>
                    <a:ext uri="{9D8B030D-6E8A-4147-A177-3AD203B41FA5}">
                      <a16:colId xmlns:a16="http://schemas.microsoft.com/office/drawing/2014/main" val="97283171"/>
                    </a:ext>
                  </a:extLst>
                </a:gridCol>
              </a:tblGrid>
              <a:tr h="1252272">
                <a:tc gridSpan="5">
                  <a:txBody>
                    <a:bodyPr/>
                    <a:lstStyle/>
                    <a:p>
                      <a:pPr marL="0" marR="0" lvl="0" indent="0" algn="ctr" rtl="0">
                        <a:lnSpc>
                          <a:spcPct val="110000"/>
                        </a:lnSpc>
                        <a:spcBef>
                          <a:spcPts val="600"/>
                        </a:spcBef>
                        <a:spcAft>
                          <a:spcPts val="0"/>
                        </a:spcAft>
                        <a:buClr>
                          <a:srgbClr val="000000"/>
                        </a:buClr>
                        <a:buFont typeface="Arial"/>
                        <a:buNone/>
                      </a:pPr>
                      <a:r>
                        <a:rPr lang="en-IN" sz="6000" b="1" i="0" u="none" strike="noStrike" cap="none" dirty="0">
                          <a:solidFill>
                            <a:schemeClr val="lt1"/>
                          </a:solidFill>
                          <a:latin typeface="Cambria"/>
                          <a:ea typeface="Cambria"/>
                          <a:sym typeface="Arial"/>
                        </a:rPr>
                        <a:t>Heading</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030A0"/>
                    </a:solidFill>
                  </a:tcPr>
                </a:tc>
                <a:tc hMerge="1">
                  <a:txBody>
                    <a:bodyPr/>
                    <a:lstStyle/>
                    <a:p>
                      <a:endParaRPr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IN" dirty="0"/>
                    </a:p>
                  </a:txBody>
                  <a:tcPr/>
                </a:tc>
                <a:tc hMerge="1">
                  <a:txBody>
                    <a:bodyPr/>
                    <a:lstStyle/>
                    <a:p>
                      <a:endParaRPr lang="en-IN" dirty="0"/>
                    </a:p>
                  </a:txBody>
                  <a:tcPr/>
                </a:tc>
                <a:tc hMerge="1">
                  <a:txBody>
                    <a:bodyPr/>
                    <a:lstStyle/>
                    <a:p>
                      <a:endParaRPr lang="en-IN" dirty="0"/>
                    </a:p>
                  </a:txBody>
                  <a:tcPr/>
                </a:tc>
                <a:extLst>
                  <a:ext uri="{0D108BD9-81ED-4DB2-BD59-A6C34878D82A}">
                    <a16:rowId xmlns:a16="http://schemas.microsoft.com/office/drawing/2014/main" val="1083069402"/>
                  </a:ext>
                </a:extLst>
              </a:tr>
              <a:tr h="1252272">
                <a:tc>
                  <a:txBody>
                    <a:bodyPr/>
                    <a:lstStyle/>
                    <a:p>
                      <a:pPr marL="0" marR="0" lvl="0" indent="0" algn="ctr" rtl="0">
                        <a:lnSpc>
                          <a:spcPct val="110000"/>
                        </a:lnSpc>
                        <a:spcBef>
                          <a:spcPts val="600"/>
                        </a:spcBef>
                        <a:spcAft>
                          <a:spcPts val="0"/>
                        </a:spcAft>
                        <a:buClr>
                          <a:srgbClr val="000000"/>
                        </a:buClr>
                        <a:buFont typeface="Arial"/>
                        <a:buNone/>
                      </a:pPr>
                      <a:r>
                        <a:rPr lang="en-IN" sz="5000" b="1" i="0" u="none" strike="noStrike" cap="none" dirty="0">
                          <a:solidFill>
                            <a:schemeClr val="tx1"/>
                          </a:solidFill>
                          <a:latin typeface="Cambria"/>
                          <a:ea typeface="Cambria"/>
                          <a:sym typeface="Arial"/>
                        </a:rPr>
                        <a:t>SL. No.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10000"/>
                        </a:lnSpc>
                        <a:spcBef>
                          <a:spcPts val="600"/>
                        </a:spcBef>
                        <a:spcAft>
                          <a:spcPts val="0"/>
                        </a:spcAft>
                        <a:buClr>
                          <a:srgbClr val="000000"/>
                        </a:buClr>
                        <a:buFont typeface="Arial"/>
                        <a:buNone/>
                      </a:pPr>
                      <a:r>
                        <a:rPr lang="en-IN" sz="5000" b="1" i="0" u="none" strike="noStrike" cap="none" dirty="0">
                          <a:solidFill>
                            <a:schemeClr val="tx1"/>
                          </a:solidFill>
                          <a:latin typeface="Cambria"/>
                          <a:ea typeface="Cambria"/>
                          <a:sym typeface="Arial"/>
                        </a:rPr>
                        <a:t>Subject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1" i="0" u="none" strike="noStrike" kern="0" cap="none" spc="0" normalizeH="0" baseline="0" noProof="0">
                          <a:ln>
                            <a:noFill/>
                          </a:ln>
                          <a:solidFill>
                            <a:srgbClr val="000000"/>
                          </a:solidFill>
                          <a:effectLst/>
                          <a:uLnTx/>
                          <a:uFillTx/>
                          <a:latin typeface="Cambria"/>
                          <a:ea typeface="Cambria"/>
                          <a:cs typeface="+mn-cs"/>
                          <a:sym typeface="Arial"/>
                        </a:rPr>
                        <a:t>Subject</a:t>
                      </a:r>
                      <a:endParaRPr kumimoji="0" lang="en-IN" sz="5000" b="1"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1" i="0" u="none" strike="noStrike" kern="0" cap="none" spc="0" normalizeH="0" baseline="0" noProof="0">
                          <a:ln>
                            <a:noFill/>
                          </a:ln>
                          <a:solidFill>
                            <a:srgbClr val="000000"/>
                          </a:solidFill>
                          <a:effectLst/>
                          <a:uLnTx/>
                          <a:uFillTx/>
                          <a:latin typeface="Cambria"/>
                          <a:ea typeface="Cambria"/>
                          <a:cs typeface="+mn-cs"/>
                          <a:sym typeface="Arial"/>
                        </a:rPr>
                        <a:t>Subject</a:t>
                      </a:r>
                      <a:endParaRPr kumimoji="0" lang="en-IN" sz="5000" b="1"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1" i="0" u="none" strike="noStrike" kern="0" cap="none" spc="0" normalizeH="0" baseline="0" noProof="0" dirty="0">
                          <a:ln>
                            <a:noFill/>
                          </a:ln>
                          <a:solidFill>
                            <a:srgbClr val="000000"/>
                          </a:solidFill>
                          <a:effectLst/>
                          <a:uLnTx/>
                          <a:uFillTx/>
                          <a:latin typeface="Cambria"/>
                          <a:ea typeface="Cambria"/>
                          <a:cs typeface="+mn-cs"/>
                          <a:sym typeface="Arial"/>
                        </a:rPr>
                        <a:t>Subject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5109299"/>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0886690"/>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1163172"/>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8113404"/>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906453"/>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31626388"/>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55515683"/>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18728006"/>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a:ln>
                            <a:noFill/>
                          </a:ln>
                          <a:solidFill>
                            <a:srgbClr val="000000"/>
                          </a:solidFill>
                          <a:effectLst/>
                          <a:uLnTx/>
                          <a:uFillTx/>
                          <a:latin typeface="Cambria"/>
                          <a:ea typeface="Cambria"/>
                          <a:cs typeface="+mn-cs"/>
                          <a:sym typeface="Arial"/>
                        </a:rPr>
                        <a:t>Body</a:t>
                      </a:r>
                      <a:endParaRPr kumimoji="0" lang="en-IN" sz="5000" b="0" i="0" u="none" strike="noStrike" kern="0" cap="none" spc="0" normalizeH="0" baseline="0" noProof="0" dirty="0">
                        <a:ln>
                          <a:noFill/>
                        </a:ln>
                        <a:solidFill>
                          <a:srgbClr val="000000"/>
                        </a:solidFill>
                        <a:effectLst/>
                        <a:uLnTx/>
                        <a:uFillTx/>
                        <a:latin typeface="Cambria"/>
                        <a:ea typeface="Cambria"/>
                        <a:cs typeface="+mn-cs"/>
                        <a:sym typeface="Aria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0755407"/>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3937359"/>
                  </a:ext>
                </a:extLst>
              </a:tr>
              <a:tr h="1252272">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10000"/>
                        </a:lnSpc>
                        <a:spcBef>
                          <a:spcPts val="600"/>
                        </a:spcBef>
                        <a:spcAft>
                          <a:spcPts val="0"/>
                        </a:spcAft>
                        <a:buClr>
                          <a:srgbClr val="000000"/>
                        </a:buClr>
                        <a:buSzTx/>
                        <a:buFont typeface="Arial"/>
                        <a:buNone/>
                        <a:tabLst/>
                        <a:defRPr/>
                      </a:pPr>
                      <a:r>
                        <a:rPr kumimoji="0" lang="en-IN" sz="5000" b="0" i="0" u="none" strike="noStrike" kern="0" cap="none" spc="0" normalizeH="0" baseline="0" noProof="0" dirty="0">
                          <a:ln>
                            <a:noFill/>
                          </a:ln>
                          <a:solidFill>
                            <a:srgbClr val="000000"/>
                          </a:solidFill>
                          <a:effectLst/>
                          <a:uLnTx/>
                          <a:uFillTx/>
                          <a:latin typeface="Cambria"/>
                          <a:ea typeface="Cambria"/>
                          <a:cs typeface="+mn-cs"/>
                          <a:sym typeface="Arial"/>
                        </a:rPr>
                        <a:t>Body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210943"/>
                  </a:ext>
                </a:extLst>
              </a:tr>
            </a:tbl>
          </a:graphicData>
        </a:graphic>
      </p:graphicFrame>
    </p:spTree>
    <p:extLst>
      <p:ext uri="{BB962C8B-B14F-4D97-AF65-F5344CB8AC3E}">
        <p14:creationId xmlns:p14="http://schemas.microsoft.com/office/powerpoint/2010/main" val="3920010033"/>
      </p:ext>
    </p:extLst>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sp>
        <p:nvSpPr>
          <p:cNvPr id="129" name="Google Shape;129;p29"/>
          <p:cNvSpPr txBox="1"/>
          <p:nvPr/>
        </p:nvSpPr>
        <p:spPr>
          <a:xfrm>
            <a:off x="1104806" y="2396709"/>
            <a:ext cx="26522400" cy="1015622"/>
          </a:xfrm>
          <a:prstGeom prst="rect">
            <a:avLst/>
          </a:prstGeom>
          <a:noFill/>
          <a:ln>
            <a:noFill/>
          </a:ln>
        </p:spPr>
        <p:txBody>
          <a:bodyPr spcFirstLastPara="1" wrap="square" lIns="91425" tIns="45700" rIns="91425" bIns="45700" anchor="t" anchorCtr="0">
            <a:spAutoFit/>
          </a:bodyPr>
          <a:lstStyle/>
          <a:p>
            <a:pPr marL="2346325" lvl="0" indent="-2346325">
              <a:buSzPts val="8400"/>
              <a:buFont typeface="Arial"/>
              <a:buNone/>
            </a:pPr>
            <a:r>
              <a:rPr lang="en-IN" sz="6000" b="1" dirty="0">
                <a:solidFill>
                  <a:schemeClr val="lt1"/>
                </a:solidFill>
                <a:latin typeface="Cambria"/>
                <a:ea typeface="Cambria"/>
                <a:sym typeface="Cambria"/>
              </a:rPr>
              <a:t>Type question here</a:t>
            </a:r>
            <a:endParaRPr sz="6000" b="1" dirty="0">
              <a:solidFill>
                <a:schemeClr val="lt1"/>
              </a:solidFill>
              <a:latin typeface="Cambria"/>
              <a:ea typeface="Cambria"/>
            </a:endParaRPr>
          </a:p>
        </p:txBody>
      </p:sp>
      <p:sp>
        <p:nvSpPr>
          <p:cNvPr id="130" name="Google Shape;130;p29"/>
          <p:cNvSpPr txBox="1"/>
          <p:nvPr/>
        </p:nvSpPr>
        <p:spPr>
          <a:xfrm>
            <a:off x="3107605" y="6673471"/>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131" name="Google Shape;131;p29"/>
          <p:cNvSpPr/>
          <p:nvPr/>
        </p:nvSpPr>
        <p:spPr>
          <a:xfrm>
            <a:off x="-1864528" y="681774"/>
            <a:ext cx="7081988" cy="1569660"/>
          </a:xfrm>
          <a:prstGeom prst="roundRect">
            <a:avLst>
              <a:gd name="adj" fmla="val 19933"/>
            </a:avLst>
          </a:prstGeom>
          <a:solidFill>
            <a:srgbClr val="7030A0"/>
          </a:solidFill>
          <a:ln w="38100">
            <a:gradFill>
              <a:gsLst>
                <a:gs pos="0">
                  <a:schemeClr val="accent5">
                    <a:lumMod val="40000"/>
                    <a:lumOff val="60000"/>
                  </a:schemeClr>
                </a:gs>
                <a:gs pos="57000">
                  <a:schemeClr val="accent5">
                    <a:lumMod val="75000"/>
                  </a:schemeClr>
                </a:gs>
                <a:gs pos="100000">
                  <a:schemeClr val="accent5">
                    <a:lumMod val="40000"/>
                    <a:lumOff val="60000"/>
                  </a:schemeClr>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6600" kern="1200">
              <a:solidFill>
                <a:schemeClr val="bg1"/>
              </a:solidFill>
              <a:effectLst>
                <a:outerShdw blurRad="38100" dist="38100" dir="2700000" algn="tl">
                  <a:srgbClr val="000000">
                    <a:alpha val="43137"/>
                  </a:srgbClr>
                </a:outerShdw>
              </a:effectLst>
              <a:latin typeface="Calibri" panose="020F0502020204030204"/>
              <a:sym typeface="Poppins"/>
            </a:endParaRPr>
          </a:p>
        </p:txBody>
      </p:sp>
      <p:sp>
        <p:nvSpPr>
          <p:cNvPr id="132" name="Google Shape;132;p29"/>
          <p:cNvSpPr txBox="1"/>
          <p:nvPr/>
        </p:nvSpPr>
        <p:spPr>
          <a:xfrm>
            <a:off x="1039500" y="827049"/>
            <a:ext cx="4562190" cy="1015622"/>
          </a:xfrm>
          <a:prstGeom prst="rect">
            <a:avLst/>
          </a:prstGeom>
          <a:noFill/>
          <a:ln>
            <a:noFill/>
          </a:ln>
        </p:spPr>
        <p:txBody>
          <a:bodyPr spcFirstLastPara="1" wrap="square" lIns="91425" tIns="45700" rIns="91425" bIns="45700" anchor="t" anchorCtr="0">
            <a:spAutoFit/>
          </a:bodyPr>
          <a:lstStyle/>
          <a:p>
            <a:pPr>
              <a:buSzPts val="8400"/>
            </a:pPr>
            <a:r>
              <a:rPr lang="en-IN" sz="6000" b="1" dirty="0">
                <a:solidFill>
                  <a:schemeClr val="lt1"/>
                </a:solidFill>
                <a:latin typeface="Cambria"/>
                <a:ea typeface="Cambria"/>
                <a:sym typeface="Cambria"/>
              </a:rPr>
              <a:t>Question</a:t>
            </a:r>
            <a:endParaRPr sz="6000" b="1" dirty="0">
              <a:solidFill>
                <a:schemeClr val="lt1"/>
              </a:solidFill>
              <a:latin typeface="Cambria"/>
              <a:ea typeface="Cambria"/>
            </a:endParaRPr>
          </a:p>
        </p:txBody>
      </p:sp>
      <p:sp>
        <p:nvSpPr>
          <p:cNvPr id="133" name="Google Shape;133;p29"/>
          <p:cNvSpPr/>
          <p:nvPr/>
        </p:nvSpPr>
        <p:spPr>
          <a:xfrm>
            <a:off x="1039499" y="6382682"/>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34" name="Google Shape;134;p29"/>
          <p:cNvSpPr txBox="1"/>
          <p:nvPr/>
        </p:nvSpPr>
        <p:spPr>
          <a:xfrm>
            <a:off x="1104807" y="6581187"/>
            <a:ext cx="1466700" cy="1169511"/>
          </a:xfrm>
          <a:prstGeom prst="rect">
            <a:avLst/>
          </a:prstGeom>
          <a:noFill/>
          <a:ln>
            <a:noFill/>
          </a:ln>
        </p:spPr>
        <p:txBody>
          <a:bodyPr spcFirstLastPara="1" wrap="square" lIns="91425" tIns="45700" rIns="91425" bIns="45700" anchor="t" anchorCtr="0">
            <a:spAutoFit/>
          </a:bodyPr>
          <a:lstStyle/>
          <a:p>
            <a:pPr marL="0" lvl="0" indent="0" algn="ctr">
              <a:buSzPts val="8400"/>
              <a:buFont typeface="Arial"/>
              <a:buNone/>
            </a:pPr>
            <a:r>
              <a:rPr lang="en-IN" sz="7000" b="1" dirty="0">
                <a:solidFill>
                  <a:schemeClr val="lt1"/>
                </a:solidFill>
                <a:latin typeface="Cambria"/>
                <a:ea typeface="Cambria"/>
                <a:sym typeface="Poppins"/>
              </a:rPr>
              <a:t>A</a:t>
            </a:r>
            <a:endParaRPr sz="7000" b="1" dirty="0">
              <a:solidFill>
                <a:schemeClr val="lt1"/>
              </a:solidFill>
              <a:latin typeface="Cambria"/>
              <a:ea typeface="Cambria"/>
            </a:endParaRPr>
          </a:p>
        </p:txBody>
      </p:sp>
      <p:grpSp>
        <p:nvGrpSpPr>
          <p:cNvPr id="4" name="Group 3">
            <a:extLst>
              <a:ext uri="{FF2B5EF4-FFF2-40B4-BE49-F238E27FC236}">
                <a16:creationId xmlns:a16="http://schemas.microsoft.com/office/drawing/2014/main" id="{E7A8D3A8-3CB4-6749-CCFA-38CA3F055B3C}"/>
              </a:ext>
            </a:extLst>
          </p:cNvPr>
          <p:cNvGrpSpPr/>
          <p:nvPr/>
        </p:nvGrpSpPr>
        <p:grpSpPr>
          <a:xfrm>
            <a:off x="1039499" y="9116977"/>
            <a:ext cx="1597200" cy="1597200"/>
            <a:chOff x="1039499" y="8887793"/>
            <a:chExt cx="1597200" cy="1597200"/>
          </a:xfrm>
        </p:grpSpPr>
        <p:sp>
          <p:nvSpPr>
            <p:cNvPr id="135" name="Google Shape;135;p29"/>
            <p:cNvSpPr/>
            <p:nvPr/>
          </p:nvSpPr>
          <p:spPr>
            <a:xfrm>
              <a:off x="1039499" y="8887793"/>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36" name="Google Shape;136;p29"/>
            <p:cNvSpPr txBox="1"/>
            <p:nvPr/>
          </p:nvSpPr>
          <p:spPr>
            <a:xfrm>
              <a:off x="1104806" y="9086298"/>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B</a:t>
              </a:r>
              <a:endParaRPr sz="7000" b="1" dirty="0">
                <a:solidFill>
                  <a:schemeClr val="lt1"/>
                </a:solidFill>
                <a:latin typeface="Cambria"/>
                <a:ea typeface="Cambria"/>
              </a:endParaRPr>
            </a:p>
          </p:txBody>
        </p:sp>
      </p:grpSp>
      <p:grpSp>
        <p:nvGrpSpPr>
          <p:cNvPr id="3" name="Group 2">
            <a:extLst>
              <a:ext uri="{FF2B5EF4-FFF2-40B4-BE49-F238E27FC236}">
                <a16:creationId xmlns:a16="http://schemas.microsoft.com/office/drawing/2014/main" id="{1929EFE0-7899-C986-6D22-F9305746025F}"/>
              </a:ext>
            </a:extLst>
          </p:cNvPr>
          <p:cNvGrpSpPr/>
          <p:nvPr/>
        </p:nvGrpSpPr>
        <p:grpSpPr>
          <a:xfrm>
            <a:off x="1039499" y="11809178"/>
            <a:ext cx="1597200" cy="1597200"/>
            <a:chOff x="1039499" y="11392904"/>
            <a:chExt cx="1597200" cy="1597200"/>
          </a:xfrm>
        </p:grpSpPr>
        <p:sp>
          <p:nvSpPr>
            <p:cNvPr id="137" name="Google Shape;137;p29"/>
            <p:cNvSpPr/>
            <p:nvPr/>
          </p:nvSpPr>
          <p:spPr>
            <a:xfrm>
              <a:off x="1039499" y="11392904"/>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38" name="Google Shape;138;p29"/>
            <p:cNvSpPr txBox="1"/>
            <p:nvPr/>
          </p:nvSpPr>
          <p:spPr>
            <a:xfrm>
              <a:off x="1104806" y="11591409"/>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C</a:t>
              </a:r>
              <a:endParaRPr sz="7000" b="1" dirty="0">
                <a:solidFill>
                  <a:schemeClr val="lt1"/>
                </a:solidFill>
                <a:latin typeface="Cambria"/>
                <a:ea typeface="Cambria"/>
              </a:endParaRPr>
            </a:p>
          </p:txBody>
        </p:sp>
      </p:grpSp>
      <p:grpSp>
        <p:nvGrpSpPr>
          <p:cNvPr id="2" name="Group 1">
            <a:extLst>
              <a:ext uri="{FF2B5EF4-FFF2-40B4-BE49-F238E27FC236}">
                <a16:creationId xmlns:a16="http://schemas.microsoft.com/office/drawing/2014/main" id="{2EFF441D-B1EA-669C-64B0-91C1D604A467}"/>
              </a:ext>
            </a:extLst>
          </p:cNvPr>
          <p:cNvGrpSpPr/>
          <p:nvPr/>
        </p:nvGrpSpPr>
        <p:grpSpPr>
          <a:xfrm>
            <a:off x="1039499" y="14543473"/>
            <a:ext cx="1597200" cy="1597200"/>
            <a:chOff x="1039499" y="13898015"/>
            <a:chExt cx="1597200" cy="1597200"/>
          </a:xfrm>
        </p:grpSpPr>
        <p:sp>
          <p:nvSpPr>
            <p:cNvPr id="139" name="Google Shape;139;p29"/>
            <p:cNvSpPr/>
            <p:nvPr/>
          </p:nvSpPr>
          <p:spPr>
            <a:xfrm>
              <a:off x="1039499" y="13898015"/>
              <a:ext cx="1597200" cy="1597200"/>
            </a:xfrm>
            <a:prstGeom prst="ellipse">
              <a:avLst/>
            </a:prstGeom>
            <a:solidFill>
              <a:schemeClr val="accent5">
                <a:lumMod val="75000"/>
              </a:schemeClr>
            </a:solidFill>
            <a:ln w="38100">
              <a:gradFill>
                <a:gsLst>
                  <a:gs pos="0">
                    <a:srgbClr val="FFC000"/>
                  </a:gs>
                  <a:gs pos="57000">
                    <a:schemeClr val="tx1">
                      <a:lumMod val="95000"/>
                      <a:lumOff val="5000"/>
                    </a:schemeClr>
                  </a:gs>
                  <a:gs pos="100000">
                    <a:srgbClr val="FFFF00"/>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ClrTx/>
              </a:pP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40" name="Google Shape;140;p29"/>
            <p:cNvSpPr txBox="1"/>
            <p:nvPr/>
          </p:nvSpPr>
          <p:spPr>
            <a:xfrm>
              <a:off x="1104806" y="14096520"/>
              <a:ext cx="1466700" cy="1200600"/>
            </a:xfrm>
            <a:prstGeom prst="rect">
              <a:avLst/>
            </a:prstGeom>
            <a:noFill/>
            <a:ln>
              <a:noFill/>
            </a:ln>
          </p:spPr>
          <p:txBody>
            <a:bodyPr spcFirstLastPara="1" wrap="square" lIns="91425" tIns="45700" rIns="91425" bIns="45700" anchor="t" anchorCtr="0">
              <a:spAutoFit/>
            </a:bodyPr>
            <a:lstStyle/>
            <a:p>
              <a:pPr algn="ctr">
                <a:buSzPts val="8400"/>
              </a:pPr>
              <a:r>
                <a:rPr lang="en-IN" sz="7000" b="1" dirty="0">
                  <a:solidFill>
                    <a:schemeClr val="lt1"/>
                  </a:solidFill>
                  <a:latin typeface="Cambria"/>
                  <a:ea typeface="Cambria"/>
                  <a:sym typeface="Poppins"/>
                </a:rPr>
                <a:t>D</a:t>
              </a:r>
              <a:endParaRPr sz="7000" b="1" dirty="0">
                <a:solidFill>
                  <a:schemeClr val="lt1"/>
                </a:solidFill>
                <a:latin typeface="Cambria"/>
                <a:ea typeface="Cambria"/>
              </a:endParaRPr>
            </a:p>
          </p:txBody>
        </p:sp>
      </p:grpSp>
      <p:sp>
        <p:nvSpPr>
          <p:cNvPr id="6" name="Google Shape;130;p29">
            <a:extLst>
              <a:ext uri="{FF2B5EF4-FFF2-40B4-BE49-F238E27FC236}">
                <a16:creationId xmlns:a16="http://schemas.microsoft.com/office/drawing/2014/main" id="{359EC1B9-8B0A-CB48-A9AA-6F6EAF44500B}"/>
              </a:ext>
            </a:extLst>
          </p:cNvPr>
          <p:cNvSpPr txBox="1"/>
          <p:nvPr/>
        </p:nvSpPr>
        <p:spPr>
          <a:xfrm>
            <a:off x="3107605" y="9347568"/>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7" name="Google Shape;130;p29">
            <a:extLst>
              <a:ext uri="{FF2B5EF4-FFF2-40B4-BE49-F238E27FC236}">
                <a16:creationId xmlns:a16="http://schemas.microsoft.com/office/drawing/2014/main" id="{7A900CAF-02A4-EA2C-D5AE-61E805D388DB}"/>
              </a:ext>
            </a:extLst>
          </p:cNvPr>
          <p:cNvSpPr txBox="1"/>
          <p:nvPr/>
        </p:nvSpPr>
        <p:spPr>
          <a:xfrm>
            <a:off x="3107605" y="11989744"/>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8" name="Google Shape;130;p29">
            <a:extLst>
              <a:ext uri="{FF2B5EF4-FFF2-40B4-BE49-F238E27FC236}">
                <a16:creationId xmlns:a16="http://schemas.microsoft.com/office/drawing/2014/main" id="{14CC97B5-99F4-9A71-2E1A-0ED3B3F0A5F1}"/>
              </a:ext>
            </a:extLst>
          </p:cNvPr>
          <p:cNvSpPr txBox="1"/>
          <p:nvPr/>
        </p:nvSpPr>
        <p:spPr>
          <a:xfrm>
            <a:off x="3107605" y="14741978"/>
            <a:ext cx="8627100" cy="1015622"/>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6000" b="1" dirty="0">
                <a:solidFill>
                  <a:schemeClr val="lt1"/>
                </a:solidFill>
                <a:latin typeface="Cambria"/>
                <a:ea typeface="Cambria"/>
                <a:sym typeface="Cambria"/>
              </a:rPr>
              <a:t>Topic heading here</a:t>
            </a:r>
            <a:endParaRPr sz="6000" b="1" dirty="0">
              <a:solidFill>
                <a:schemeClr val="lt1"/>
              </a:solidFill>
              <a:latin typeface="Cambria"/>
              <a:ea typeface="Cambria"/>
            </a:endParaRPr>
          </a:p>
        </p:txBody>
      </p:sp>
      <p:sp>
        <p:nvSpPr>
          <p:cNvPr id="9" name="Google Shape;130;p29">
            <a:extLst>
              <a:ext uri="{FF2B5EF4-FFF2-40B4-BE49-F238E27FC236}">
                <a16:creationId xmlns:a16="http://schemas.microsoft.com/office/drawing/2014/main" id="{22CB19D2-B15B-5F80-395C-7C83E5109C9F}"/>
              </a:ext>
            </a:extLst>
          </p:cNvPr>
          <p:cNvSpPr txBox="1"/>
          <p:nvPr/>
        </p:nvSpPr>
        <p:spPr>
          <a:xfrm>
            <a:off x="13974450" y="6673471"/>
            <a:ext cx="8627100" cy="861734"/>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5000" dirty="0">
                <a:solidFill>
                  <a:schemeClr val="lt1"/>
                </a:solidFill>
                <a:latin typeface="Cambria"/>
                <a:ea typeface="Cambria"/>
                <a:sym typeface="Cambria"/>
              </a:rPr>
              <a:t>Body Text</a:t>
            </a:r>
            <a:endParaRPr sz="5000" dirty="0">
              <a:solidFill>
                <a:schemeClr val="lt1"/>
              </a:solidFill>
              <a:latin typeface="Cambria"/>
              <a:ea typeface="Cambria"/>
            </a:endParaRPr>
          </a:p>
        </p:txBody>
      </p:sp>
      <p:sp>
        <p:nvSpPr>
          <p:cNvPr id="10" name="Google Shape;130;p29">
            <a:extLst>
              <a:ext uri="{FF2B5EF4-FFF2-40B4-BE49-F238E27FC236}">
                <a16:creationId xmlns:a16="http://schemas.microsoft.com/office/drawing/2014/main" id="{C923A7A5-8F19-8AB8-AF26-999F88669F09}"/>
              </a:ext>
            </a:extLst>
          </p:cNvPr>
          <p:cNvSpPr txBox="1"/>
          <p:nvPr/>
        </p:nvSpPr>
        <p:spPr>
          <a:xfrm>
            <a:off x="13974450" y="9347568"/>
            <a:ext cx="8627100" cy="861734"/>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p:txBody>
      </p:sp>
      <p:sp>
        <p:nvSpPr>
          <p:cNvPr id="11" name="Google Shape;130;p29">
            <a:extLst>
              <a:ext uri="{FF2B5EF4-FFF2-40B4-BE49-F238E27FC236}">
                <a16:creationId xmlns:a16="http://schemas.microsoft.com/office/drawing/2014/main" id="{C1C0BA8C-FF84-8A0C-BE74-6FD6D0A46A91}"/>
              </a:ext>
            </a:extLst>
          </p:cNvPr>
          <p:cNvSpPr txBox="1"/>
          <p:nvPr/>
        </p:nvSpPr>
        <p:spPr>
          <a:xfrm>
            <a:off x="13974450" y="11989744"/>
            <a:ext cx="8627100" cy="861734"/>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p:txBody>
      </p:sp>
      <p:sp>
        <p:nvSpPr>
          <p:cNvPr id="12" name="Google Shape;130;p29">
            <a:extLst>
              <a:ext uri="{FF2B5EF4-FFF2-40B4-BE49-F238E27FC236}">
                <a16:creationId xmlns:a16="http://schemas.microsoft.com/office/drawing/2014/main" id="{CC67C2C3-9774-B58F-08FE-690C467C222F}"/>
              </a:ext>
            </a:extLst>
          </p:cNvPr>
          <p:cNvSpPr txBox="1"/>
          <p:nvPr/>
        </p:nvSpPr>
        <p:spPr>
          <a:xfrm>
            <a:off x="13974450" y="14741978"/>
            <a:ext cx="8627100" cy="861734"/>
          </a:xfrm>
          <a:prstGeom prst="rect">
            <a:avLst/>
          </a:prstGeom>
          <a:noFill/>
          <a:ln>
            <a:noFill/>
          </a:ln>
        </p:spPr>
        <p:txBody>
          <a:bodyPr spcFirstLastPara="1" wrap="square" lIns="91425" tIns="45700" rIns="91425" bIns="45700" anchor="t" anchorCtr="0">
            <a:spAutoFit/>
          </a:bodyPr>
          <a:lstStyle/>
          <a:p>
            <a:pPr marL="2346325" indent="-2346325">
              <a:buSzPts val="8400"/>
            </a:pPr>
            <a:r>
              <a:rPr lang="en-IN" sz="5000" dirty="0">
                <a:solidFill>
                  <a:schemeClr val="lt1"/>
                </a:solidFill>
                <a:latin typeface="Cambria"/>
                <a:ea typeface="Cambria"/>
                <a:sym typeface="Cambria"/>
              </a:rPr>
              <a:t>Body Text</a:t>
            </a:r>
            <a:endParaRPr lang="en-IN" sz="5000" dirty="0">
              <a:solidFill>
                <a:schemeClr val="lt1"/>
              </a:solidFill>
              <a:latin typeface="Cambria"/>
              <a:ea typeface="Cambria"/>
            </a:endParaRPr>
          </a:p>
        </p:txBody>
      </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3"/>
        <p:cNvGrpSpPr/>
        <p:nvPr/>
      </p:nvGrpSpPr>
      <p:grpSpPr>
        <a:xfrm>
          <a:off x="0" y="0"/>
          <a:ext cx="0" cy="0"/>
          <a:chOff x="0" y="0"/>
          <a:chExt cx="0" cy="0"/>
        </a:xfrm>
      </p:grpSpPr>
      <p:sp>
        <p:nvSpPr>
          <p:cNvPr id="154" name="Google Shape;154;p30"/>
          <p:cNvSpPr/>
          <p:nvPr/>
        </p:nvSpPr>
        <p:spPr>
          <a:xfrm>
            <a:off x="1780335" y="1462365"/>
            <a:ext cx="20393866" cy="2748660"/>
          </a:xfrm>
          <a:prstGeom prst="roundRect">
            <a:avLst>
              <a:gd name="adj" fmla="val 16733"/>
            </a:avLst>
          </a:prstGeom>
          <a:solidFill>
            <a:srgbClr val="7030A0"/>
          </a:solidFill>
          <a:ln w="38100">
            <a:gradFill>
              <a:gsLst>
                <a:gs pos="0">
                  <a:schemeClr val="accent5">
                    <a:lumMod val="40000"/>
                    <a:lumOff val="60000"/>
                  </a:schemeClr>
                </a:gs>
                <a:gs pos="57000">
                  <a:schemeClr val="accent5">
                    <a:lumMod val="75000"/>
                  </a:schemeClr>
                </a:gs>
                <a:gs pos="100000">
                  <a:schemeClr val="accent5">
                    <a:lumMod val="40000"/>
                    <a:lumOff val="60000"/>
                  </a:schemeClr>
                </a:gs>
              </a:gsLst>
              <a:lin ang="5400000" scaled="1"/>
            </a:gra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17500" h="152400" prst="relaxedIns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sz="6600" kern="1200">
              <a:solidFill>
                <a:schemeClr val="bg1"/>
              </a:solidFill>
              <a:effectLst>
                <a:outerShdw blurRad="38100" dist="38100" dir="2700000" algn="tl">
                  <a:srgbClr val="000000">
                    <a:alpha val="43137"/>
                  </a:srgbClr>
                </a:outerShdw>
              </a:effectLst>
              <a:latin typeface="Calibri" panose="020F0502020204030204"/>
            </a:endParaRPr>
          </a:p>
        </p:txBody>
      </p:sp>
      <p:sp>
        <p:nvSpPr>
          <p:cNvPr id="155" name="Google Shape;155;p30"/>
          <p:cNvSpPr txBox="1"/>
          <p:nvPr/>
        </p:nvSpPr>
        <p:spPr>
          <a:xfrm>
            <a:off x="5345559" y="2144198"/>
            <a:ext cx="10710229" cy="1323399"/>
          </a:xfrm>
          <a:prstGeom prst="rect">
            <a:avLst/>
          </a:prstGeom>
          <a:noFill/>
          <a:ln>
            <a:noFill/>
          </a:ln>
        </p:spPr>
        <p:txBody>
          <a:bodyPr spcFirstLastPara="1" wrap="square" lIns="91425" tIns="45700" rIns="91425" bIns="45700" anchor="t" anchorCtr="0">
            <a:spAutoFit/>
          </a:bodyPr>
          <a:lstStyle/>
          <a:p>
            <a:pPr>
              <a:buSzPts val="8400"/>
            </a:pPr>
            <a:r>
              <a:rPr lang="en-IN" sz="8000" b="1" dirty="0">
                <a:solidFill>
                  <a:schemeClr val="lt1"/>
                </a:solidFill>
                <a:latin typeface="Cambria"/>
                <a:ea typeface="Cambria"/>
                <a:sym typeface="Poppins"/>
              </a:rPr>
              <a:t>Type Heading here</a:t>
            </a:r>
            <a:endParaRPr sz="8000" b="1" dirty="0">
              <a:solidFill>
                <a:schemeClr val="lt1"/>
              </a:solidFill>
              <a:latin typeface="Cambria"/>
              <a:ea typeface="Cambria"/>
            </a:endParaRPr>
          </a:p>
        </p:txBody>
      </p:sp>
      <p:grpSp>
        <p:nvGrpSpPr>
          <p:cNvPr id="3" name="Group 2">
            <a:extLst>
              <a:ext uri="{FF2B5EF4-FFF2-40B4-BE49-F238E27FC236}">
                <a16:creationId xmlns:a16="http://schemas.microsoft.com/office/drawing/2014/main" id="{A9BD0F40-3A67-4B0A-B92B-5811D0AFAE76}"/>
              </a:ext>
            </a:extLst>
          </p:cNvPr>
          <p:cNvGrpSpPr/>
          <p:nvPr/>
        </p:nvGrpSpPr>
        <p:grpSpPr>
          <a:xfrm>
            <a:off x="11505432" y="4870517"/>
            <a:ext cx="12435528" cy="3697230"/>
            <a:chOff x="11505432" y="6643856"/>
            <a:chExt cx="12435528" cy="3697230"/>
          </a:xfrm>
        </p:grpSpPr>
        <p:sp>
          <p:nvSpPr>
            <p:cNvPr id="159" name="Google Shape;159;p30"/>
            <p:cNvSpPr txBox="1"/>
            <p:nvPr/>
          </p:nvSpPr>
          <p:spPr>
            <a:xfrm>
              <a:off x="11505432" y="6643856"/>
              <a:ext cx="12435528"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Type : Cambria Bold</a:t>
              </a:r>
              <a:endParaRPr sz="6000" b="0" i="0" u="none" strike="noStrike" cap="none" dirty="0">
                <a:solidFill>
                  <a:srgbClr val="FFFFFF"/>
                </a:solidFill>
                <a:latin typeface="Cambria"/>
                <a:ea typeface="Cambria"/>
                <a:cs typeface="Cambria"/>
                <a:sym typeface="Cambria"/>
              </a:endParaRPr>
            </a:p>
          </p:txBody>
        </p:sp>
        <p:sp>
          <p:nvSpPr>
            <p:cNvPr id="160" name="Google Shape;160;p30"/>
            <p:cNvSpPr txBox="1"/>
            <p:nvPr/>
          </p:nvSpPr>
          <p:spPr>
            <a:xfrm>
              <a:off x="11505432" y="8009943"/>
              <a:ext cx="7645040"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a:t>
              </a:r>
              <a:r>
                <a:rPr lang="en-IN" sz="6000" b="0" i="0" u="none" strike="noStrike" cap="none" dirty="0" err="1">
                  <a:solidFill>
                    <a:srgbClr val="FFFFFF"/>
                  </a:solidFill>
                  <a:latin typeface="Cambria"/>
                  <a:ea typeface="Cambria"/>
                  <a:cs typeface="Cambria"/>
                  <a:sym typeface="Cambria"/>
                </a:rPr>
                <a:t>Color</a:t>
              </a:r>
              <a:r>
                <a:rPr lang="en-IN" sz="6000" b="0" i="0" u="none" strike="noStrike" cap="none" dirty="0">
                  <a:solidFill>
                    <a:srgbClr val="FFFFFF"/>
                  </a:solidFill>
                  <a:latin typeface="Cambria"/>
                  <a:ea typeface="Cambria"/>
                  <a:cs typeface="Cambria"/>
                  <a:sym typeface="Cambria"/>
                </a:rPr>
                <a:t> : #FFFFFF</a:t>
              </a:r>
              <a:endParaRPr sz="6000" b="0" i="0" u="none" strike="noStrike" cap="none" dirty="0">
                <a:solidFill>
                  <a:srgbClr val="FFFFFF"/>
                </a:solidFill>
                <a:latin typeface="Cambria"/>
                <a:ea typeface="Cambria"/>
                <a:cs typeface="Cambria"/>
                <a:sym typeface="Cambria"/>
              </a:endParaRPr>
            </a:p>
          </p:txBody>
        </p:sp>
        <p:sp>
          <p:nvSpPr>
            <p:cNvPr id="161" name="Google Shape;161;p30"/>
            <p:cNvSpPr txBox="1"/>
            <p:nvPr/>
          </p:nvSpPr>
          <p:spPr>
            <a:xfrm>
              <a:off x="11505438" y="9325464"/>
              <a:ext cx="6325362"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Size : 80pt</a:t>
              </a:r>
              <a:endParaRPr sz="6000" b="0" i="0" u="none" strike="noStrike" cap="none" dirty="0">
                <a:solidFill>
                  <a:srgbClr val="FFFFFF"/>
                </a:solidFill>
                <a:latin typeface="Cambria"/>
                <a:ea typeface="Cambria"/>
                <a:cs typeface="Cambria"/>
                <a:sym typeface="Cambria"/>
              </a:endParaRPr>
            </a:p>
          </p:txBody>
        </p:sp>
      </p:grpSp>
      <p:sp>
        <p:nvSpPr>
          <p:cNvPr id="163" name="Google Shape;163;p30"/>
          <p:cNvSpPr/>
          <p:nvPr/>
        </p:nvSpPr>
        <p:spPr>
          <a:xfrm>
            <a:off x="12236848" y="3468709"/>
            <a:ext cx="685800" cy="1108278"/>
          </a:xfrm>
          <a:prstGeom prst="upArrow">
            <a:avLst>
              <a:gd name="adj1" fmla="val 50000"/>
              <a:gd name="adj2" fmla="val 77451"/>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Calibri"/>
              <a:ea typeface="Calibri"/>
              <a:cs typeface="Calibri"/>
              <a:sym typeface="Calibri"/>
            </a:endParaRPr>
          </a:p>
        </p:txBody>
      </p:sp>
      <p:sp>
        <p:nvSpPr>
          <p:cNvPr id="167" name="Google Shape;167;p30"/>
          <p:cNvSpPr txBox="1"/>
          <p:nvPr/>
        </p:nvSpPr>
        <p:spPr>
          <a:xfrm>
            <a:off x="23653361" y="6058628"/>
            <a:ext cx="12088921" cy="2400617"/>
          </a:xfrm>
          <a:prstGeom prst="rect">
            <a:avLst/>
          </a:prstGeom>
          <a:noFill/>
          <a:ln>
            <a:noFill/>
          </a:ln>
        </p:spPr>
        <p:txBody>
          <a:bodyPr spcFirstLastPara="1" wrap="square" lIns="91400" tIns="45700" rIns="91400" bIns="45700" anchor="t" anchorCtr="0">
            <a:spAutoFit/>
          </a:bodyPr>
          <a:lstStyle/>
          <a:p>
            <a:pPr marR="0" lvl="0" algn="l" rtl="0">
              <a:lnSpc>
                <a:spcPct val="100000"/>
              </a:lnSpc>
              <a:spcBef>
                <a:spcPts val="0"/>
              </a:spcBef>
              <a:spcAft>
                <a:spcPts val="0"/>
              </a:spcAft>
              <a:buClr>
                <a:srgbClr val="FFFF00"/>
              </a:buClr>
              <a:buSzPts val="1400"/>
            </a:pPr>
            <a:r>
              <a:rPr lang="en-IN" sz="5000" b="0" i="0" u="none" strike="noStrike" cap="none" dirty="0">
                <a:solidFill>
                  <a:srgbClr val="FFFF00"/>
                </a:solidFill>
                <a:latin typeface="Cambria"/>
                <a:ea typeface="Cambria"/>
                <a:cs typeface="Cambria"/>
                <a:sym typeface="Cambria"/>
              </a:rPr>
              <a:t>Those who don’t know, Press ( Alt ) + ( = ) button to type in Cambria Math for equations like - </a:t>
            </a:r>
            <a:endParaRPr sz="5000" b="0" i="0" u="none" strike="noStrike" cap="none" dirty="0">
              <a:solidFill>
                <a:srgbClr val="FFFF00"/>
              </a:solidFill>
              <a:latin typeface="Cambria"/>
              <a:ea typeface="Cambria"/>
              <a:cs typeface="Cambria"/>
              <a:sym typeface="Cambria"/>
            </a:endParaRPr>
          </a:p>
        </p:txBody>
      </p:sp>
      <p:sp>
        <p:nvSpPr>
          <p:cNvPr id="174" name="Google Shape;174;p30"/>
          <p:cNvSpPr/>
          <p:nvPr/>
        </p:nvSpPr>
        <p:spPr>
          <a:xfrm>
            <a:off x="1277472" y="15692720"/>
            <a:ext cx="34021056" cy="3818712"/>
          </a:xfrm>
          <a:prstGeom prst="roundRect">
            <a:avLst>
              <a:gd name="adj" fmla="val 8216"/>
            </a:avLst>
          </a:prstGeom>
          <a:solidFill>
            <a:schemeClr val="dk1">
              <a:alpha val="49803"/>
            </a:schemeClr>
          </a:solidFill>
          <a:ln w="38100" cap="flat" cmpd="sng">
            <a:solidFill>
              <a:srgbClr val="BFBFBF"/>
            </a:solidFill>
            <a:prstDash val="solid"/>
            <a:miter lim="80"/>
            <a:headEnd type="none" w="sm" len="sm"/>
            <a:tailEnd type="none" w="sm" len="sm"/>
          </a:ln>
          <a:effectLst>
            <a:outerShdw blurRad="50800" dist="38100" dir="2700000" algn="tl" rotWithShape="0">
              <a:srgbClr val="000000">
                <a:alpha val="40000"/>
              </a:srgbClr>
            </a:outerShdw>
          </a:effectLst>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
        <p:nvSpPr>
          <p:cNvPr id="175" name="Google Shape;175;p30"/>
          <p:cNvSpPr txBox="1"/>
          <p:nvPr/>
        </p:nvSpPr>
        <p:spPr>
          <a:xfrm>
            <a:off x="1814322" y="15986250"/>
            <a:ext cx="32947364" cy="3046948"/>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4800" b="1" i="0" u="none" strike="noStrike" cap="none">
                <a:solidFill>
                  <a:srgbClr val="FFFF00"/>
                </a:solidFill>
                <a:latin typeface="Poppins"/>
                <a:ea typeface="Poppins"/>
                <a:cs typeface="Poppins"/>
                <a:sym typeface="Poppins"/>
              </a:rPr>
              <a:t>PS -</a:t>
            </a:r>
            <a:r>
              <a:rPr lang="en-IN" sz="4800" b="0" i="0" u="none" strike="noStrike" cap="none">
                <a:solidFill>
                  <a:srgbClr val="FFFF00"/>
                </a:solidFill>
                <a:latin typeface="Poppins"/>
                <a:ea typeface="Poppins"/>
                <a:cs typeface="Poppins"/>
                <a:sym typeface="Poppins"/>
              </a:rPr>
              <a:t> </a:t>
            </a:r>
            <a:r>
              <a:rPr lang="en-IN" sz="4800" b="0" i="0" u="none" strike="noStrike" cap="none">
                <a:solidFill>
                  <a:schemeClr val="lt1"/>
                </a:solidFill>
                <a:latin typeface="Poppins"/>
                <a:ea typeface="Poppins"/>
                <a:cs typeface="Poppins"/>
                <a:sym typeface="Poppins"/>
              </a:rPr>
              <a:t>This ppt is given for design purpose only and for your reference that where to type what or how to go with your final ppt content. So please follow the written instructions given in each placeholder and remove the given ’type here’ text to type your related content on the same place. </a:t>
            </a:r>
            <a:r>
              <a:rPr lang="en-IN" sz="4800" b="1" i="0" u="none" strike="noStrike" cap="none">
                <a:solidFill>
                  <a:srgbClr val="FFFF00"/>
                </a:solidFill>
                <a:latin typeface="Poppins"/>
                <a:ea typeface="Poppins"/>
                <a:cs typeface="Poppins"/>
                <a:sym typeface="Poppins"/>
              </a:rPr>
              <a:t>Do use Microsoft PowerPoint slideshow</a:t>
            </a:r>
            <a:r>
              <a:rPr lang="en-IN" sz="4800" b="1" i="0" u="none" strike="noStrike" cap="none">
                <a:solidFill>
                  <a:srgbClr val="FFC000"/>
                </a:solidFill>
                <a:latin typeface="Poppins"/>
                <a:ea typeface="Poppins"/>
                <a:cs typeface="Poppins"/>
                <a:sym typeface="Poppins"/>
              </a:rPr>
              <a:t> </a:t>
            </a:r>
            <a:r>
              <a:rPr lang="en-IN" sz="4800" b="0" i="0" u="none" strike="noStrike" cap="none">
                <a:solidFill>
                  <a:schemeClr val="lt1"/>
                </a:solidFill>
                <a:latin typeface="Poppins"/>
                <a:ea typeface="Poppins"/>
                <a:cs typeface="Poppins"/>
                <a:sym typeface="Poppins"/>
              </a:rPr>
              <a:t>for its best view &amp; If you have any issues, please connect with our ppt team.</a:t>
            </a:r>
            <a:endParaRPr sz="1600" b="0" i="0" u="none" strike="noStrike" cap="none">
              <a:solidFill>
                <a:srgbClr val="000000"/>
              </a:solidFill>
              <a:latin typeface="Arial"/>
              <a:ea typeface="Arial"/>
              <a:cs typeface="Arial"/>
              <a:sym typeface="Arial"/>
            </a:endParaRPr>
          </a:p>
        </p:txBody>
      </p:sp>
      <p:grpSp>
        <p:nvGrpSpPr>
          <p:cNvPr id="11" name="Group 10">
            <a:extLst>
              <a:ext uri="{FF2B5EF4-FFF2-40B4-BE49-F238E27FC236}">
                <a16:creationId xmlns:a16="http://schemas.microsoft.com/office/drawing/2014/main" id="{559101DF-5418-906B-B287-70FA34233201}"/>
              </a:ext>
            </a:extLst>
          </p:cNvPr>
          <p:cNvGrpSpPr/>
          <p:nvPr/>
        </p:nvGrpSpPr>
        <p:grpSpPr>
          <a:xfrm>
            <a:off x="1137267" y="9694603"/>
            <a:ext cx="12435528" cy="5254689"/>
            <a:chOff x="1137267" y="9388383"/>
            <a:chExt cx="12435528" cy="5254689"/>
          </a:xfrm>
        </p:grpSpPr>
        <p:sp>
          <p:nvSpPr>
            <p:cNvPr id="5" name="Google Shape;159;p30">
              <a:extLst>
                <a:ext uri="{FF2B5EF4-FFF2-40B4-BE49-F238E27FC236}">
                  <a16:creationId xmlns:a16="http://schemas.microsoft.com/office/drawing/2014/main" id="{D1EFE9DC-0558-9989-FD99-DAA460A7C614}"/>
                </a:ext>
              </a:extLst>
            </p:cNvPr>
            <p:cNvSpPr txBox="1"/>
            <p:nvPr/>
          </p:nvSpPr>
          <p:spPr>
            <a:xfrm>
              <a:off x="1137267" y="11368259"/>
              <a:ext cx="12435528"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Type : Cambria Bold</a:t>
              </a:r>
              <a:endParaRPr sz="6000" b="0" i="0" u="none" strike="noStrike" cap="none" dirty="0">
                <a:solidFill>
                  <a:srgbClr val="FFFFFF"/>
                </a:solidFill>
                <a:latin typeface="Cambria"/>
                <a:ea typeface="Cambria"/>
                <a:cs typeface="Cambria"/>
                <a:sym typeface="Cambria"/>
              </a:endParaRPr>
            </a:p>
          </p:txBody>
        </p:sp>
        <p:sp>
          <p:nvSpPr>
            <p:cNvPr id="6" name="Google Shape;160;p30">
              <a:extLst>
                <a:ext uri="{FF2B5EF4-FFF2-40B4-BE49-F238E27FC236}">
                  <a16:creationId xmlns:a16="http://schemas.microsoft.com/office/drawing/2014/main" id="{3FCB7516-DC53-5E30-0E66-08F42B6D8B1B}"/>
                </a:ext>
              </a:extLst>
            </p:cNvPr>
            <p:cNvSpPr txBox="1"/>
            <p:nvPr/>
          </p:nvSpPr>
          <p:spPr>
            <a:xfrm>
              <a:off x="1137267" y="12540162"/>
              <a:ext cx="7645040"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a:t>
              </a:r>
              <a:r>
                <a:rPr lang="en-IN" sz="6000" b="0" i="0" u="none" strike="noStrike" cap="none" dirty="0" err="1">
                  <a:solidFill>
                    <a:srgbClr val="FFFFFF"/>
                  </a:solidFill>
                  <a:latin typeface="Cambria"/>
                  <a:ea typeface="Cambria"/>
                  <a:cs typeface="Cambria"/>
                  <a:sym typeface="Cambria"/>
                </a:rPr>
                <a:t>Color</a:t>
              </a:r>
              <a:r>
                <a:rPr lang="en-IN" sz="6000" b="0" i="0" u="none" strike="noStrike" cap="none" dirty="0">
                  <a:solidFill>
                    <a:srgbClr val="FFFFFF"/>
                  </a:solidFill>
                  <a:latin typeface="Cambria"/>
                  <a:ea typeface="Cambria"/>
                  <a:cs typeface="Cambria"/>
                  <a:sym typeface="Cambria"/>
                </a:rPr>
                <a:t> : #FFFFFF</a:t>
              </a:r>
              <a:endParaRPr sz="6000" b="0" i="0" u="none" strike="noStrike" cap="none" dirty="0">
                <a:solidFill>
                  <a:srgbClr val="FFFFFF"/>
                </a:solidFill>
                <a:latin typeface="Cambria"/>
                <a:ea typeface="Cambria"/>
                <a:cs typeface="Cambria"/>
                <a:sym typeface="Cambria"/>
              </a:endParaRPr>
            </a:p>
          </p:txBody>
        </p:sp>
        <p:sp>
          <p:nvSpPr>
            <p:cNvPr id="7" name="Google Shape;161;p30">
              <a:extLst>
                <a:ext uri="{FF2B5EF4-FFF2-40B4-BE49-F238E27FC236}">
                  <a16:creationId xmlns:a16="http://schemas.microsoft.com/office/drawing/2014/main" id="{7BD0418C-0D46-4F2A-3791-C6903B65462C}"/>
                </a:ext>
              </a:extLst>
            </p:cNvPr>
            <p:cNvSpPr txBox="1"/>
            <p:nvPr/>
          </p:nvSpPr>
          <p:spPr>
            <a:xfrm>
              <a:off x="1137273" y="13627450"/>
              <a:ext cx="6325362"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Size : 60pt</a:t>
              </a:r>
              <a:endParaRPr sz="6000" b="0" i="0" u="none" strike="noStrike" cap="none" dirty="0">
                <a:solidFill>
                  <a:srgbClr val="FFFFFF"/>
                </a:solidFill>
                <a:latin typeface="Cambria"/>
                <a:ea typeface="Cambria"/>
                <a:cs typeface="Cambria"/>
                <a:sym typeface="Cambria"/>
              </a:endParaRPr>
            </a:p>
          </p:txBody>
        </p:sp>
        <p:sp>
          <p:nvSpPr>
            <p:cNvPr id="8" name="Google Shape;159;p30">
              <a:extLst>
                <a:ext uri="{FF2B5EF4-FFF2-40B4-BE49-F238E27FC236}">
                  <a16:creationId xmlns:a16="http://schemas.microsoft.com/office/drawing/2014/main" id="{378D6167-D6EB-3FC5-F7E6-E7BB922A874A}"/>
                </a:ext>
              </a:extLst>
            </p:cNvPr>
            <p:cNvSpPr txBox="1"/>
            <p:nvPr/>
          </p:nvSpPr>
          <p:spPr>
            <a:xfrm>
              <a:off x="1137267" y="9388383"/>
              <a:ext cx="12435528"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1" i="0" u="none" strike="noStrike" cap="none" dirty="0">
                  <a:solidFill>
                    <a:srgbClr val="FFFF00"/>
                  </a:solidFill>
                  <a:latin typeface="Cambria"/>
                  <a:ea typeface="Cambria"/>
                  <a:cs typeface="Cambria"/>
                  <a:sym typeface="Cambria"/>
                </a:rPr>
                <a:t>For </a:t>
              </a:r>
              <a:r>
                <a:rPr lang="en-IN" sz="6000" b="1" dirty="0">
                  <a:solidFill>
                    <a:srgbClr val="FFFF00"/>
                  </a:solidFill>
                  <a:latin typeface="Cambria"/>
                  <a:ea typeface="Cambria"/>
                  <a:cs typeface="Cambria"/>
                  <a:sym typeface="Cambria"/>
                </a:rPr>
                <a:t>Sub Heading</a:t>
              </a:r>
              <a:endParaRPr sz="6000" b="1" i="0" u="none" strike="noStrike" cap="none" dirty="0">
                <a:solidFill>
                  <a:srgbClr val="FFFF00"/>
                </a:solidFill>
                <a:latin typeface="Cambria"/>
                <a:ea typeface="Cambria"/>
                <a:cs typeface="Cambria"/>
                <a:sym typeface="Cambria"/>
              </a:endParaRPr>
            </a:p>
          </p:txBody>
        </p:sp>
        <p:sp>
          <p:nvSpPr>
            <p:cNvPr id="10" name="Google Shape;163;p30">
              <a:extLst>
                <a:ext uri="{FF2B5EF4-FFF2-40B4-BE49-F238E27FC236}">
                  <a16:creationId xmlns:a16="http://schemas.microsoft.com/office/drawing/2014/main" id="{D2C21182-66F9-D226-3657-A549622980F7}"/>
                </a:ext>
              </a:extLst>
            </p:cNvPr>
            <p:cNvSpPr/>
            <p:nvPr/>
          </p:nvSpPr>
          <p:spPr>
            <a:xfrm>
              <a:off x="2707406" y="10414654"/>
              <a:ext cx="685800" cy="915932"/>
            </a:xfrm>
            <a:prstGeom prst="upArrow">
              <a:avLst>
                <a:gd name="adj1" fmla="val 50000"/>
                <a:gd name="adj2" fmla="val 77451"/>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13" name="Group 12">
            <a:extLst>
              <a:ext uri="{FF2B5EF4-FFF2-40B4-BE49-F238E27FC236}">
                <a16:creationId xmlns:a16="http://schemas.microsoft.com/office/drawing/2014/main" id="{4BB8323B-F7A9-A6D6-A11E-22E1B3A53AB7}"/>
              </a:ext>
            </a:extLst>
          </p:cNvPr>
          <p:cNvGrpSpPr/>
          <p:nvPr/>
        </p:nvGrpSpPr>
        <p:grpSpPr>
          <a:xfrm>
            <a:off x="12922648" y="9694603"/>
            <a:ext cx="12435528" cy="5254689"/>
            <a:chOff x="1137267" y="9388383"/>
            <a:chExt cx="12435528" cy="5254689"/>
          </a:xfrm>
        </p:grpSpPr>
        <p:sp>
          <p:nvSpPr>
            <p:cNvPr id="14" name="Google Shape;159;p30">
              <a:extLst>
                <a:ext uri="{FF2B5EF4-FFF2-40B4-BE49-F238E27FC236}">
                  <a16:creationId xmlns:a16="http://schemas.microsoft.com/office/drawing/2014/main" id="{D904B356-FEE3-3E33-5F25-E893D83F4968}"/>
                </a:ext>
              </a:extLst>
            </p:cNvPr>
            <p:cNvSpPr txBox="1"/>
            <p:nvPr/>
          </p:nvSpPr>
          <p:spPr>
            <a:xfrm>
              <a:off x="1137267" y="11368259"/>
              <a:ext cx="12435528"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Type: Cambria</a:t>
              </a:r>
              <a:endParaRPr sz="6000" b="0" i="0" u="none" strike="noStrike" cap="none" dirty="0">
                <a:solidFill>
                  <a:srgbClr val="FFFFFF"/>
                </a:solidFill>
                <a:latin typeface="Cambria"/>
                <a:ea typeface="Cambria"/>
                <a:cs typeface="Cambria"/>
                <a:sym typeface="Cambria"/>
              </a:endParaRPr>
            </a:p>
          </p:txBody>
        </p:sp>
        <p:sp>
          <p:nvSpPr>
            <p:cNvPr id="15" name="Google Shape;160;p30">
              <a:extLst>
                <a:ext uri="{FF2B5EF4-FFF2-40B4-BE49-F238E27FC236}">
                  <a16:creationId xmlns:a16="http://schemas.microsoft.com/office/drawing/2014/main" id="{2E3D8BCE-C4D0-274D-01B2-FEFA39B7F2ED}"/>
                </a:ext>
              </a:extLst>
            </p:cNvPr>
            <p:cNvSpPr txBox="1"/>
            <p:nvPr/>
          </p:nvSpPr>
          <p:spPr>
            <a:xfrm>
              <a:off x="1137267" y="12540162"/>
              <a:ext cx="7645040"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a:t>
              </a:r>
              <a:r>
                <a:rPr lang="en-IN" sz="6000" b="0" i="0" u="none" strike="noStrike" cap="none" dirty="0" err="1">
                  <a:solidFill>
                    <a:srgbClr val="FFFFFF"/>
                  </a:solidFill>
                  <a:latin typeface="Cambria"/>
                  <a:ea typeface="Cambria"/>
                  <a:cs typeface="Cambria"/>
                  <a:sym typeface="Cambria"/>
                </a:rPr>
                <a:t>Color</a:t>
              </a:r>
              <a:r>
                <a:rPr lang="en-IN" sz="6000" b="0" i="0" u="none" strike="noStrike" cap="none" dirty="0">
                  <a:solidFill>
                    <a:srgbClr val="FFFFFF"/>
                  </a:solidFill>
                  <a:latin typeface="Cambria"/>
                  <a:ea typeface="Cambria"/>
                  <a:cs typeface="Cambria"/>
                  <a:sym typeface="Cambria"/>
                </a:rPr>
                <a:t> : #FFFFFF</a:t>
              </a:r>
              <a:endParaRPr sz="6000" b="0" i="0" u="none" strike="noStrike" cap="none" dirty="0">
                <a:solidFill>
                  <a:srgbClr val="FFFFFF"/>
                </a:solidFill>
                <a:latin typeface="Cambria"/>
                <a:ea typeface="Cambria"/>
                <a:cs typeface="Cambria"/>
                <a:sym typeface="Cambria"/>
              </a:endParaRPr>
            </a:p>
          </p:txBody>
        </p:sp>
        <p:sp>
          <p:nvSpPr>
            <p:cNvPr id="16" name="Google Shape;161;p30">
              <a:extLst>
                <a:ext uri="{FF2B5EF4-FFF2-40B4-BE49-F238E27FC236}">
                  <a16:creationId xmlns:a16="http://schemas.microsoft.com/office/drawing/2014/main" id="{376B5722-A992-0B50-2B0D-6CE8912F13CB}"/>
                </a:ext>
              </a:extLst>
            </p:cNvPr>
            <p:cNvSpPr txBox="1"/>
            <p:nvPr/>
          </p:nvSpPr>
          <p:spPr>
            <a:xfrm>
              <a:off x="1137273" y="13627450"/>
              <a:ext cx="6325362"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Size : 50pt</a:t>
              </a:r>
              <a:endParaRPr sz="6000" b="0" i="0" u="none" strike="noStrike" cap="none" dirty="0">
                <a:solidFill>
                  <a:srgbClr val="FFFFFF"/>
                </a:solidFill>
                <a:latin typeface="Cambria"/>
                <a:ea typeface="Cambria"/>
                <a:cs typeface="Cambria"/>
                <a:sym typeface="Cambria"/>
              </a:endParaRPr>
            </a:p>
          </p:txBody>
        </p:sp>
        <p:sp>
          <p:nvSpPr>
            <p:cNvPr id="17" name="Google Shape;159;p30">
              <a:extLst>
                <a:ext uri="{FF2B5EF4-FFF2-40B4-BE49-F238E27FC236}">
                  <a16:creationId xmlns:a16="http://schemas.microsoft.com/office/drawing/2014/main" id="{1EBE9651-56CC-F945-9501-3DA8FD9F0D94}"/>
                </a:ext>
              </a:extLst>
            </p:cNvPr>
            <p:cNvSpPr txBox="1"/>
            <p:nvPr/>
          </p:nvSpPr>
          <p:spPr>
            <a:xfrm>
              <a:off x="1137267" y="9388383"/>
              <a:ext cx="12435528"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1" i="0" u="none" strike="noStrike" cap="none" dirty="0">
                  <a:solidFill>
                    <a:srgbClr val="FFFF00"/>
                  </a:solidFill>
                  <a:latin typeface="Cambria"/>
                  <a:ea typeface="Cambria"/>
                  <a:cs typeface="Cambria"/>
                  <a:sym typeface="Cambria"/>
                </a:rPr>
                <a:t>For </a:t>
              </a:r>
              <a:r>
                <a:rPr lang="en-IN" sz="6000" b="1" dirty="0">
                  <a:solidFill>
                    <a:srgbClr val="FFFF00"/>
                  </a:solidFill>
                  <a:latin typeface="Cambria"/>
                  <a:ea typeface="Cambria"/>
                  <a:cs typeface="Cambria"/>
                  <a:sym typeface="Cambria"/>
                </a:rPr>
                <a:t>Normal Text</a:t>
              </a:r>
              <a:endParaRPr sz="6000" b="1" i="0" u="none" strike="noStrike" cap="none" dirty="0">
                <a:solidFill>
                  <a:srgbClr val="FFFF00"/>
                </a:solidFill>
                <a:latin typeface="Cambria"/>
                <a:ea typeface="Cambria"/>
                <a:cs typeface="Cambria"/>
                <a:sym typeface="Cambria"/>
              </a:endParaRPr>
            </a:p>
          </p:txBody>
        </p:sp>
        <p:sp>
          <p:nvSpPr>
            <p:cNvPr id="18" name="Google Shape;163;p30">
              <a:extLst>
                <a:ext uri="{FF2B5EF4-FFF2-40B4-BE49-F238E27FC236}">
                  <a16:creationId xmlns:a16="http://schemas.microsoft.com/office/drawing/2014/main" id="{5425AD6D-0194-5418-EFC8-7DD0C0FDF2BC}"/>
                </a:ext>
              </a:extLst>
            </p:cNvPr>
            <p:cNvSpPr/>
            <p:nvPr/>
          </p:nvSpPr>
          <p:spPr>
            <a:xfrm>
              <a:off x="2707406" y="10414654"/>
              <a:ext cx="685800" cy="915932"/>
            </a:xfrm>
            <a:prstGeom prst="upArrow">
              <a:avLst>
                <a:gd name="adj1" fmla="val 50000"/>
                <a:gd name="adj2" fmla="val 77451"/>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grpSp>
        <p:nvGrpSpPr>
          <p:cNvPr id="21" name="Group 20">
            <a:extLst>
              <a:ext uri="{FF2B5EF4-FFF2-40B4-BE49-F238E27FC236}">
                <a16:creationId xmlns:a16="http://schemas.microsoft.com/office/drawing/2014/main" id="{7B95CFA9-33AD-0C54-85FE-8BB33C6D4446}"/>
              </a:ext>
            </a:extLst>
          </p:cNvPr>
          <p:cNvGrpSpPr/>
          <p:nvPr/>
        </p:nvGrpSpPr>
        <p:grpSpPr>
          <a:xfrm>
            <a:off x="24025183" y="9694603"/>
            <a:ext cx="12435528" cy="5254689"/>
            <a:chOff x="1137267" y="9388383"/>
            <a:chExt cx="12435528" cy="5254689"/>
          </a:xfrm>
        </p:grpSpPr>
        <p:sp>
          <p:nvSpPr>
            <p:cNvPr id="22" name="Google Shape;159;p30">
              <a:extLst>
                <a:ext uri="{FF2B5EF4-FFF2-40B4-BE49-F238E27FC236}">
                  <a16:creationId xmlns:a16="http://schemas.microsoft.com/office/drawing/2014/main" id="{CCE300B6-B88A-B824-7700-0543098599F4}"/>
                </a:ext>
              </a:extLst>
            </p:cNvPr>
            <p:cNvSpPr txBox="1"/>
            <p:nvPr/>
          </p:nvSpPr>
          <p:spPr>
            <a:xfrm>
              <a:off x="1137267" y="11368259"/>
              <a:ext cx="12435528"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Type: Cambria Italic</a:t>
              </a:r>
              <a:endParaRPr sz="6000" b="0" i="0" u="none" strike="noStrike" cap="none" dirty="0">
                <a:solidFill>
                  <a:srgbClr val="FFFFFF"/>
                </a:solidFill>
                <a:latin typeface="Cambria"/>
                <a:ea typeface="Cambria"/>
                <a:cs typeface="Cambria"/>
                <a:sym typeface="Cambria"/>
              </a:endParaRPr>
            </a:p>
          </p:txBody>
        </p:sp>
        <p:sp>
          <p:nvSpPr>
            <p:cNvPr id="23" name="Google Shape;160;p30">
              <a:extLst>
                <a:ext uri="{FF2B5EF4-FFF2-40B4-BE49-F238E27FC236}">
                  <a16:creationId xmlns:a16="http://schemas.microsoft.com/office/drawing/2014/main" id="{8C937C55-BFB0-F020-793C-01A00C86810D}"/>
                </a:ext>
              </a:extLst>
            </p:cNvPr>
            <p:cNvSpPr txBox="1"/>
            <p:nvPr/>
          </p:nvSpPr>
          <p:spPr>
            <a:xfrm>
              <a:off x="1137267" y="12540162"/>
              <a:ext cx="7645040"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a:t>
              </a:r>
              <a:r>
                <a:rPr lang="en-IN" sz="6000" b="0" i="0" u="none" strike="noStrike" cap="none" dirty="0" err="1">
                  <a:solidFill>
                    <a:srgbClr val="FFFFFF"/>
                  </a:solidFill>
                  <a:latin typeface="Cambria"/>
                  <a:ea typeface="Cambria"/>
                  <a:cs typeface="Cambria"/>
                  <a:sym typeface="Cambria"/>
                </a:rPr>
                <a:t>Color</a:t>
              </a:r>
              <a:r>
                <a:rPr lang="en-IN" sz="6000" b="0" i="0" u="none" strike="noStrike" cap="none" dirty="0">
                  <a:solidFill>
                    <a:srgbClr val="FFFFFF"/>
                  </a:solidFill>
                  <a:latin typeface="Cambria"/>
                  <a:ea typeface="Cambria"/>
                  <a:cs typeface="Cambria"/>
                  <a:sym typeface="Cambria"/>
                </a:rPr>
                <a:t> : #FFFFFF</a:t>
              </a:r>
              <a:endParaRPr sz="6000" b="0" i="0" u="none" strike="noStrike" cap="none" dirty="0">
                <a:solidFill>
                  <a:srgbClr val="FFFFFF"/>
                </a:solidFill>
                <a:latin typeface="Cambria"/>
                <a:ea typeface="Cambria"/>
                <a:cs typeface="Cambria"/>
                <a:sym typeface="Cambria"/>
              </a:endParaRPr>
            </a:p>
          </p:txBody>
        </p:sp>
        <p:sp>
          <p:nvSpPr>
            <p:cNvPr id="24" name="Google Shape;161;p30">
              <a:extLst>
                <a:ext uri="{FF2B5EF4-FFF2-40B4-BE49-F238E27FC236}">
                  <a16:creationId xmlns:a16="http://schemas.microsoft.com/office/drawing/2014/main" id="{D0FD5B8B-C929-4F41-B027-85C24E383845}"/>
                </a:ext>
              </a:extLst>
            </p:cNvPr>
            <p:cNvSpPr txBox="1"/>
            <p:nvPr/>
          </p:nvSpPr>
          <p:spPr>
            <a:xfrm>
              <a:off x="1137273" y="13627450"/>
              <a:ext cx="6325362"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b="0" i="0" u="none" strike="noStrike" cap="none" dirty="0">
                  <a:solidFill>
                    <a:srgbClr val="FFFFFF"/>
                  </a:solidFill>
                  <a:latin typeface="Cambria"/>
                  <a:ea typeface="Cambria"/>
                  <a:cs typeface="Cambria"/>
                  <a:sym typeface="Cambria"/>
                </a:rPr>
                <a:t>Font Size : 60pt</a:t>
              </a:r>
              <a:endParaRPr sz="6000" b="0" i="0" u="none" strike="noStrike" cap="none" dirty="0">
                <a:solidFill>
                  <a:srgbClr val="FFFFFF"/>
                </a:solidFill>
                <a:latin typeface="Cambria"/>
                <a:ea typeface="Cambria"/>
                <a:cs typeface="Cambria"/>
                <a:sym typeface="Cambria"/>
              </a:endParaRPr>
            </a:p>
          </p:txBody>
        </p:sp>
        <p:sp>
          <p:nvSpPr>
            <p:cNvPr id="25" name="Google Shape;159;p30">
              <a:extLst>
                <a:ext uri="{FF2B5EF4-FFF2-40B4-BE49-F238E27FC236}">
                  <a16:creationId xmlns:a16="http://schemas.microsoft.com/office/drawing/2014/main" id="{9F5108FC-C8A6-952B-3698-CBBB97AD13AF}"/>
                </a:ext>
              </a:extLst>
            </p:cNvPr>
            <p:cNvSpPr txBox="1"/>
            <p:nvPr/>
          </p:nvSpPr>
          <p:spPr>
            <a:xfrm>
              <a:off x="1137267" y="9388383"/>
              <a:ext cx="12435528" cy="1015622"/>
            </a:xfrm>
            <a:prstGeom prst="rect">
              <a:avLst/>
            </a:prstGeom>
            <a:noFill/>
            <a:ln>
              <a:noFill/>
            </a:ln>
          </p:spPr>
          <p:txBody>
            <a:bodyPr spcFirstLastPara="1" wrap="square" lIns="91400" tIns="45700" rIns="91400" bIns="45700" anchor="t" anchorCtr="0">
              <a:spAutoFit/>
            </a:bodyPr>
            <a:lstStyle/>
            <a:p>
              <a:pPr marL="0" marR="0" lvl="0" indent="0" algn="l" rtl="0">
                <a:lnSpc>
                  <a:spcPct val="100000"/>
                </a:lnSpc>
                <a:spcBef>
                  <a:spcPts val="0"/>
                </a:spcBef>
                <a:spcAft>
                  <a:spcPts val="0"/>
                </a:spcAft>
                <a:buNone/>
              </a:pPr>
              <a:r>
                <a:rPr lang="en-IN" sz="6000" i="1" u="none" strike="noStrike" cap="none" dirty="0">
                  <a:solidFill>
                    <a:srgbClr val="FFFF00"/>
                  </a:solidFill>
                  <a:latin typeface="Cambria"/>
                  <a:ea typeface="Cambria"/>
                  <a:cs typeface="Cambria"/>
                  <a:sym typeface="Cambria"/>
                </a:rPr>
                <a:t>For </a:t>
              </a:r>
              <a:r>
                <a:rPr lang="en-IN" sz="6000" i="1" dirty="0">
                  <a:solidFill>
                    <a:srgbClr val="FFFF00"/>
                  </a:solidFill>
                  <a:latin typeface="Cambria"/>
                  <a:ea typeface="Cambria"/>
                  <a:cs typeface="Cambria"/>
                  <a:sym typeface="Cambria"/>
                </a:rPr>
                <a:t>Equation</a:t>
              </a:r>
              <a:endParaRPr sz="6000" i="1" u="none" strike="noStrike" cap="none" dirty="0">
                <a:solidFill>
                  <a:srgbClr val="FFFF00"/>
                </a:solidFill>
                <a:latin typeface="Cambria"/>
                <a:ea typeface="Cambria"/>
                <a:cs typeface="Cambria"/>
                <a:sym typeface="Cambria"/>
              </a:endParaRPr>
            </a:p>
          </p:txBody>
        </p:sp>
        <p:sp>
          <p:nvSpPr>
            <p:cNvPr id="26" name="Google Shape;163;p30">
              <a:extLst>
                <a:ext uri="{FF2B5EF4-FFF2-40B4-BE49-F238E27FC236}">
                  <a16:creationId xmlns:a16="http://schemas.microsoft.com/office/drawing/2014/main" id="{75B440AD-5102-C7EA-84C6-F4F3B3B6FEA1}"/>
                </a:ext>
              </a:extLst>
            </p:cNvPr>
            <p:cNvSpPr/>
            <p:nvPr/>
          </p:nvSpPr>
          <p:spPr>
            <a:xfrm>
              <a:off x="2707406" y="10414654"/>
              <a:ext cx="685800" cy="915932"/>
            </a:xfrm>
            <a:prstGeom prst="upArrow">
              <a:avLst>
                <a:gd name="adj1" fmla="val 50000"/>
                <a:gd name="adj2" fmla="val 77451"/>
              </a:avLst>
            </a:prstGeom>
            <a:solidFill>
              <a:schemeClr val="lt1"/>
            </a:solidFill>
            <a:ln>
              <a:noFill/>
            </a:ln>
          </p:spPr>
          <p:txBody>
            <a:bodyPr spcFirstLastPara="1" wrap="square" lIns="91400" tIns="45700" rIns="91400"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Calibri"/>
                <a:ea typeface="Calibri"/>
                <a:cs typeface="Calibri"/>
                <a:sym typeface="Calibri"/>
              </a:endParaRPr>
            </a:p>
          </p:txBody>
        </p:sp>
      </p:grpSp>
      <p:cxnSp>
        <p:nvCxnSpPr>
          <p:cNvPr id="28" name="Straight Connector 27">
            <a:extLst>
              <a:ext uri="{FF2B5EF4-FFF2-40B4-BE49-F238E27FC236}">
                <a16:creationId xmlns:a16="http://schemas.microsoft.com/office/drawing/2014/main" id="{9ABF0B76-C05F-87E0-BD72-53DDD2728F44}"/>
              </a:ext>
            </a:extLst>
          </p:cNvPr>
          <p:cNvCxnSpPr>
            <a:cxnSpLocks/>
          </p:cNvCxnSpPr>
          <p:nvPr/>
        </p:nvCxnSpPr>
        <p:spPr>
          <a:xfrm>
            <a:off x="1207370" y="9167426"/>
            <a:ext cx="34161261"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F1A090F-3178-4D15-DBB3-C6614F9EF2B0}"/>
              </a:ext>
            </a:extLst>
          </p:cNvPr>
          <p:cNvCxnSpPr>
            <a:cxnSpLocks/>
          </p:cNvCxnSpPr>
          <p:nvPr/>
        </p:nvCxnSpPr>
        <p:spPr>
          <a:xfrm rot="16200000">
            <a:off x="8959652" y="12384787"/>
            <a:ext cx="461623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D2E576E-031F-0CD5-F0CF-3A16206C260C}"/>
              </a:ext>
            </a:extLst>
          </p:cNvPr>
          <p:cNvCxnSpPr>
            <a:cxnSpLocks/>
          </p:cNvCxnSpPr>
          <p:nvPr/>
        </p:nvCxnSpPr>
        <p:spPr>
          <a:xfrm rot="16200000">
            <a:off x="19866085" y="12384787"/>
            <a:ext cx="4616232"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pic>
        <p:nvPicPr>
          <p:cNvPr id="38" name="Picture 37">
            <a:extLst>
              <a:ext uri="{FF2B5EF4-FFF2-40B4-BE49-F238E27FC236}">
                <a16:creationId xmlns:a16="http://schemas.microsoft.com/office/drawing/2014/main" id="{CB433380-24FB-827A-6F81-116313A63B2E}"/>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18000"/>
                    </a14:imgEffect>
                  </a14:imgLayer>
                </a14:imgProps>
              </a:ext>
              <a:ext uri="{28A0092B-C50C-407E-A947-70E740481C1C}">
                <a14:useLocalDpi xmlns:a14="http://schemas.microsoft.com/office/drawing/2010/main" val="0"/>
              </a:ext>
            </a:extLst>
          </a:blip>
          <a:srcRect/>
          <a:stretch/>
        </p:blipFill>
        <p:spPr>
          <a:xfrm>
            <a:off x="1188225" y="880881"/>
            <a:ext cx="3567598" cy="3793334"/>
          </a:xfrm>
          <a:prstGeom prst="rect">
            <a:avLst/>
          </a:prstGeom>
          <a:effectLst>
            <a:outerShdw blurRad="228600" dist="215900" dir="600000" algn="l" rotWithShape="0">
              <a:prstClr val="black">
                <a:alpha val="40000"/>
              </a:prstClr>
            </a:outerShdw>
          </a:effectLst>
        </p:spPr>
      </p:pic>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med">
        <p:fade/>
      </p:transition>
    </mc:Fallback>
  </mc:AlternateContent>
</p:sld>
</file>

<file path=ppt/theme/theme1.xml><?xml version="1.0" encoding="utf-8"?>
<a:theme xmlns:a="http://schemas.openxmlformats.org/drawingml/2006/main" name="Office Theme">
  <a:themeElements>
    <a:clrScheme name="Office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TotalTime>
  <Words>364</Words>
  <Application>Microsoft Office PowerPoint</Application>
  <PresentationFormat>Custom</PresentationFormat>
  <Paragraphs>125</Paragraphs>
  <Slides>7</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Cambria</vt:lpstr>
      <vt:lpstr>Calibri</vt:lpstr>
      <vt:lpstr>Arial</vt:lpstr>
      <vt:lpstr>Wingdings</vt:lpstr>
      <vt:lpstr>Poppins</vt:lpstr>
      <vt:lpstr>Play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PW MSO 530</dc:creator>
  <cp:lastModifiedBy>e.wilson4890@gmail.com</cp:lastModifiedBy>
  <cp:revision>8</cp:revision>
  <dcterms:created xsi:type="dcterms:W3CDTF">2025-02-10T10:24:55Z</dcterms:created>
  <dcterms:modified xsi:type="dcterms:W3CDTF">2026-07-31T10:49:52Z</dcterms:modified>
</cp:coreProperties>
</file>