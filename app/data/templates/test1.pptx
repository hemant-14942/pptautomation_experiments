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20574000" cx="36576000"/>
  <p:notesSz cx="6858000" cy="9144000"/>
  <p:embeddedFontLst>
    <p:embeddedFont>
      <p:font typeface="Play"/>
      <p:regular r:id="rId14"/>
      <p:bold r:id="rId15"/>
    </p:embeddedFont>
    <p:embeddedFont>
      <p:font typeface="Poppins"/>
      <p:regular r:id="rId16"/>
      <p:bold r:id="rId17"/>
      <p:italic r:id="rId18"/>
      <p:boldItalic r:id="rId19"/>
    </p:embeddedFont>
    <p:embeddedFont>
      <p:font typeface="Poppins Black"/>
      <p:bold r:id="rId20"/>
      <p:boldItalic r:id="rId21"/>
    </p:embeddedFont>
    <p:embeddedFont>
      <p:font typeface="Poppins ExtraBold"/>
      <p:bold r:id="rId22"/>
      <p:boldItalic r:id="rId23"/>
    </p:embeddedFont>
    <p:embeddedFont>
      <p:font typeface="Cambria Math"/>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Z5kiSJGtbea4BuoQv97bbt18b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lack-bold.fntdata"/><Relationship Id="rId22" Type="http://schemas.openxmlformats.org/officeDocument/2006/relationships/font" Target="fonts/PoppinsExtraBold-bold.fntdata"/><Relationship Id="rId21" Type="http://schemas.openxmlformats.org/officeDocument/2006/relationships/font" Target="fonts/PoppinsBlack-boldItalic.fntdata"/><Relationship Id="rId24" Type="http://schemas.openxmlformats.org/officeDocument/2006/relationships/font" Target="fonts/CambriaMath-regular.fntdata"/><Relationship Id="rId23" Type="http://schemas.openxmlformats.org/officeDocument/2006/relationships/font" Target="fonts/PoppinsExtraBold-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Play-bold.fntdata"/><Relationship Id="rId14" Type="http://schemas.openxmlformats.org/officeDocument/2006/relationships/font" Target="fonts/Play-regular.fntdata"/><Relationship Id="rId17" Type="http://schemas.openxmlformats.org/officeDocument/2006/relationships/font" Target="fonts/Poppins-bold.fntdata"/><Relationship Id="rId16" Type="http://schemas.openxmlformats.org/officeDocument/2006/relationships/font" Target="fonts/Poppins-regular.fntdata"/><Relationship Id="rId19" Type="http://schemas.openxmlformats.org/officeDocument/2006/relationships/font" Target="fonts/Poppins-boldItalic.fntdata"/><Relationship Id="rId18" Type="http://schemas.openxmlformats.org/officeDocument/2006/relationships/font" Target="fonts/Poppi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pPr>
            <a:r>
              <a:rPr lang="en-IN"/>
              <a:t>This ppt can be modified and tuned wherever required as per the faculty requirements and content</a:t>
            </a:r>
            <a:endParaRPr/>
          </a:p>
          <a:p>
            <a:pPr indent="0" lvl="0" marL="0" rtl="0" algn="l">
              <a:lnSpc>
                <a:spcPct val="100000"/>
              </a:lnSpc>
              <a:spcBef>
                <a:spcPts val="0"/>
              </a:spcBef>
              <a:spcAft>
                <a:spcPts val="0"/>
              </a:spcAft>
              <a:buClr>
                <a:schemeClr val="dk1"/>
              </a:buClr>
              <a:buSzPts val="1200"/>
              <a:buFont typeface="Calibri"/>
              <a:buNone/>
            </a:pPr>
            <a:r>
              <a:t/>
            </a:r>
            <a:endParaRPr/>
          </a:p>
          <a:p>
            <a:pPr indent="0" lvl="0" marL="0" rtl="0" algn="l">
              <a:lnSpc>
                <a:spcPct val="100000"/>
              </a:lnSpc>
              <a:spcBef>
                <a:spcPts val="0"/>
              </a:spcBef>
              <a:spcAft>
                <a:spcPts val="0"/>
              </a:spcAft>
              <a:buClr>
                <a:schemeClr val="dk1"/>
              </a:buClr>
              <a:buSzPts val="1200"/>
              <a:buFont typeface="Calibri"/>
              <a:buNone/>
            </a:pPr>
            <a:r>
              <a:t/>
            </a:r>
            <a:endParaRPr/>
          </a:p>
        </p:txBody>
      </p:sp>
      <p:sp>
        <p:nvSpPr>
          <p:cNvPr id="204" name="Google Shape;20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17"/>
          <p:cNvSpPr txBox="1"/>
          <p:nvPr>
            <p:ph type="ctrTitle"/>
          </p:nvPr>
        </p:nvSpPr>
        <p:spPr>
          <a:xfrm>
            <a:off x="4572000" y="3367089"/>
            <a:ext cx="27432000" cy="71628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7"/>
          <p:cNvSpPr txBox="1"/>
          <p:nvPr>
            <p:ph idx="1" type="subTitle"/>
          </p:nvPr>
        </p:nvSpPr>
        <p:spPr>
          <a:xfrm>
            <a:off x="4572000" y="10806114"/>
            <a:ext cx="27432000" cy="496728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p:txBody>
      </p:sp>
      <p:sp>
        <p:nvSpPr>
          <p:cNvPr id="21" name="Google Shape;21;p17"/>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7"/>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18"/>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8"/>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8"/>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19"/>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31" name="Google Shape;31;p19"/>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9"/>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9"/>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0"/>
          <p:cNvSpPr txBox="1"/>
          <p:nvPr>
            <p:ph type="title"/>
          </p:nvPr>
        </p:nvSpPr>
        <p:spPr>
          <a:xfrm>
            <a:off x="2495550" y="5129216"/>
            <a:ext cx="31546800" cy="855821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 type="body"/>
          </p:nvPr>
        </p:nvSpPr>
        <p:spPr>
          <a:xfrm>
            <a:off x="2495550" y="13768391"/>
            <a:ext cx="31546800" cy="45005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rgbClr val="757575"/>
              </a:buClr>
              <a:buSzPts val="7200"/>
              <a:buNone/>
              <a:defRPr sz="7200">
                <a:solidFill>
                  <a:srgbClr val="757575"/>
                </a:solidFill>
              </a:defRPr>
            </a:lvl1pPr>
            <a:lvl2pPr indent="-228600" lvl="1" marL="914400" algn="l">
              <a:lnSpc>
                <a:spcPct val="90000"/>
              </a:lnSpc>
              <a:spcBef>
                <a:spcPts val="1500"/>
              </a:spcBef>
              <a:spcAft>
                <a:spcPts val="0"/>
              </a:spcAft>
              <a:buClr>
                <a:srgbClr val="757575"/>
              </a:buClr>
              <a:buSzPts val="6000"/>
              <a:buNone/>
              <a:defRPr sz="6000">
                <a:solidFill>
                  <a:srgbClr val="757575"/>
                </a:solidFill>
              </a:defRPr>
            </a:lvl2pPr>
            <a:lvl3pPr indent="-228600" lvl="2" marL="1371600" algn="l">
              <a:lnSpc>
                <a:spcPct val="90000"/>
              </a:lnSpc>
              <a:spcBef>
                <a:spcPts val="1500"/>
              </a:spcBef>
              <a:spcAft>
                <a:spcPts val="0"/>
              </a:spcAft>
              <a:buClr>
                <a:srgbClr val="757575"/>
              </a:buClr>
              <a:buSzPts val="5400"/>
              <a:buNone/>
              <a:defRPr sz="5400">
                <a:solidFill>
                  <a:srgbClr val="757575"/>
                </a:solidFill>
              </a:defRPr>
            </a:lvl3pPr>
            <a:lvl4pPr indent="-228600" lvl="3" marL="1828800" algn="l">
              <a:lnSpc>
                <a:spcPct val="90000"/>
              </a:lnSpc>
              <a:spcBef>
                <a:spcPts val="1500"/>
              </a:spcBef>
              <a:spcAft>
                <a:spcPts val="0"/>
              </a:spcAft>
              <a:buClr>
                <a:srgbClr val="757575"/>
              </a:buClr>
              <a:buSzPts val="4800"/>
              <a:buNone/>
              <a:defRPr sz="4800">
                <a:solidFill>
                  <a:srgbClr val="757575"/>
                </a:solidFill>
              </a:defRPr>
            </a:lvl4pPr>
            <a:lvl5pPr indent="-228600" lvl="4" marL="2286000" algn="l">
              <a:lnSpc>
                <a:spcPct val="90000"/>
              </a:lnSpc>
              <a:spcBef>
                <a:spcPts val="1500"/>
              </a:spcBef>
              <a:spcAft>
                <a:spcPts val="0"/>
              </a:spcAft>
              <a:buClr>
                <a:srgbClr val="757575"/>
              </a:buClr>
              <a:buSzPts val="4800"/>
              <a:buNone/>
              <a:defRPr sz="4800">
                <a:solidFill>
                  <a:srgbClr val="757575"/>
                </a:solidFill>
              </a:defRPr>
            </a:lvl5pPr>
            <a:lvl6pPr indent="-228600" lvl="5" marL="2743200" algn="l">
              <a:lnSpc>
                <a:spcPct val="90000"/>
              </a:lnSpc>
              <a:spcBef>
                <a:spcPts val="1500"/>
              </a:spcBef>
              <a:spcAft>
                <a:spcPts val="0"/>
              </a:spcAft>
              <a:buClr>
                <a:srgbClr val="757575"/>
              </a:buClr>
              <a:buSzPts val="4800"/>
              <a:buNone/>
              <a:defRPr sz="4800">
                <a:solidFill>
                  <a:srgbClr val="757575"/>
                </a:solidFill>
              </a:defRPr>
            </a:lvl6pPr>
            <a:lvl7pPr indent="-228600" lvl="6" marL="3200400" algn="l">
              <a:lnSpc>
                <a:spcPct val="90000"/>
              </a:lnSpc>
              <a:spcBef>
                <a:spcPts val="1500"/>
              </a:spcBef>
              <a:spcAft>
                <a:spcPts val="0"/>
              </a:spcAft>
              <a:buClr>
                <a:srgbClr val="757575"/>
              </a:buClr>
              <a:buSzPts val="4800"/>
              <a:buNone/>
              <a:defRPr sz="4800">
                <a:solidFill>
                  <a:srgbClr val="757575"/>
                </a:solidFill>
              </a:defRPr>
            </a:lvl7pPr>
            <a:lvl8pPr indent="-228600" lvl="7" marL="3657600" algn="l">
              <a:lnSpc>
                <a:spcPct val="90000"/>
              </a:lnSpc>
              <a:spcBef>
                <a:spcPts val="1500"/>
              </a:spcBef>
              <a:spcAft>
                <a:spcPts val="0"/>
              </a:spcAft>
              <a:buClr>
                <a:srgbClr val="757575"/>
              </a:buClr>
              <a:buSzPts val="4800"/>
              <a:buNone/>
              <a:defRPr sz="4800">
                <a:solidFill>
                  <a:srgbClr val="757575"/>
                </a:solidFill>
              </a:defRPr>
            </a:lvl8pPr>
            <a:lvl9pPr indent="-228600" lvl="8" marL="4114800" algn="l">
              <a:lnSpc>
                <a:spcPct val="90000"/>
              </a:lnSpc>
              <a:spcBef>
                <a:spcPts val="1500"/>
              </a:spcBef>
              <a:spcAft>
                <a:spcPts val="0"/>
              </a:spcAft>
              <a:buClr>
                <a:srgbClr val="757575"/>
              </a:buClr>
              <a:buSzPts val="4800"/>
              <a:buNone/>
              <a:defRPr sz="4800">
                <a:solidFill>
                  <a:srgbClr val="757575"/>
                </a:solidFill>
              </a:defRPr>
            </a:lvl9pPr>
          </a:lstStyle>
          <a:p/>
        </p:txBody>
      </p:sp>
      <p:sp>
        <p:nvSpPr>
          <p:cNvPr id="37" name="Google Shape;37;p20"/>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0"/>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0"/>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21"/>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 type="body"/>
          </p:nvPr>
        </p:nvSpPr>
        <p:spPr>
          <a:xfrm>
            <a:off x="2514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3" name="Google Shape;43;p21"/>
          <p:cNvSpPr txBox="1"/>
          <p:nvPr>
            <p:ph idx="2" type="body"/>
          </p:nvPr>
        </p:nvSpPr>
        <p:spPr>
          <a:xfrm>
            <a:off x="18516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44" name="Google Shape;44;p21"/>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1"/>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1"/>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22"/>
          <p:cNvSpPr txBox="1"/>
          <p:nvPr>
            <p:ph type="title"/>
          </p:nvPr>
        </p:nvSpPr>
        <p:spPr>
          <a:xfrm>
            <a:off x="2519364"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2"/>
          <p:cNvSpPr txBox="1"/>
          <p:nvPr>
            <p:ph idx="1" type="body"/>
          </p:nvPr>
        </p:nvSpPr>
        <p:spPr>
          <a:xfrm>
            <a:off x="2519366" y="5043489"/>
            <a:ext cx="15473361" cy="247173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50" name="Google Shape;50;p22"/>
          <p:cNvSpPr txBox="1"/>
          <p:nvPr>
            <p:ph idx="2" type="body"/>
          </p:nvPr>
        </p:nvSpPr>
        <p:spPr>
          <a:xfrm>
            <a:off x="2519366" y="7515225"/>
            <a:ext cx="15473361" cy="110537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51" name="Google Shape;51;p22"/>
          <p:cNvSpPr txBox="1"/>
          <p:nvPr>
            <p:ph idx="3" type="body"/>
          </p:nvPr>
        </p:nvSpPr>
        <p:spPr>
          <a:xfrm>
            <a:off x="18516600" y="5043489"/>
            <a:ext cx="15549564" cy="247173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7200"/>
              <a:buNone/>
              <a:defRPr b="1" sz="7200"/>
            </a:lvl1pPr>
            <a:lvl2pPr indent="-228600" lvl="1" marL="914400" algn="l">
              <a:lnSpc>
                <a:spcPct val="90000"/>
              </a:lnSpc>
              <a:spcBef>
                <a:spcPts val="1500"/>
              </a:spcBef>
              <a:spcAft>
                <a:spcPts val="0"/>
              </a:spcAft>
              <a:buClr>
                <a:schemeClr val="dk1"/>
              </a:buClr>
              <a:buSzPts val="6000"/>
              <a:buNone/>
              <a:defRPr b="1" sz="6000"/>
            </a:lvl2pPr>
            <a:lvl3pPr indent="-228600" lvl="2" marL="1371600" algn="l">
              <a:lnSpc>
                <a:spcPct val="90000"/>
              </a:lnSpc>
              <a:spcBef>
                <a:spcPts val="1500"/>
              </a:spcBef>
              <a:spcAft>
                <a:spcPts val="0"/>
              </a:spcAft>
              <a:buClr>
                <a:schemeClr val="dk1"/>
              </a:buClr>
              <a:buSzPts val="5400"/>
              <a:buNone/>
              <a:defRPr b="1" sz="5400"/>
            </a:lvl3pPr>
            <a:lvl4pPr indent="-228600" lvl="3" marL="1828800" algn="l">
              <a:lnSpc>
                <a:spcPct val="90000"/>
              </a:lnSpc>
              <a:spcBef>
                <a:spcPts val="1500"/>
              </a:spcBef>
              <a:spcAft>
                <a:spcPts val="0"/>
              </a:spcAft>
              <a:buClr>
                <a:schemeClr val="dk1"/>
              </a:buClr>
              <a:buSzPts val="4800"/>
              <a:buNone/>
              <a:defRPr b="1" sz="4800"/>
            </a:lvl4pPr>
            <a:lvl5pPr indent="-228600" lvl="4" marL="2286000" algn="l">
              <a:lnSpc>
                <a:spcPct val="90000"/>
              </a:lnSpc>
              <a:spcBef>
                <a:spcPts val="1500"/>
              </a:spcBef>
              <a:spcAft>
                <a:spcPts val="0"/>
              </a:spcAft>
              <a:buClr>
                <a:schemeClr val="dk1"/>
              </a:buClr>
              <a:buSzPts val="4800"/>
              <a:buNone/>
              <a:defRPr b="1" sz="4800"/>
            </a:lvl5pPr>
            <a:lvl6pPr indent="-228600" lvl="5" marL="2743200" algn="l">
              <a:lnSpc>
                <a:spcPct val="90000"/>
              </a:lnSpc>
              <a:spcBef>
                <a:spcPts val="1500"/>
              </a:spcBef>
              <a:spcAft>
                <a:spcPts val="0"/>
              </a:spcAft>
              <a:buClr>
                <a:schemeClr val="dk1"/>
              </a:buClr>
              <a:buSzPts val="4800"/>
              <a:buNone/>
              <a:defRPr b="1" sz="4800"/>
            </a:lvl6pPr>
            <a:lvl7pPr indent="-228600" lvl="6" marL="3200400" algn="l">
              <a:lnSpc>
                <a:spcPct val="90000"/>
              </a:lnSpc>
              <a:spcBef>
                <a:spcPts val="1500"/>
              </a:spcBef>
              <a:spcAft>
                <a:spcPts val="0"/>
              </a:spcAft>
              <a:buClr>
                <a:schemeClr val="dk1"/>
              </a:buClr>
              <a:buSzPts val="4800"/>
              <a:buNone/>
              <a:defRPr b="1" sz="4800"/>
            </a:lvl7pPr>
            <a:lvl8pPr indent="-228600" lvl="7" marL="3657600" algn="l">
              <a:lnSpc>
                <a:spcPct val="90000"/>
              </a:lnSpc>
              <a:spcBef>
                <a:spcPts val="1500"/>
              </a:spcBef>
              <a:spcAft>
                <a:spcPts val="0"/>
              </a:spcAft>
              <a:buClr>
                <a:schemeClr val="dk1"/>
              </a:buClr>
              <a:buSzPts val="4800"/>
              <a:buNone/>
              <a:defRPr b="1" sz="4800"/>
            </a:lvl8pPr>
            <a:lvl9pPr indent="-228600" lvl="8" marL="4114800" algn="l">
              <a:lnSpc>
                <a:spcPct val="90000"/>
              </a:lnSpc>
              <a:spcBef>
                <a:spcPts val="1500"/>
              </a:spcBef>
              <a:spcAft>
                <a:spcPts val="0"/>
              </a:spcAft>
              <a:buClr>
                <a:schemeClr val="dk1"/>
              </a:buClr>
              <a:buSzPts val="4800"/>
              <a:buNone/>
              <a:defRPr b="1" sz="4800"/>
            </a:lvl9pPr>
          </a:lstStyle>
          <a:p/>
        </p:txBody>
      </p:sp>
      <p:sp>
        <p:nvSpPr>
          <p:cNvPr id="52" name="Google Shape;52;p22"/>
          <p:cNvSpPr txBox="1"/>
          <p:nvPr>
            <p:ph idx="4" type="body"/>
          </p:nvPr>
        </p:nvSpPr>
        <p:spPr>
          <a:xfrm>
            <a:off x="18516600" y="7515225"/>
            <a:ext cx="15549564" cy="1105376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53" name="Google Shape;53;p22"/>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2"/>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23"/>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3"/>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3"/>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3"/>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txBox="1"/>
          <p:nvPr>
            <p:ph idx="1" type="body"/>
          </p:nvPr>
        </p:nvSpPr>
        <p:spPr>
          <a:xfrm>
            <a:off x="15549564" y="2962277"/>
            <a:ext cx="18516600" cy="14620875"/>
          </a:xfrm>
          <a:prstGeom prst="rect">
            <a:avLst/>
          </a:prstGeom>
          <a:noFill/>
          <a:ln>
            <a:noFill/>
          </a:ln>
        </p:spPr>
        <p:txBody>
          <a:bodyPr anchorCtr="0" anchor="t" bIns="45700" lIns="91425" spcFirstLastPara="1" rIns="91425" wrap="square" tIns="45700">
            <a:normAutofit/>
          </a:bodyPr>
          <a:lstStyle>
            <a:lvl1pPr indent="-838200" lvl="0" marL="457200" algn="l">
              <a:lnSpc>
                <a:spcPct val="90000"/>
              </a:lnSpc>
              <a:spcBef>
                <a:spcPts val="3000"/>
              </a:spcBef>
              <a:spcAft>
                <a:spcPts val="0"/>
              </a:spcAft>
              <a:buClr>
                <a:schemeClr val="dk1"/>
              </a:buClr>
              <a:buSzPts val="9600"/>
              <a:buChar char="•"/>
              <a:defRPr sz="9600"/>
            </a:lvl1pPr>
            <a:lvl2pPr indent="-762000" lvl="1" marL="914400" algn="l">
              <a:lnSpc>
                <a:spcPct val="90000"/>
              </a:lnSpc>
              <a:spcBef>
                <a:spcPts val="1500"/>
              </a:spcBef>
              <a:spcAft>
                <a:spcPts val="0"/>
              </a:spcAft>
              <a:buClr>
                <a:schemeClr val="dk1"/>
              </a:buClr>
              <a:buSzPts val="8400"/>
              <a:buChar char="•"/>
              <a:defRPr sz="8400"/>
            </a:lvl2pPr>
            <a:lvl3pPr indent="-685800" lvl="2" marL="1371600" algn="l">
              <a:lnSpc>
                <a:spcPct val="90000"/>
              </a:lnSpc>
              <a:spcBef>
                <a:spcPts val="1500"/>
              </a:spcBef>
              <a:spcAft>
                <a:spcPts val="0"/>
              </a:spcAft>
              <a:buClr>
                <a:schemeClr val="dk1"/>
              </a:buClr>
              <a:buSzPts val="7200"/>
              <a:buChar char="•"/>
              <a:defRPr sz="7200"/>
            </a:lvl3pPr>
            <a:lvl4pPr indent="-609600" lvl="3" marL="1828800" algn="l">
              <a:lnSpc>
                <a:spcPct val="90000"/>
              </a:lnSpc>
              <a:spcBef>
                <a:spcPts val="1500"/>
              </a:spcBef>
              <a:spcAft>
                <a:spcPts val="0"/>
              </a:spcAft>
              <a:buClr>
                <a:schemeClr val="dk1"/>
              </a:buClr>
              <a:buSzPts val="6000"/>
              <a:buChar char="•"/>
              <a:defRPr sz="6000"/>
            </a:lvl4pPr>
            <a:lvl5pPr indent="-609600" lvl="4" marL="2286000" algn="l">
              <a:lnSpc>
                <a:spcPct val="90000"/>
              </a:lnSpc>
              <a:spcBef>
                <a:spcPts val="1500"/>
              </a:spcBef>
              <a:spcAft>
                <a:spcPts val="0"/>
              </a:spcAft>
              <a:buClr>
                <a:schemeClr val="dk1"/>
              </a:buClr>
              <a:buSzPts val="6000"/>
              <a:buChar char="•"/>
              <a:defRPr sz="6000"/>
            </a:lvl5pPr>
            <a:lvl6pPr indent="-609600" lvl="5" marL="2743200" algn="l">
              <a:lnSpc>
                <a:spcPct val="90000"/>
              </a:lnSpc>
              <a:spcBef>
                <a:spcPts val="1500"/>
              </a:spcBef>
              <a:spcAft>
                <a:spcPts val="0"/>
              </a:spcAft>
              <a:buClr>
                <a:schemeClr val="dk1"/>
              </a:buClr>
              <a:buSzPts val="6000"/>
              <a:buChar char="•"/>
              <a:defRPr sz="6000"/>
            </a:lvl6pPr>
            <a:lvl7pPr indent="-609600" lvl="6" marL="3200400" algn="l">
              <a:lnSpc>
                <a:spcPct val="90000"/>
              </a:lnSpc>
              <a:spcBef>
                <a:spcPts val="1500"/>
              </a:spcBef>
              <a:spcAft>
                <a:spcPts val="0"/>
              </a:spcAft>
              <a:buClr>
                <a:schemeClr val="dk1"/>
              </a:buClr>
              <a:buSzPts val="6000"/>
              <a:buChar char="•"/>
              <a:defRPr sz="6000"/>
            </a:lvl7pPr>
            <a:lvl8pPr indent="-609600" lvl="7" marL="3657600" algn="l">
              <a:lnSpc>
                <a:spcPct val="90000"/>
              </a:lnSpc>
              <a:spcBef>
                <a:spcPts val="1500"/>
              </a:spcBef>
              <a:spcAft>
                <a:spcPts val="0"/>
              </a:spcAft>
              <a:buClr>
                <a:schemeClr val="dk1"/>
              </a:buClr>
              <a:buSzPts val="6000"/>
              <a:buChar char="•"/>
              <a:defRPr sz="6000"/>
            </a:lvl8pPr>
            <a:lvl9pPr indent="-609600" lvl="8" marL="4114800" algn="l">
              <a:lnSpc>
                <a:spcPct val="90000"/>
              </a:lnSpc>
              <a:spcBef>
                <a:spcPts val="1500"/>
              </a:spcBef>
              <a:spcAft>
                <a:spcPts val="0"/>
              </a:spcAft>
              <a:buClr>
                <a:schemeClr val="dk1"/>
              </a:buClr>
              <a:buSzPts val="6000"/>
              <a:buChar char="•"/>
              <a:defRPr sz="6000"/>
            </a:lvl9pPr>
          </a:lstStyle>
          <a:p/>
        </p:txBody>
      </p:sp>
      <p:sp>
        <p:nvSpPr>
          <p:cNvPr id="64" name="Google Shape;64;p24"/>
          <p:cNvSpPr txBox="1"/>
          <p:nvPr>
            <p:ph idx="2"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65" name="Google Shape;65;p24"/>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25"/>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p:nvPr>
            <p:ph idx="2" type="pic"/>
          </p:nvPr>
        </p:nvSpPr>
        <p:spPr>
          <a:xfrm>
            <a:off x="15549564" y="2962277"/>
            <a:ext cx="18516600" cy="14620875"/>
          </a:xfrm>
          <a:prstGeom prst="rect">
            <a:avLst/>
          </a:prstGeom>
          <a:noFill/>
          <a:ln>
            <a:noFill/>
          </a:ln>
        </p:spPr>
      </p:sp>
      <p:sp>
        <p:nvSpPr>
          <p:cNvPr id="71" name="Google Shape;71;p25"/>
          <p:cNvSpPr txBox="1"/>
          <p:nvPr>
            <p:ph idx="1"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3000"/>
              </a:spcBef>
              <a:spcAft>
                <a:spcPts val="0"/>
              </a:spcAft>
              <a:buClr>
                <a:schemeClr val="dk1"/>
              </a:buClr>
              <a:buSzPts val="4800"/>
              <a:buNone/>
              <a:defRPr sz="4800"/>
            </a:lvl1pPr>
            <a:lvl2pPr indent="-228600" lvl="1" marL="914400" algn="l">
              <a:lnSpc>
                <a:spcPct val="90000"/>
              </a:lnSpc>
              <a:spcBef>
                <a:spcPts val="1500"/>
              </a:spcBef>
              <a:spcAft>
                <a:spcPts val="0"/>
              </a:spcAft>
              <a:buClr>
                <a:schemeClr val="dk1"/>
              </a:buClr>
              <a:buSzPts val="4200"/>
              <a:buNone/>
              <a:defRPr sz="4200"/>
            </a:lvl2pPr>
            <a:lvl3pPr indent="-228600" lvl="2" marL="1371600" algn="l">
              <a:lnSpc>
                <a:spcPct val="90000"/>
              </a:lnSpc>
              <a:spcBef>
                <a:spcPts val="1500"/>
              </a:spcBef>
              <a:spcAft>
                <a:spcPts val="0"/>
              </a:spcAft>
              <a:buClr>
                <a:schemeClr val="dk1"/>
              </a:buClr>
              <a:buSzPts val="3600"/>
              <a:buNone/>
              <a:defRPr sz="3600"/>
            </a:lvl3pPr>
            <a:lvl4pPr indent="-228600" lvl="3" marL="1828800" algn="l">
              <a:lnSpc>
                <a:spcPct val="90000"/>
              </a:lnSpc>
              <a:spcBef>
                <a:spcPts val="1500"/>
              </a:spcBef>
              <a:spcAft>
                <a:spcPts val="0"/>
              </a:spcAft>
              <a:buClr>
                <a:schemeClr val="dk1"/>
              </a:buClr>
              <a:buSzPts val="3000"/>
              <a:buNone/>
              <a:defRPr sz="3000"/>
            </a:lvl4pPr>
            <a:lvl5pPr indent="-228600" lvl="4" marL="2286000" algn="l">
              <a:lnSpc>
                <a:spcPct val="90000"/>
              </a:lnSpc>
              <a:spcBef>
                <a:spcPts val="1500"/>
              </a:spcBef>
              <a:spcAft>
                <a:spcPts val="0"/>
              </a:spcAft>
              <a:buClr>
                <a:schemeClr val="dk1"/>
              </a:buClr>
              <a:buSzPts val="3000"/>
              <a:buNone/>
              <a:defRPr sz="3000"/>
            </a:lvl5pPr>
            <a:lvl6pPr indent="-228600" lvl="5" marL="2743200" algn="l">
              <a:lnSpc>
                <a:spcPct val="90000"/>
              </a:lnSpc>
              <a:spcBef>
                <a:spcPts val="1500"/>
              </a:spcBef>
              <a:spcAft>
                <a:spcPts val="0"/>
              </a:spcAft>
              <a:buClr>
                <a:schemeClr val="dk1"/>
              </a:buClr>
              <a:buSzPts val="3000"/>
              <a:buNone/>
              <a:defRPr sz="3000"/>
            </a:lvl6pPr>
            <a:lvl7pPr indent="-228600" lvl="6" marL="3200400" algn="l">
              <a:lnSpc>
                <a:spcPct val="90000"/>
              </a:lnSpc>
              <a:spcBef>
                <a:spcPts val="1500"/>
              </a:spcBef>
              <a:spcAft>
                <a:spcPts val="0"/>
              </a:spcAft>
              <a:buClr>
                <a:schemeClr val="dk1"/>
              </a:buClr>
              <a:buSzPts val="3000"/>
              <a:buNone/>
              <a:defRPr sz="3000"/>
            </a:lvl7pPr>
            <a:lvl8pPr indent="-228600" lvl="7" marL="3657600" algn="l">
              <a:lnSpc>
                <a:spcPct val="90000"/>
              </a:lnSpc>
              <a:spcBef>
                <a:spcPts val="1500"/>
              </a:spcBef>
              <a:spcAft>
                <a:spcPts val="0"/>
              </a:spcAft>
              <a:buClr>
                <a:schemeClr val="dk1"/>
              </a:buClr>
              <a:buSzPts val="3000"/>
              <a:buNone/>
              <a:defRPr sz="3000"/>
            </a:lvl8pPr>
            <a:lvl9pPr indent="-228600" lvl="8" marL="4114800" algn="l">
              <a:lnSpc>
                <a:spcPct val="90000"/>
              </a:lnSpc>
              <a:spcBef>
                <a:spcPts val="1500"/>
              </a:spcBef>
              <a:spcAft>
                <a:spcPts val="0"/>
              </a:spcAft>
              <a:buClr>
                <a:schemeClr val="dk1"/>
              </a:buClr>
              <a:buSzPts val="3000"/>
              <a:buNone/>
              <a:defRPr sz="3000"/>
            </a:lvl9pPr>
          </a:lstStyle>
          <a:p/>
        </p:txBody>
      </p:sp>
      <p:sp>
        <p:nvSpPr>
          <p:cNvPr id="72" name="Google Shape;72;p25"/>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5"/>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26"/>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6"/>
          <p:cNvSpPr txBox="1"/>
          <p:nvPr>
            <p:ph idx="1" type="body"/>
          </p:nvPr>
        </p:nvSpPr>
        <p:spPr>
          <a:xfrm rot="5400000">
            <a:off x="11760993" y="-3769518"/>
            <a:ext cx="13054014" cy="31546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78" name="Google Shape;78;p26"/>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6"/>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6"/>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27"/>
          <p:cNvSpPr txBox="1"/>
          <p:nvPr>
            <p:ph type="title"/>
          </p:nvPr>
        </p:nvSpPr>
        <p:spPr>
          <a:xfrm rot="5400000">
            <a:off x="21400293" y="5869782"/>
            <a:ext cx="17435514" cy="7886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7"/>
          <p:cNvSpPr txBox="1"/>
          <p:nvPr>
            <p:ph idx="1" type="body"/>
          </p:nvPr>
        </p:nvSpPr>
        <p:spPr>
          <a:xfrm rot="5400000">
            <a:off x="5398293" y="-1788318"/>
            <a:ext cx="17435514" cy="232029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3000"/>
              </a:spcBef>
              <a:spcAft>
                <a:spcPts val="0"/>
              </a:spcAft>
              <a:buClr>
                <a:schemeClr val="dk1"/>
              </a:buClr>
              <a:buSzPts val="1800"/>
              <a:buChar char="•"/>
              <a:defRPr/>
            </a:lvl1pPr>
            <a:lvl2pPr indent="-342900" lvl="1" marL="914400" algn="l">
              <a:lnSpc>
                <a:spcPct val="90000"/>
              </a:lnSpc>
              <a:spcBef>
                <a:spcPts val="1500"/>
              </a:spcBef>
              <a:spcAft>
                <a:spcPts val="0"/>
              </a:spcAft>
              <a:buClr>
                <a:schemeClr val="dk1"/>
              </a:buClr>
              <a:buSzPts val="1800"/>
              <a:buChar char="•"/>
              <a:defRPr/>
            </a:lvl2pPr>
            <a:lvl3pPr indent="-342900" lvl="2" marL="1371600" algn="l">
              <a:lnSpc>
                <a:spcPct val="90000"/>
              </a:lnSpc>
              <a:spcBef>
                <a:spcPts val="1500"/>
              </a:spcBef>
              <a:spcAft>
                <a:spcPts val="0"/>
              </a:spcAft>
              <a:buClr>
                <a:schemeClr val="dk1"/>
              </a:buClr>
              <a:buSzPts val="1800"/>
              <a:buChar char="•"/>
              <a:defRPr/>
            </a:lvl3pPr>
            <a:lvl4pPr indent="-342900" lvl="3" marL="1828800" algn="l">
              <a:lnSpc>
                <a:spcPct val="90000"/>
              </a:lnSpc>
              <a:spcBef>
                <a:spcPts val="1500"/>
              </a:spcBef>
              <a:spcAft>
                <a:spcPts val="0"/>
              </a:spcAft>
              <a:buClr>
                <a:schemeClr val="dk1"/>
              </a:buClr>
              <a:buSzPts val="1800"/>
              <a:buChar char="•"/>
              <a:defRPr/>
            </a:lvl4pPr>
            <a:lvl5pPr indent="-342900" lvl="4" marL="2286000" algn="l">
              <a:lnSpc>
                <a:spcPct val="90000"/>
              </a:lnSpc>
              <a:spcBef>
                <a:spcPts val="1500"/>
              </a:spcBef>
              <a:spcAft>
                <a:spcPts val="0"/>
              </a:spcAft>
              <a:buClr>
                <a:schemeClr val="dk1"/>
              </a:buClr>
              <a:buSzPts val="1800"/>
              <a:buChar char="•"/>
              <a:defRPr/>
            </a:lvl5pPr>
            <a:lvl6pPr indent="-342900" lvl="5" marL="2743200" algn="l">
              <a:lnSpc>
                <a:spcPct val="90000"/>
              </a:lnSpc>
              <a:spcBef>
                <a:spcPts val="1500"/>
              </a:spcBef>
              <a:spcAft>
                <a:spcPts val="0"/>
              </a:spcAft>
              <a:buClr>
                <a:schemeClr val="dk1"/>
              </a:buClr>
              <a:buSzPts val="1800"/>
              <a:buChar char="•"/>
              <a:defRPr/>
            </a:lvl6pPr>
            <a:lvl7pPr indent="-342900" lvl="6" marL="3200400" algn="l">
              <a:lnSpc>
                <a:spcPct val="90000"/>
              </a:lnSpc>
              <a:spcBef>
                <a:spcPts val="1500"/>
              </a:spcBef>
              <a:spcAft>
                <a:spcPts val="0"/>
              </a:spcAft>
              <a:buClr>
                <a:schemeClr val="dk1"/>
              </a:buClr>
              <a:buSzPts val="1800"/>
              <a:buChar char="•"/>
              <a:defRPr/>
            </a:lvl7pPr>
            <a:lvl8pPr indent="-342900" lvl="7" marL="3657600" algn="l">
              <a:lnSpc>
                <a:spcPct val="90000"/>
              </a:lnSpc>
              <a:spcBef>
                <a:spcPts val="1500"/>
              </a:spcBef>
              <a:spcAft>
                <a:spcPts val="0"/>
              </a:spcAft>
              <a:buClr>
                <a:schemeClr val="dk1"/>
              </a:buClr>
              <a:buSzPts val="1800"/>
              <a:buChar char="•"/>
              <a:defRPr/>
            </a:lvl8pPr>
            <a:lvl9pPr indent="-342900" lvl="8" marL="4114800" algn="l">
              <a:lnSpc>
                <a:spcPct val="90000"/>
              </a:lnSpc>
              <a:spcBef>
                <a:spcPts val="1500"/>
              </a:spcBef>
              <a:spcAft>
                <a:spcPts val="0"/>
              </a:spcAft>
              <a:buClr>
                <a:schemeClr val="dk1"/>
              </a:buClr>
              <a:buSzPts val="1800"/>
              <a:buChar char="•"/>
              <a:defRPr/>
            </a:lvl9pPr>
          </a:lstStyle>
          <a:p/>
        </p:txBody>
      </p:sp>
      <p:sp>
        <p:nvSpPr>
          <p:cNvPr id="84" name="Google Shape;84;p27"/>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7"/>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7"/>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3200"/>
              <a:buFont typeface="Play"/>
              <a:buNone/>
              <a:defRPr b="0" i="0" sz="132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6"/>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762000" lvl="0" marL="457200" marR="0" rtl="0" algn="l">
              <a:lnSpc>
                <a:spcPct val="90000"/>
              </a:lnSpc>
              <a:spcBef>
                <a:spcPts val="3000"/>
              </a:spcBef>
              <a:spcAft>
                <a:spcPts val="0"/>
              </a:spcAft>
              <a:buClr>
                <a:schemeClr val="dk1"/>
              </a:buClr>
              <a:buSzPts val="8400"/>
              <a:buFont typeface="Arial"/>
              <a:buChar char="•"/>
              <a:defRPr b="0" i="0" sz="8400" u="none" cap="none" strike="noStrike">
                <a:solidFill>
                  <a:schemeClr val="dk1"/>
                </a:solidFill>
                <a:latin typeface="Arial"/>
                <a:ea typeface="Arial"/>
                <a:cs typeface="Arial"/>
                <a:sym typeface="Arial"/>
              </a:defRPr>
            </a:lvl1pPr>
            <a:lvl2pPr indent="-685800" lvl="1" marL="914400" marR="0" rtl="0" algn="l">
              <a:lnSpc>
                <a:spcPct val="90000"/>
              </a:lnSpc>
              <a:spcBef>
                <a:spcPts val="1500"/>
              </a:spcBef>
              <a:spcAft>
                <a:spcPts val="0"/>
              </a:spcAft>
              <a:buClr>
                <a:schemeClr val="dk1"/>
              </a:buClr>
              <a:buSzPts val="7200"/>
              <a:buFont typeface="Arial"/>
              <a:buChar char="•"/>
              <a:defRPr b="0" i="0" sz="7200" u="none" cap="none" strike="noStrike">
                <a:solidFill>
                  <a:schemeClr val="dk1"/>
                </a:solidFill>
                <a:latin typeface="Arial"/>
                <a:ea typeface="Arial"/>
                <a:cs typeface="Arial"/>
                <a:sym typeface="Arial"/>
              </a:defRPr>
            </a:lvl2pPr>
            <a:lvl3pPr indent="-609600" lvl="2" marL="1371600" marR="0" rtl="0" algn="l">
              <a:lnSpc>
                <a:spcPct val="90000"/>
              </a:lnSpc>
              <a:spcBef>
                <a:spcPts val="1500"/>
              </a:spcBef>
              <a:spcAft>
                <a:spcPts val="0"/>
              </a:spcAft>
              <a:buClr>
                <a:schemeClr val="dk1"/>
              </a:buClr>
              <a:buSzPts val="6000"/>
              <a:buFont typeface="Arial"/>
              <a:buChar char="•"/>
              <a:defRPr b="0" i="0" sz="6000" u="none" cap="none" strike="noStrike">
                <a:solidFill>
                  <a:schemeClr val="dk1"/>
                </a:solidFill>
                <a:latin typeface="Arial"/>
                <a:ea typeface="Arial"/>
                <a:cs typeface="Arial"/>
                <a:sym typeface="Arial"/>
              </a:defRPr>
            </a:lvl3pPr>
            <a:lvl4pPr indent="-571500" lvl="3" marL="1828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4pPr>
            <a:lvl5pPr indent="-571500" lvl="4" marL="22860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5pPr>
            <a:lvl6pPr indent="-571500" lvl="5" marL="27432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6pPr>
            <a:lvl7pPr indent="-571500" lvl="6" marL="32004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7pPr>
            <a:lvl8pPr indent="-571500" lvl="7" marL="36576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8pPr>
            <a:lvl9pPr indent="-571500" lvl="8" marL="4114800" marR="0" rtl="0" algn="l">
              <a:lnSpc>
                <a:spcPct val="90000"/>
              </a:lnSpc>
              <a:spcBef>
                <a:spcPts val="1500"/>
              </a:spcBef>
              <a:spcAft>
                <a:spcPts val="0"/>
              </a:spcAft>
              <a:buClr>
                <a:schemeClr val="dk1"/>
              </a:buClr>
              <a:buSzPts val="5400"/>
              <a:buFont typeface="Arial"/>
              <a:buChar char="•"/>
              <a:defRPr b="0" i="0" sz="5400" u="none" cap="none" strike="noStrike">
                <a:solidFill>
                  <a:schemeClr val="dk1"/>
                </a:solidFill>
                <a:latin typeface="Arial"/>
                <a:ea typeface="Arial"/>
                <a:cs typeface="Arial"/>
                <a:sym typeface="Arial"/>
              </a:defRPr>
            </a:lvl9pPr>
          </a:lstStyle>
          <a:p/>
        </p:txBody>
      </p:sp>
      <p:sp>
        <p:nvSpPr>
          <p:cNvPr id="12" name="Google Shape;12;p16"/>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6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6"/>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6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6"/>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grpSp>
        <p:nvGrpSpPr>
          <p:cNvPr id="15" name="Google Shape;15;p16"/>
          <p:cNvGrpSpPr/>
          <p:nvPr/>
        </p:nvGrpSpPr>
        <p:grpSpPr>
          <a:xfrm>
            <a:off x="34046160" y="-120443"/>
            <a:ext cx="1701166" cy="2361085"/>
            <a:chOff x="33588959" y="-120443"/>
            <a:chExt cx="2346273" cy="3256443"/>
          </a:xfrm>
        </p:grpSpPr>
        <p:sp>
          <p:nvSpPr>
            <p:cNvPr id="16" name="Google Shape;16;p16"/>
            <p:cNvSpPr/>
            <p:nvPr/>
          </p:nvSpPr>
          <p:spPr>
            <a:xfrm rot="10800000">
              <a:off x="33588959" y="-120443"/>
              <a:ext cx="2346273" cy="3256443"/>
            </a:xfrm>
            <a:prstGeom prst="round2SameRect">
              <a:avLst>
                <a:gd fmla="val 50000" name="adj1"/>
                <a:gd fmla="val 0" name="adj2"/>
              </a:avLst>
            </a:prstGeom>
            <a:solidFill>
              <a:schemeClr val="dk1"/>
            </a:solidFill>
            <a:ln cap="flat" cmpd="sng" w="19050">
              <a:solidFill>
                <a:srgbClr val="7F7F7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descr="A white circle with a black letter in it&#10;&#10;AI-generated content may be incorrect." id="17" name="Google Shape;17;p16"/>
            <p:cNvPicPr preferRelativeResize="0"/>
            <p:nvPr/>
          </p:nvPicPr>
          <p:blipFill rotWithShape="1">
            <a:blip r:embed="rId2">
              <a:alphaModFix/>
            </a:blip>
            <a:srcRect b="0" l="0" r="0" t="0"/>
            <a:stretch/>
          </p:blipFill>
          <p:spPr>
            <a:xfrm>
              <a:off x="33822708" y="872172"/>
              <a:ext cx="1878774" cy="1878774"/>
            </a:xfrm>
            <a:prstGeom prst="rect">
              <a:avLst/>
            </a:prstGeom>
            <a:noFill/>
            <a:ln>
              <a:noFill/>
            </a:ln>
          </p:spPr>
        </p:pic>
      </p:gr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0" name="Shape 90"/>
        <p:cNvGrpSpPr/>
        <p:nvPr/>
      </p:nvGrpSpPr>
      <p:grpSpPr>
        <a:xfrm>
          <a:off x="0" y="0"/>
          <a:ext cx="0" cy="0"/>
          <a:chOff x="0" y="0"/>
          <a:chExt cx="0" cy="0"/>
        </a:xfrm>
      </p:grpSpPr>
      <p:grpSp>
        <p:nvGrpSpPr>
          <p:cNvPr id="91" name="Google Shape;91;p1"/>
          <p:cNvGrpSpPr/>
          <p:nvPr/>
        </p:nvGrpSpPr>
        <p:grpSpPr>
          <a:xfrm>
            <a:off x="3427129" y="11981532"/>
            <a:ext cx="17778512" cy="7940508"/>
            <a:chOff x="3611259" y="11894219"/>
            <a:chExt cx="17778512" cy="7630672"/>
          </a:xfrm>
        </p:grpSpPr>
        <p:grpSp>
          <p:nvGrpSpPr>
            <p:cNvPr id="92" name="Google Shape;92;p1"/>
            <p:cNvGrpSpPr/>
            <p:nvPr/>
          </p:nvGrpSpPr>
          <p:grpSpPr>
            <a:xfrm>
              <a:off x="3611259" y="11894219"/>
              <a:ext cx="17778512" cy="7630672"/>
              <a:chOff x="3611259" y="11837069"/>
              <a:chExt cx="17778512" cy="7630672"/>
            </a:xfrm>
          </p:grpSpPr>
          <p:sp>
            <p:nvSpPr>
              <p:cNvPr id="93" name="Google Shape;93;p1"/>
              <p:cNvSpPr/>
              <p:nvPr/>
            </p:nvSpPr>
            <p:spPr>
              <a:xfrm flipH="1">
                <a:off x="3611259" y="11837069"/>
                <a:ext cx="17778512" cy="6564913"/>
              </a:xfrm>
              <a:prstGeom prst="trapezoid">
                <a:avLst>
                  <a:gd fmla="val 0" name="adj"/>
                </a:avLst>
              </a:prstGeom>
              <a:gradFill>
                <a:gsLst>
                  <a:gs pos="0">
                    <a:srgbClr val="3F3F3F"/>
                  </a:gs>
                  <a:gs pos="100000">
                    <a:srgbClr val="0C0C0C"/>
                  </a:gs>
                </a:gsLst>
                <a:lin ang="8100000" scaled="0"/>
              </a:gradFill>
              <a:ln cap="flat" cmpd="sng" w="19050">
                <a:solidFill>
                  <a:srgbClr val="FFFF00"/>
                </a:solidFill>
                <a:prstDash val="solid"/>
                <a:miter lim="80"/>
                <a:headEnd len="sm" w="sm" type="none"/>
                <a:tailEnd len="sm" w="sm" type="none"/>
              </a:ln>
              <a:effectLst>
                <a:outerShdw blurRad="127000" rotWithShape="0" algn="t" dir="5400000" dist="127000">
                  <a:srgbClr val="000000">
                    <a:alpha val="6902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94" name="Google Shape;94;p1"/>
              <p:cNvSpPr txBox="1"/>
              <p:nvPr/>
            </p:nvSpPr>
            <p:spPr>
              <a:xfrm>
                <a:off x="6367028" y="18544411"/>
                <a:ext cx="12266972" cy="92333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5400"/>
                  <a:buFont typeface="Arial"/>
                  <a:buNone/>
                </a:pPr>
                <a:r>
                  <a:rPr b="0" i="0" lang="en-IN" sz="5400" u="none" cap="none" strike="noStrike">
                    <a:solidFill>
                      <a:srgbClr val="FFFFCC"/>
                    </a:solidFill>
                    <a:latin typeface="Poppins ExtraBold"/>
                    <a:ea typeface="Poppins ExtraBold"/>
                    <a:cs typeface="Poppins ExtraBold"/>
                    <a:sym typeface="Poppins ExtraBold"/>
                  </a:rPr>
                  <a:t>By - Faculty Name</a:t>
                </a:r>
                <a:endParaRPr b="0" i="0" sz="5400" u="none" cap="none" strike="noStrike">
                  <a:solidFill>
                    <a:srgbClr val="FFFFCC"/>
                  </a:solidFill>
                  <a:latin typeface="Poppins ExtraBold"/>
                  <a:ea typeface="Poppins ExtraBold"/>
                  <a:cs typeface="Poppins ExtraBold"/>
                  <a:sym typeface="Poppins ExtraBold"/>
                </a:endParaRPr>
              </a:p>
            </p:txBody>
          </p:sp>
        </p:grpSp>
        <p:sp>
          <p:nvSpPr>
            <p:cNvPr id="95" name="Google Shape;95;p1"/>
            <p:cNvSpPr txBox="1"/>
            <p:nvPr/>
          </p:nvSpPr>
          <p:spPr>
            <a:xfrm>
              <a:off x="5209341" y="15364202"/>
              <a:ext cx="14582346" cy="156966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600"/>
                <a:buFont typeface="Arial"/>
                <a:buNone/>
              </a:pPr>
              <a:r>
                <a:rPr b="1" i="0" lang="en-IN" sz="9600" u="none" cap="none" strike="noStrike">
                  <a:solidFill>
                    <a:srgbClr val="FFFFCC"/>
                  </a:solidFill>
                  <a:latin typeface="Poppins ExtraBold"/>
                  <a:ea typeface="Poppins ExtraBold"/>
                  <a:cs typeface="Poppins ExtraBold"/>
                  <a:sym typeface="Poppins ExtraBold"/>
                </a:rPr>
                <a:t>TOPIC</a:t>
              </a:r>
              <a:endParaRPr b="1" i="0" sz="9600" u="none" cap="none" strike="noStrike">
                <a:solidFill>
                  <a:srgbClr val="FFFFCC"/>
                </a:solidFill>
                <a:latin typeface="Poppins ExtraBold"/>
                <a:ea typeface="Poppins ExtraBold"/>
                <a:cs typeface="Poppins ExtraBold"/>
                <a:sym typeface="Poppins ExtraBold"/>
              </a:endParaRPr>
            </a:p>
          </p:txBody>
        </p:sp>
        <p:grpSp>
          <p:nvGrpSpPr>
            <p:cNvPr id="96" name="Google Shape;96;p1"/>
            <p:cNvGrpSpPr/>
            <p:nvPr/>
          </p:nvGrpSpPr>
          <p:grpSpPr>
            <a:xfrm>
              <a:off x="3952069" y="12267984"/>
              <a:ext cx="17096890" cy="1658836"/>
              <a:chOff x="4720493" y="9900791"/>
              <a:chExt cx="17096890" cy="1508033"/>
            </a:xfrm>
          </p:grpSpPr>
          <p:sp>
            <p:nvSpPr>
              <p:cNvPr id="97" name="Google Shape;97;p1"/>
              <p:cNvSpPr/>
              <p:nvPr/>
            </p:nvSpPr>
            <p:spPr>
              <a:xfrm>
                <a:off x="4720493" y="9900791"/>
                <a:ext cx="17096890" cy="1508033"/>
              </a:xfrm>
              <a:prstGeom prst="rect">
                <a:avLst/>
              </a:prstGeom>
              <a:gradFill>
                <a:gsLst>
                  <a:gs pos="0">
                    <a:schemeClr val="lt1"/>
                  </a:gs>
                  <a:gs pos="100000">
                    <a:srgbClr val="FFFFCC"/>
                  </a:gs>
                </a:gsLst>
                <a:lin ang="5400000" scaled="0"/>
              </a:gradFill>
              <a:ln cap="flat" cmpd="sng" w="19050">
                <a:solidFill>
                  <a:srgbClr val="D35100"/>
                </a:solidFill>
                <a:prstDash val="solid"/>
                <a:miter lim="80"/>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98" name="Google Shape;98;p1"/>
              <p:cNvSpPr txBox="1"/>
              <p:nvPr/>
            </p:nvSpPr>
            <p:spPr>
              <a:xfrm>
                <a:off x="5666956" y="10277082"/>
                <a:ext cx="7044084" cy="7554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IN" sz="4800" u="none" cap="none" strike="noStrike">
                    <a:solidFill>
                      <a:srgbClr val="742400"/>
                    </a:solidFill>
                    <a:latin typeface="Poppins ExtraBold"/>
                    <a:ea typeface="Poppins ExtraBold"/>
                    <a:cs typeface="Poppins ExtraBold"/>
                    <a:sym typeface="Poppins ExtraBold"/>
                  </a:rPr>
                  <a:t>SUBJECT</a:t>
                </a:r>
                <a:endParaRPr b="0" i="0" sz="4800" u="none" cap="none" strike="noStrike">
                  <a:solidFill>
                    <a:srgbClr val="742400"/>
                  </a:solidFill>
                  <a:latin typeface="Poppins ExtraBold"/>
                  <a:ea typeface="Poppins ExtraBold"/>
                  <a:cs typeface="Poppins ExtraBold"/>
                  <a:sym typeface="Poppins ExtraBold"/>
                </a:endParaRPr>
              </a:p>
            </p:txBody>
          </p:sp>
          <p:sp>
            <p:nvSpPr>
              <p:cNvPr id="99" name="Google Shape;99;p1"/>
              <p:cNvSpPr/>
              <p:nvPr/>
            </p:nvSpPr>
            <p:spPr>
              <a:xfrm>
                <a:off x="13657503" y="10031654"/>
                <a:ext cx="7771314" cy="1246308"/>
              </a:xfrm>
              <a:prstGeom prst="rect">
                <a:avLst/>
              </a:prstGeom>
              <a:gradFill>
                <a:gsLst>
                  <a:gs pos="0">
                    <a:srgbClr val="C00000"/>
                  </a:gs>
                  <a:gs pos="50000">
                    <a:srgbClr val="FF0000"/>
                  </a:gs>
                  <a:gs pos="100000">
                    <a:srgbClr val="C00000"/>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sp>
            <p:nvSpPr>
              <p:cNvPr id="100" name="Google Shape;100;p1"/>
              <p:cNvSpPr txBox="1"/>
              <p:nvPr/>
            </p:nvSpPr>
            <p:spPr>
              <a:xfrm>
                <a:off x="13962743" y="10277082"/>
                <a:ext cx="7160834" cy="755452"/>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en-IN" sz="4800" u="none" cap="none" strike="noStrike">
                    <a:solidFill>
                      <a:schemeClr val="lt1"/>
                    </a:solidFill>
                    <a:latin typeface="Poppins ExtraBold"/>
                    <a:ea typeface="Poppins ExtraBold"/>
                    <a:cs typeface="Poppins ExtraBold"/>
                    <a:sym typeface="Poppins ExtraBold"/>
                  </a:rPr>
                  <a:t>Lecture-01</a:t>
                </a:r>
                <a:endParaRPr b="0" i="0" sz="4800" u="none" cap="none" strike="noStrike">
                  <a:solidFill>
                    <a:schemeClr val="lt1"/>
                  </a:solidFill>
                  <a:latin typeface="Poppins ExtraBold"/>
                  <a:ea typeface="Poppins ExtraBold"/>
                  <a:cs typeface="Poppins ExtraBold"/>
                  <a:sym typeface="Poppins ExtraBold"/>
                </a:endParaRPr>
              </a:p>
            </p:txBody>
          </p:sp>
        </p:grpSp>
      </p:grpSp>
      <p:pic>
        <p:nvPicPr>
          <p:cNvPr id="101" name="Google Shape;101;p1"/>
          <p:cNvPicPr preferRelativeResize="0"/>
          <p:nvPr/>
        </p:nvPicPr>
        <p:blipFill rotWithShape="1">
          <a:blip r:embed="rId4">
            <a:alphaModFix/>
          </a:blip>
          <a:srcRect b="0" l="10042" r="0" t="0"/>
          <a:stretch/>
        </p:blipFill>
        <p:spPr>
          <a:xfrm>
            <a:off x="23527022" y="3237541"/>
            <a:ext cx="13048978" cy="182658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5" name="Shape 105"/>
        <p:cNvGrpSpPr/>
        <p:nvPr/>
      </p:nvGrpSpPr>
      <p:grpSpPr>
        <a:xfrm>
          <a:off x="0" y="0"/>
          <a:ext cx="0" cy="0"/>
          <a:chOff x="0" y="0"/>
          <a:chExt cx="0" cy="0"/>
        </a:xfrm>
      </p:grpSpPr>
      <p:sp>
        <p:nvSpPr>
          <p:cNvPr id="106" name="Google Shape;106;p2"/>
          <p:cNvSpPr/>
          <p:nvPr/>
        </p:nvSpPr>
        <p:spPr>
          <a:xfrm>
            <a:off x="1839018" y="976839"/>
            <a:ext cx="22528770" cy="2748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07" name="Google Shape;107;p2"/>
          <p:cNvSpPr txBox="1"/>
          <p:nvPr/>
        </p:nvSpPr>
        <p:spPr>
          <a:xfrm>
            <a:off x="3579437" y="7015644"/>
            <a:ext cx="14464749"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Poppins"/>
                <a:ea typeface="Poppins"/>
                <a:cs typeface="Poppins"/>
                <a:sym typeface="Poppins"/>
              </a:rPr>
              <a:t>Type option here</a:t>
            </a:r>
            <a:endParaRPr b="0" i="0" sz="1400" u="none" cap="none" strike="noStrike">
              <a:solidFill>
                <a:srgbClr val="000000"/>
              </a:solidFill>
              <a:latin typeface="Arial"/>
              <a:ea typeface="Arial"/>
              <a:cs typeface="Arial"/>
              <a:sym typeface="Arial"/>
            </a:endParaRPr>
          </a:p>
        </p:txBody>
      </p:sp>
      <p:sp>
        <p:nvSpPr>
          <p:cNvPr id="108" name="Google Shape;108;p2"/>
          <p:cNvSpPr/>
          <p:nvPr/>
        </p:nvSpPr>
        <p:spPr>
          <a:xfrm>
            <a:off x="1370654" y="6770978"/>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09" name="Google Shape;109;p2"/>
          <p:cNvSpPr txBox="1"/>
          <p:nvPr/>
        </p:nvSpPr>
        <p:spPr>
          <a:xfrm>
            <a:off x="1435956" y="6877148"/>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10" name="Google Shape;110;p2"/>
          <p:cNvSpPr txBox="1"/>
          <p:nvPr/>
        </p:nvSpPr>
        <p:spPr>
          <a:xfrm>
            <a:off x="3579437" y="9520755"/>
            <a:ext cx="14464749"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Poppins"/>
                <a:ea typeface="Poppins"/>
                <a:cs typeface="Poppins"/>
                <a:sym typeface="Poppins"/>
              </a:rPr>
              <a:t>Type option here</a:t>
            </a:r>
            <a:endParaRPr b="0" i="0" sz="1400" u="none" cap="none" strike="noStrike">
              <a:solidFill>
                <a:srgbClr val="000000"/>
              </a:solidFill>
              <a:latin typeface="Arial"/>
              <a:ea typeface="Arial"/>
              <a:cs typeface="Arial"/>
              <a:sym typeface="Arial"/>
            </a:endParaRPr>
          </a:p>
        </p:txBody>
      </p:sp>
      <p:sp>
        <p:nvSpPr>
          <p:cNvPr id="111" name="Google Shape;111;p2"/>
          <p:cNvSpPr/>
          <p:nvPr/>
        </p:nvSpPr>
        <p:spPr>
          <a:xfrm>
            <a:off x="1370654" y="9276089"/>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2" name="Google Shape;112;p2"/>
          <p:cNvSpPr txBox="1"/>
          <p:nvPr/>
        </p:nvSpPr>
        <p:spPr>
          <a:xfrm>
            <a:off x="1435956" y="9382259"/>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2</a:t>
            </a:r>
            <a:endParaRPr b="1" i="0" sz="7200" u="none" cap="none" strike="noStrike">
              <a:solidFill>
                <a:schemeClr val="lt1"/>
              </a:solidFill>
              <a:latin typeface="Poppins"/>
              <a:ea typeface="Poppins"/>
              <a:cs typeface="Poppins"/>
              <a:sym typeface="Poppins"/>
            </a:endParaRPr>
          </a:p>
        </p:txBody>
      </p:sp>
      <p:sp>
        <p:nvSpPr>
          <p:cNvPr id="113" name="Google Shape;113;p2"/>
          <p:cNvSpPr txBox="1"/>
          <p:nvPr/>
        </p:nvSpPr>
        <p:spPr>
          <a:xfrm>
            <a:off x="3579437" y="12025866"/>
            <a:ext cx="14464749"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Poppins"/>
                <a:ea typeface="Poppins"/>
                <a:cs typeface="Poppins"/>
                <a:sym typeface="Poppins"/>
              </a:rPr>
              <a:t>Type option here</a:t>
            </a:r>
            <a:endParaRPr b="0" i="0" sz="1400" u="none" cap="none" strike="noStrike">
              <a:solidFill>
                <a:srgbClr val="000000"/>
              </a:solidFill>
              <a:latin typeface="Arial"/>
              <a:ea typeface="Arial"/>
              <a:cs typeface="Arial"/>
              <a:sym typeface="Arial"/>
            </a:endParaRPr>
          </a:p>
        </p:txBody>
      </p:sp>
      <p:sp>
        <p:nvSpPr>
          <p:cNvPr id="114" name="Google Shape;114;p2"/>
          <p:cNvSpPr/>
          <p:nvPr/>
        </p:nvSpPr>
        <p:spPr>
          <a:xfrm>
            <a:off x="1370654" y="11781200"/>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5" name="Google Shape;115;p2"/>
          <p:cNvSpPr txBox="1"/>
          <p:nvPr/>
        </p:nvSpPr>
        <p:spPr>
          <a:xfrm>
            <a:off x="1435956" y="11887370"/>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3</a:t>
            </a:r>
            <a:endParaRPr b="0" i="0" sz="1400" u="none" cap="none" strike="noStrike">
              <a:solidFill>
                <a:srgbClr val="000000"/>
              </a:solidFill>
              <a:latin typeface="Arial"/>
              <a:ea typeface="Arial"/>
              <a:cs typeface="Arial"/>
              <a:sym typeface="Arial"/>
            </a:endParaRPr>
          </a:p>
        </p:txBody>
      </p:sp>
      <p:sp>
        <p:nvSpPr>
          <p:cNvPr id="116" name="Google Shape;116;p2"/>
          <p:cNvSpPr txBox="1"/>
          <p:nvPr/>
        </p:nvSpPr>
        <p:spPr>
          <a:xfrm>
            <a:off x="3579437" y="14530977"/>
            <a:ext cx="14464749"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Poppins"/>
                <a:ea typeface="Poppins"/>
                <a:cs typeface="Poppins"/>
                <a:sym typeface="Poppins"/>
              </a:rPr>
              <a:t>Type option here</a:t>
            </a:r>
            <a:endParaRPr b="0" i="0" sz="1400" u="none" cap="none" strike="noStrike">
              <a:solidFill>
                <a:srgbClr val="000000"/>
              </a:solidFill>
              <a:latin typeface="Arial"/>
              <a:ea typeface="Arial"/>
              <a:cs typeface="Arial"/>
              <a:sym typeface="Arial"/>
            </a:endParaRPr>
          </a:p>
        </p:txBody>
      </p:sp>
      <p:sp>
        <p:nvSpPr>
          <p:cNvPr id="117" name="Google Shape;117;p2"/>
          <p:cNvSpPr/>
          <p:nvPr/>
        </p:nvSpPr>
        <p:spPr>
          <a:xfrm>
            <a:off x="1370654" y="14286311"/>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18" name="Google Shape;118;p2"/>
          <p:cNvSpPr txBox="1"/>
          <p:nvPr/>
        </p:nvSpPr>
        <p:spPr>
          <a:xfrm>
            <a:off x="1435956" y="14392481"/>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4</a:t>
            </a:r>
            <a:endParaRPr b="0" i="0" sz="1400" u="none" cap="none" strike="noStrike">
              <a:solidFill>
                <a:srgbClr val="000000"/>
              </a:solidFill>
              <a:latin typeface="Arial"/>
              <a:ea typeface="Arial"/>
              <a:cs typeface="Arial"/>
              <a:sym typeface="Arial"/>
            </a:endParaRPr>
          </a:p>
        </p:txBody>
      </p:sp>
      <p:sp>
        <p:nvSpPr>
          <p:cNvPr id="119" name="Google Shape;119;p2"/>
          <p:cNvSpPr txBox="1"/>
          <p:nvPr/>
        </p:nvSpPr>
        <p:spPr>
          <a:xfrm>
            <a:off x="4973181" y="1566339"/>
            <a:ext cx="16772394"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600"/>
              <a:buFont typeface="Arial"/>
              <a:buNone/>
            </a:pPr>
            <a:r>
              <a:rPr b="1" i="0" lang="en-IN" sz="9600" u="none" cap="none" strike="noStrike">
                <a:solidFill>
                  <a:srgbClr val="262626"/>
                </a:solidFill>
                <a:latin typeface="Poppins ExtraBold"/>
                <a:ea typeface="Poppins ExtraBold"/>
                <a:cs typeface="Poppins ExtraBold"/>
                <a:sym typeface="Poppins ExtraBold"/>
              </a:rPr>
              <a:t>Recap of previous lecture</a:t>
            </a:r>
            <a:endParaRPr b="0" i="0" sz="1400" u="none" cap="none" strike="noStrike">
              <a:solidFill>
                <a:srgbClr val="000000"/>
              </a:solidFill>
              <a:latin typeface="Arial"/>
              <a:ea typeface="Arial"/>
              <a:cs typeface="Arial"/>
              <a:sym typeface="Arial"/>
            </a:endParaRPr>
          </a:p>
        </p:txBody>
      </p:sp>
      <p:grpSp>
        <p:nvGrpSpPr>
          <p:cNvPr id="120" name="Google Shape;120;p2"/>
          <p:cNvGrpSpPr/>
          <p:nvPr/>
        </p:nvGrpSpPr>
        <p:grpSpPr>
          <a:xfrm>
            <a:off x="640767" y="512064"/>
            <a:ext cx="3678210" cy="3678210"/>
            <a:chOff x="213589" y="170688"/>
            <a:chExt cx="1226070" cy="1226070"/>
          </a:xfrm>
        </p:grpSpPr>
        <p:sp>
          <p:nvSpPr>
            <p:cNvPr id="121" name="Google Shape;121;p2"/>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122" name="Google Shape;122;p2"/>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6" name="Shape 126"/>
        <p:cNvGrpSpPr/>
        <p:nvPr/>
      </p:nvGrpSpPr>
      <p:grpSpPr>
        <a:xfrm>
          <a:off x="0" y="0"/>
          <a:ext cx="0" cy="0"/>
          <a:chOff x="0" y="0"/>
          <a:chExt cx="0" cy="0"/>
        </a:xfrm>
      </p:grpSpPr>
      <p:sp>
        <p:nvSpPr>
          <p:cNvPr id="127" name="Google Shape;127;p3"/>
          <p:cNvSpPr/>
          <p:nvPr/>
        </p:nvSpPr>
        <p:spPr>
          <a:xfrm>
            <a:off x="1839018" y="976839"/>
            <a:ext cx="19756386" cy="2748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28" name="Google Shape;128;p3"/>
          <p:cNvSpPr txBox="1"/>
          <p:nvPr/>
        </p:nvSpPr>
        <p:spPr>
          <a:xfrm>
            <a:off x="3579437" y="7015644"/>
            <a:ext cx="14464749"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Poppins"/>
                <a:ea typeface="Poppins"/>
                <a:cs typeface="Poppins"/>
                <a:sym typeface="Poppins"/>
              </a:rPr>
              <a:t>Type option here</a:t>
            </a:r>
            <a:endParaRPr b="0" i="0" sz="1400" u="none" cap="none" strike="noStrike">
              <a:solidFill>
                <a:srgbClr val="000000"/>
              </a:solidFill>
              <a:latin typeface="Arial"/>
              <a:ea typeface="Arial"/>
              <a:cs typeface="Arial"/>
              <a:sym typeface="Arial"/>
            </a:endParaRPr>
          </a:p>
        </p:txBody>
      </p:sp>
      <p:sp>
        <p:nvSpPr>
          <p:cNvPr id="129" name="Google Shape;129;p3"/>
          <p:cNvSpPr txBox="1"/>
          <p:nvPr/>
        </p:nvSpPr>
        <p:spPr>
          <a:xfrm>
            <a:off x="3579437" y="9520755"/>
            <a:ext cx="14464749"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Poppins"/>
                <a:ea typeface="Poppins"/>
                <a:cs typeface="Poppins"/>
                <a:sym typeface="Poppins"/>
              </a:rPr>
              <a:t>Type option here</a:t>
            </a:r>
            <a:endParaRPr b="0" i="0" sz="1400" u="none" cap="none" strike="noStrike">
              <a:solidFill>
                <a:srgbClr val="000000"/>
              </a:solidFill>
              <a:latin typeface="Arial"/>
              <a:ea typeface="Arial"/>
              <a:cs typeface="Arial"/>
              <a:sym typeface="Arial"/>
            </a:endParaRPr>
          </a:p>
        </p:txBody>
      </p:sp>
      <p:sp>
        <p:nvSpPr>
          <p:cNvPr id="130" name="Google Shape;130;p3"/>
          <p:cNvSpPr txBox="1"/>
          <p:nvPr/>
        </p:nvSpPr>
        <p:spPr>
          <a:xfrm>
            <a:off x="3579437" y="12025866"/>
            <a:ext cx="14464749"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Poppins"/>
                <a:ea typeface="Poppins"/>
                <a:cs typeface="Poppins"/>
                <a:sym typeface="Poppins"/>
              </a:rPr>
              <a:t>Type option here</a:t>
            </a:r>
            <a:endParaRPr b="0" i="0" sz="1400" u="none" cap="none" strike="noStrike">
              <a:solidFill>
                <a:srgbClr val="000000"/>
              </a:solidFill>
              <a:latin typeface="Arial"/>
              <a:ea typeface="Arial"/>
              <a:cs typeface="Arial"/>
              <a:sym typeface="Arial"/>
            </a:endParaRPr>
          </a:p>
        </p:txBody>
      </p:sp>
      <p:sp>
        <p:nvSpPr>
          <p:cNvPr id="131" name="Google Shape;131;p3"/>
          <p:cNvSpPr txBox="1"/>
          <p:nvPr/>
        </p:nvSpPr>
        <p:spPr>
          <a:xfrm>
            <a:off x="3579437" y="14530977"/>
            <a:ext cx="14464749"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Poppins"/>
                <a:ea typeface="Poppins"/>
                <a:cs typeface="Poppins"/>
                <a:sym typeface="Poppins"/>
              </a:rPr>
              <a:t>Type option here</a:t>
            </a:r>
            <a:endParaRPr b="0" i="0" sz="1400" u="none" cap="none" strike="noStrike">
              <a:solidFill>
                <a:srgbClr val="000000"/>
              </a:solidFill>
              <a:latin typeface="Arial"/>
              <a:ea typeface="Arial"/>
              <a:cs typeface="Arial"/>
              <a:sym typeface="Arial"/>
            </a:endParaRPr>
          </a:p>
        </p:txBody>
      </p:sp>
      <p:grpSp>
        <p:nvGrpSpPr>
          <p:cNvPr id="132" name="Google Shape;132;p3"/>
          <p:cNvGrpSpPr/>
          <p:nvPr/>
        </p:nvGrpSpPr>
        <p:grpSpPr>
          <a:xfrm>
            <a:off x="640767" y="512064"/>
            <a:ext cx="3678210" cy="3678210"/>
            <a:chOff x="213589" y="170688"/>
            <a:chExt cx="1226070" cy="1226070"/>
          </a:xfrm>
        </p:grpSpPr>
        <p:sp>
          <p:nvSpPr>
            <p:cNvPr id="133" name="Google Shape;133;p3"/>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134" name="Google Shape;134;p3"/>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135" name="Google Shape;135;p3"/>
          <p:cNvSpPr txBox="1"/>
          <p:nvPr/>
        </p:nvSpPr>
        <p:spPr>
          <a:xfrm>
            <a:off x="4973183" y="1566341"/>
            <a:ext cx="1352817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600"/>
              <a:buFont typeface="Arial"/>
              <a:buNone/>
            </a:pPr>
            <a:r>
              <a:rPr b="1" i="0" lang="en-IN" sz="9600" u="none" cap="none" strike="noStrike">
                <a:solidFill>
                  <a:srgbClr val="262626"/>
                </a:solidFill>
                <a:latin typeface="Poppins ExtraBold"/>
                <a:ea typeface="Poppins ExtraBold"/>
                <a:cs typeface="Poppins ExtraBold"/>
                <a:sym typeface="Poppins ExtraBold"/>
              </a:rPr>
              <a:t>Topics to be covered</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a:off x="1370654" y="6770978"/>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37" name="Google Shape;137;p3"/>
          <p:cNvSpPr txBox="1"/>
          <p:nvPr/>
        </p:nvSpPr>
        <p:spPr>
          <a:xfrm>
            <a:off x="1435956" y="6877148"/>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1370654" y="9276089"/>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39" name="Google Shape;139;p3"/>
          <p:cNvSpPr txBox="1"/>
          <p:nvPr/>
        </p:nvSpPr>
        <p:spPr>
          <a:xfrm>
            <a:off x="1435956" y="9382259"/>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2</a:t>
            </a:r>
            <a:endParaRPr b="1" i="0" sz="7200" u="none" cap="none" strike="noStrike">
              <a:solidFill>
                <a:schemeClr val="lt1"/>
              </a:solidFill>
              <a:latin typeface="Poppins"/>
              <a:ea typeface="Poppins"/>
              <a:cs typeface="Poppins"/>
              <a:sym typeface="Poppins"/>
            </a:endParaRPr>
          </a:p>
        </p:txBody>
      </p:sp>
      <p:sp>
        <p:nvSpPr>
          <p:cNvPr id="140" name="Google Shape;140;p3"/>
          <p:cNvSpPr/>
          <p:nvPr/>
        </p:nvSpPr>
        <p:spPr>
          <a:xfrm>
            <a:off x="1370654" y="11781200"/>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1" name="Google Shape;141;p3"/>
          <p:cNvSpPr txBox="1"/>
          <p:nvPr/>
        </p:nvSpPr>
        <p:spPr>
          <a:xfrm>
            <a:off x="1435956" y="11887370"/>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3</a:t>
            </a:r>
            <a:endParaRPr b="0" i="0" sz="1400" u="none" cap="none" strike="noStrike">
              <a:solidFill>
                <a:srgbClr val="000000"/>
              </a:solidFill>
              <a:latin typeface="Arial"/>
              <a:ea typeface="Arial"/>
              <a:cs typeface="Arial"/>
              <a:sym typeface="Arial"/>
            </a:endParaRPr>
          </a:p>
        </p:txBody>
      </p:sp>
      <p:sp>
        <p:nvSpPr>
          <p:cNvPr id="142" name="Google Shape;142;p3"/>
          <p:cNvSpPr/>
          <p:nvPr/>
        </p:nvSpPr>
        <p:spPr>
          <a:xfrm>
            <a:off x="1370654" y="14286311"/>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43" name="Google Shape;143;p3"/>
          <p:cNvSpPr txBox="1"/>
          <p:nvPr/>
        </p:nvSpPr>
        <p:spPr>
          <a:xfrm>
            <a:off x="1435956" y="14392481"/>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7" name="Shape 147"/>
        <p:cNvGrpSpPr/>
        <p:nvPr/>
      </p:nvGrpSpPr>
      <p:grpSpPr>
        <a:xfrm>
          <a:off x="0" y="0"/>
          <a:ext cx="0" cy="0"/>
          <a:chOff x="0" y="0"/>
          <a:chExt cx="0" cy="0"/>
        </a:xfrm>
      </p:grpSpPr>
      <p:sp>
        <p:nvSpPr>
          <p:cNvPr id="148" name="Google Shape;148;p4"/>
          <p:cNvSpPr/>
          <p:nvPr/>
        </p:nvSpPr>
        <p:spPr>
          <a:xfrm>
            <a:off x="1839023" y="976850"/>
            <a:ext cx="14361600" cy="274860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149" name="Google Shape;149;p4"/>
          <p:cNvGrpSpPr/>
          <p:nvPr/>
        </p:nvGrpSpPr>
        <p:grpSpPr>
          <a:xfrm>
            <a:off x="640767" y="512064"/>
            <a:ext cx="3678210" cy="3678210"/>
            <a:chOff x="213589" y="170688"/>
            <a:chExt cx="1226070" cy="1226070"/>
          </a:xfrm>
        </p:grpSpPr>
        <p:sp>
          <p:nvSpPr>
            <p:cNvPr id="150" name="Google Shape;150;p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151" name="Google Shape;151;p4"/>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152" name="Google Shape;152;p4"/>
          <p:cNvSpPr txBox="1"/>
          <p:nvPr/>
        </p:nvSpPr>
        <p:spPr>
          <a:xfrm>
            <a:off x="4973176" y="1566351"/>
            <a:ext cx="107514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rgbClr val="262626"/>
                </a:solidFill>
                <a:latin typeface="Cambria"/>
                <a:ea typeface="Cambria"/>
                <a:cs typeface="Cambria"/>
                <a:sym typeface="Cambria"/>
              </a:rPr>
              <a:t>Type Heading Here</a:t>
            </a:r>
            <a:endParaRPr b="0" i="0" sz="8000" u="none" cap="none" strike="noStrike">
              <a:solidFill>
                <a:srgbClr val="000000"/>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6" name="Shape 156"/>
        <p:cNvGrpSpPr/>
        <p:nvPr/>
      </p:nvGrpSpPr>
      <p:grpSpPr>
        <a:xfrm>
          <a:off x="0" y="0"/>
          <a:ext cx="0" cy="0"/>
          <a:chOff x="0" y="0"/>
          <a:chExt cx="0" cy="0"/>
        </a:xfrm>
      </p:grpSpPr>
      <p:sp>
        <p:nvSpPr>
          <p:cNvPr id="157" name="Google Shape;157;p5"/>
          <p:cNvSpPr txBox="1"/>
          <p:nvPr/>
        </p:nvSpPr>
        <p:spPr>
          <a:xfrm>
            <a:off x="1004894" y="2685090"/>
            <a:ext cx="34566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question here</a:t>
            </a:r>
            <a:endParaRPr b="0" i="0" sz="7200" u="none" cap="none" strike="noStrike">
              <a:solidFill>
                <a:schemeClr val="lt1"/>
              </a:solidFill>
              <a:latin typeface="Cambria"/>
              <a:ea typeface="Cambria"/>
              <a:cs typeface="Cambria"/>
              <a:sym typeface="Cambria"/>
            </a:endParaRPr>
          </a:p>
        </p:txBody>
      </p:sp>
      <p:sp>
        <p:nvSpPr>
          <p:cNvPr id="158" name="Google Shape;158;p5"/>
          <p:cNvSpPr txBox="1"/>
          <p:nvPr/>
        </p:nvSpPr>
        <p:spPr>
          <a:xfrm>
            <a:off x="3213677" y="8266320"/>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option here</a:t>
            </a:r>
            <a:endParaRPr b="0" i="0" sz="7200" u="none" cap="none" strike="noStrike">
              <a:solidFill>
                <a:schemeClr val="lt1"/>
              </a:solidFill>
              <a:latin typeface="Cambria"/>
              <a:ea typeface="Cambria"/>
              <a:cs typeface="Cambria"/>
              <a:sym typeface="Cambria"/>
            </a:endParaRPr>
          </a:p>
        </p:txBody>
      </p:sp>
      <p:sp>
        <p:nvSpPr>
          <p:cNvPr id="159" name="Google Shape;159;p5"/>
          <p:cNvSpPr/>
          <p:nvPr/>
        </p:nvSpPr>
        <p:spPr>
          <a:xfrm>
            <a:off x="1004894" y="8021654"/>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0" name="Google Shape;160;p5"/>
          <p:cNvSpPr txBox="1"/>
          <p:nvPr/>
        </p:nvSpPr>
        <p:spPr>
          <a:xfrm>
            <a:off x="1070196" y="8127824"/>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A</a:t>
            </a:r>
            <a:endParaRPr b="1" i="0" sz="7200" u="none" cap="none" strike="noStrike">
              <a:solidFill>
                <a:schemeClr val="lt1"/>
              </a:solidFill>
              <a:latin typeface="Poppins"/>
              <a:ea typeface="Poppins"/>
              <a:cs typeface="Poppins"/>
              <a:sym typeface="Poppins"/>
            </a:endParaRPr>
          </a:p>
        </p:txBody>
      </p:sp>
      <p:sp>
        <p:nvSpPr>
          <p:cNvPr id="161" name="Google Shape;161;p5"/>
          <p:cNvSpPr txBox="1"/>
          <p:nvPr/>
        </p:nvSpPr>
        <p:spPr>
          <a:xfrm>
            <a:off x="3213677" y="10771431"/>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option here</a:t>
            </a:r>
            <a:endParaRPr b="0" i="0" sz="7200" u="none" cap="none" strike="noStrike">
              <a:solidFill>
                <a:schemeClr val="lt1"/>
              </a:solidFill>
              <a:latin typeface="Cambria"/>
              <a:ea typeface="Cambria"/>
              <a:cs typeface="Cambria"/>
              <a:sym typeface="Cambria"/>
            </a:endParaRPr>
          </a:p>
        </p:txBody>
      </p:sp>
      <p:sp>
        <p:nvSpPr>
          <p:cNvPr id="162" name="Google Shape;162;p5"/>
          <p:cNvSpPr/>
          <p:nvPr/>
        </p:nvSpPr>
        <p:spPr>
          <a:xfrm>
            <a:off x="1004894" y="10526765"/>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3" name="Google Shape;163;p5"/>
          <p:cNvSpPr txBox="1"/>
          <p:nvPr/>
        </p:nvSpPr>
        <p:spPr>
          <a:xfrm>
            <a:off x="1070196" y="10632935"/>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B</a:t>
            </a:r>
            <a:endParaRPr b="1" i="0" sz="7200" u="none" cap="none" strike="noStrike">
              <a:solidFill>
                <a:schemeClr val="lt1"/>
              </a:solidFill>
              <a:latin typeface="Poppins"/>
              <a:ea typeface="Poppins"/>
              <a:cs typeface="Poppins"/>
              <a:sym typeface="Poppins"/>
            </a:endParaRPr>
          </a:p>
        </p:txBody>
      </p:sp>
      <p:sp>
        <p:nvSpPr>
          <p:cNvPr id="164" name="Google Shape;164;p5"/>
          <p:cNvSpPr txBox="1"/>
          <p:nvPr/>
        </p:nvSpPr>
        <p:spPr>
          <a:xfrm>
            <a:off x="3213677" y="13276542"/>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option here</a:t>
            </a:r>
            <a:endParaRPr b="0" i="0" sz="7200" u="none" cap="none" strike="noStrike">
              <a:solidFill>
                <a:schemeClr val="lt1"/>
              </a:solidFill>
              <a:latin typeface="Cambria"/>
              <a:ea typeface="Cambria"/>
              <a:cs typeface="Cambria"/>
              <a:sym typeface="Cambria"/>
            </a:endParaRPr>
          </a:p>
        </p:txBody>
      </p:sp>
      <p:sp>
        <p:nvSpPr>
          <p:cNvPr id="165" name="Google Shape;165;p5"/>
          <p:cNvSpPr/>
          <p:nvPr/>
        </p:nvSpPr>
        <p:spPr>
          <a:xfrm>
            <a:off x="1004894" y="13031876"/>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6" name="Google Shape;166;p5"/>
          <p:cNvSpPr txBox="1"/>
          <p:nvPr/>
        </p:nvSpPr>
        <p:spPr>
          <a:xfrm>
            <a:off x="1070196" y="1313804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C</a:t>
            </a:r>
            <a:endParaRPr b="1" i="0" sz="7200" u="none" cap="none" strike="noStrike">
              <a:solidFill>
                <a:schemeClr val="lt1"/>
              </a:solidFill>
              <a:latin typeface="Poppins"/>
              <a:ea typeface="Poppins"/>
              <a:cs typeface="Poppins"/>
              <a:sym typeface="Poppins"/>
            </a:endParaRPr>
          </a:p>
        </p:txBody>
      </p:sp>
      <p:sp>
        <p:nvSpPr>
          <p:cNvPr id="167" name="Google Shape;167;p5"/>
          <p:cNvSpPr txBox="1"/>
          <p:nvPr/>
        </p:nvSpPr>
        <p:spPr>
          <a:xfrm>
            <a:off x="3213677" y="15781653"/>
            <a:ext cx="14464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7200"/>
              <a:buFont typeface="Arial"/>
              <a:buNone/>
            </a:pPr>
            <a:r>
              <a:rPr b="0" i="0" lang="en-IN" sz="7200" u="none" cap="none" strike="noStrike">
                <a:solidFill>
                  <a:schemeClr val="lt1"/>
                </a:solidFill>
                <a:latin typeface="Cambria"/>
                <a:ea typeface="Cambria"/>
                <a:cs typeface="Cambria"/>
                <a:sym typeface="Cambria"/>
              </a:rPr>
              <a:t>Type option here</a:t>
            </a:r>
            <a:endParaRPr b="0" i="0" sz="7200" u="none" cap="none" strike="noStrike">
              <a:solidFill>
                <a:schemeClr val="lt1"/>
              </a:solidFill>
              <a:latin typeface="Cambria"/>
              <a:ea typeface="Cambria"/>
              <a:cs typeface="Cambria"/>
              <a:sym typeface="Cambria"/>
            </a:endParaRPr>
          </a:p>
        </p:txBody>
      </p:sp>
      <p:sp>
        <p:nvSpPr>
          <p:cNvPr id="168" name="Google Shape;168;p5"/>
          <p:cNvSpPr/>
          <p:nvPr/>
        </p:nvSpPr>
        <p:spPr>
          <a:xfrm>
            <a:off x="1004894" y="15536987"/>
            <a:ext cx="1597341" cy="1597341"/>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69" name="Google Shape;169;p5"/>
          <p:cNvSpPr txBox="1"/>
          <p:nvPr/>
        </p:nvSpPr>
        <p:spPr>
          <a:xfrm>
            <a:off x="1070196" y="1564315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D</a:t>
            </a:r>
            <a:endParaRPr b="0" i="0" sz="1400" u="none" cap="none" strike="noStrike">
              <a:solidFill>
                <a:srgbClr val="000000"/>
              </a:solidFill>
              <a:latin typeface="Arial"/>
              <a:ea typeface="Arial"/>
              <a:cs typeface="Arial"/>
              <a:sym typeface="Arial"/>
            </a:endParaRPr>
          </a:p>
        </p:txBody>
      </p:sp>
      <p:sp>
        <p:nvSpPr>
          <p:cNvPr id="170" name="Google Shape;170;p5"/>
          <p:cNvSpPr/>
          <p:nvPr/>
        </p:nvSpPr>
        <p:spPr>
          <a:xfrm>
            <a:off x="-1899137" y="630267"/>
            <a:ext cx="7788951" cy="1569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sp>
        <p:nvSpPr>
          <p:cNvPr id="171" name="Google Shape;171;p5"/>
          <p:cNvSpPr txBox="1"/>
          <p:nvPr/>
        </p:nvSpPr>
        <p:spPr>
          <a:xfrm>
            <a:off x="1004892" y="907266"/>
            <a:ext cx="456219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262626"/>
                </a:solidFill>
                <a:latin typeface="Poppins"/>
                <a:ea typeface="Poppins"/>
                <a:cs typeface="Poppins"/>
                <a:sym typeface="Poppins"/>
              </a:rPr>
              <a:t>Question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5" name="Shape 175"/>
        <p:cNvGrpSpPr/>
        <p:nvPr/>
      </p:nvGrpSpPr>
      <p:grpSpPr>
        <a:xfrm>
          <a:off x="0" y="0"/>
          <a:ext cx="0" cy="0"/>
          <a:chOff x="0" y="0"/>
          <a:chExt cx="0" cy="0"/>
        </a:xfrm>
      </p:grpSpPr>
      <p:sp>
        <p:nvSpPr>
          <p:cNvPr id="176" name="Google Shape;176;p12"/>
          <p:cNvSpPr/>
          <p:nvPr/>
        </p:nvSpPr>
        <p:spPr>
          <a:xfrm>
            <a:off x="1839023" y="976839"/>
            <a:ext cx="12460641" cy="2748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177" name="Google Shape;177;p12"/>
          <p:cNvGrpSpPr/>
          <p:nvPr/>
        </p:nvGrpSpPr>
        <p:grpSpPr>
          <a:xfrm>
            <a:off x="640767" y="512064"/>
            <a:ext cx="3678210" cy="3678210"/>
            <a:chOff x="213589" y="170688"/>
            <a:chExt cx="1226070" cy="1226070"/>
          </a:xfrm>
        </p:grpSpPr>
        <p:sp>
          <p:nvSpPr>
            <p:cNvPr id="178" name="Google Shape;178;p12"/>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179" name="Google Shape;179;p12"/>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180" name="Google Shape;180;p12"/>
          <p:cNvSpPr txBox="1"/>
          <p:nvPr/>
        </p:nvSpPr>
        <p:spPr>
          <a:xfrm>
            <a:off x="4973183" y="1566341"/>
            <a:ext cx="718833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600"/>
              <a:buFont typeface="Arial"/>
              <a:buNone/>
            </a:pPr>
            <a:r>
              <a:rPr b="1" i="0" lang="en-IN" sz="9600" u="none" cap="none" strike="noStrike">
                <a:solidFill>
                  <a:srgbClr val="262626"/>
                </a:solidFill>
                <a:latin typeface="Poppins ExtraBold"/>
                <a:ea typeface="Poppins ExtraBold"/>
                <a:cs typeface="Poppins ExtraBold"/>
                <a:sym typeface="Poppins ExtraBold"/>
              </a:rPr>
              <a:t>Summary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4" name="Shape 184"/>
        <p:cNvGrpSpPr/>
        <p:nvPr/>
      </p:nvGrpSpPr>
      <p:grpSpPr>
        <a:xfrm>
          <a:off x="0" y="0"/>
          <a:ext cx="0" cy="0"/>
          <a:chOff x="0" y="0"/>
          <a:chExt cx="0" cy="0"/>
        </a:xfrm>
      </p:grpSpPr>
      <p:sp>
        <p:nvSpPr>
          <p:cNvPr id="185" name="Google Shape;185;p13"/>
          <p:cNvSpPr/>
          <p:nvPr/>
        </p:nvSpPr>
        <p:spPr>
          <a:xfrm>
            <a:off x="1839023" y="976839"/>
            <a:ext cx="12635739" cy="2748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186" name="Google Shape;186;p13"/>
          <p:cNvGrpSpPr/>
          <p:nvPr/>
        </p:nvGrpSpPr>
        <p:grpSpPr>
          <a:xfrm>
            <a:off x="640767" y="512064"/>
            <a:ext cx="3678210" cy="3678210"/>
            <a:chOff x="213589" y="170688"/>
            <a:chExt cx="1226070" cy="1226070"/>
          </a:xfrm>
        </p:grpSpPr>
        <p:sp>
          <p:nvSpPr>
            <p:cNvPr id="187" name="Google Shape;187;p13"/>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188" name="Google Shape;188;p13"/>
            <p:cNvPicPr preferRelativeResize="0"/>
            <p:nvPr/>
          </p:nvPicPr>
          <p:blipFill rotWithShape="1">
            <a:blip r:embed="rId3">
              <a:alphaModFix/>
            </a:blip>
            <a:srcRect b="0" l="0" r="0" t="0"/>
            <a:stretch/>
          </p:blipFill>
          <p:spPr>
            <a:xfrm>
              <a:off x="329830" y="286929"/>
              <a:ext cx="993588" cy="993588"/>
            </a:xfrm>
            <a:prstGeom prst="ellipse">
              <a:avLst/>
            </a:prstGeom>
            <a:noFill/>
            <a:ln>
              <a:noFill/>
            </a:ln>
          </p:spPr>
        </p:pic>
      </p:grpSp>
      <p:sp>
        <p:nvSpPr>
          <p:cNvPr id="189" name="Google Shape;189;p13"/>
          <p:cNvSpPr txBox="1"/>
          <p:nvPr/>
        </p:nvSpPr>
        <p:spPr>
          <a:xfrm>
            <a:off x="4973183" y="1566341"/>
            <a:ext cx="767601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600"/>
              <a:buFont typeface="Arial"/>
              <a:buNone/>
            </a:pPr>
            <a:r>
              <a:rPr b="1" i="0" lang="en-IN" sz="9600" u="none" cap="none" strike="noStrike">
                <a:solidFill>
                  <a:srgbClr val="262626"/>
                </a:solidFill>
                <a:latin typeface="Poppins ExtraBold"/>
                <a:ea typeface="Poppins ExtraBold"/>
                <a:cs typeface="Poppins ExtraBold"/>
                <a:sym typeface="Poppins ExtraBold"/>
              </a:rPr>
              <a:t>Homework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3" name="Shape 193"/>
        <p:cNvGrpSpPr/>
        <p:nvPr/>
      </p:nvGrpSpPr>
      <p:grpSpPr>
        <a:xfrm>
          <a:off x="0" y="0"/>
          <a:ext cx="0" cy="0"/>
          <a:chOff x="0" y="0"/>
          <a:chExt cx="0" cy="0"/>
        </a:xfrm>
      </p:grpSpPr>
      <p:sp>
        <p:nvSpPr>
          <p:cNvPr id="194" name="Google Shape;194;p15"/>
          <p:cNvSpPr/>
          <p:nvPr/>
        </p:nvSpPr>
        <p:spPr>
          <a:xfrm>
            <a:off x="6256116" y="5321468"/>
            <a:ext cx="24063768" cy="9931077"/>
          </a:xfrm>
          <a:prstGeom prst="roundRect">
            <a:avLst>
              <a:gd fmla="val 16667" name="adj"/>
            </a:avLst>
          </a:prstGeom>
          <a:solidFill>
            <a:schemeClr val="dk1">
              <a:alpha val="27059"/>
            </a:schemeClr>
          </a:solidFill>
          <a:ln cap="flat" cmpd="sng" w="1905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t/>
            </a:r>
            <a:endParaRPr b="0" i="0" sz="5400" u="none" cap="none" strike="noStrike">
              <a:solidFill>
                <a:schemeClr val="lt1"/>
              </a:solidFill>
              <a:latin typeface="Arial"/>
              <a:ea typeface="Arial"/>
              <a:cs typeface="Arial"/>
              <a:sym typeface="Arial"/>
            </a:endParaRPr>
          </a:p>
        </p:txBody>
      </p:sp>
      <p:grpSp>
        <p:nvGrpSpPr>
          <p:cNvPr id="195" name="Google Shape;195;p15"/>
          <p:cNvGrpSpPr/>
          <p:nvPr/>
        </p:nvGrpSpPr>
        <p:grpSpPr>
          <a:xfrm>
            <a:off x="6852213" y="7833314"/>
            <a:ext cx="22871574" cy="6780525"/>
            <a:chOff x="3499413" y="2458723"/>
            <a:chExt cx="5193174" cy="1698103"/>
          </a:xfrm>
        </p:grpSpPr>
        <p:grpSp>
          <p:nvGrpSpPr>
            <p:cNvPr id="196" name="Google Shape;196;p15"/>
            <p:cNvGrpSpPr/>
            <p:nvPr/>
          </p:nvGrpSpPr>
          <p:grpSpPr>
            <a:xfrm>
              <a:off x="3827363" y="3465102"/>
              <a:ext cx="4607843" cy="691724"/>
              <a:chOff x="4004841" y="3465102"/>
              <a:chExt cx="4607843" cy="691724"/>
            </a:xfrm>
          </p:grpSpPr>
          <p:cxnSp>
            <p:nvCxnSpPr>
              <p:cNvPr id="197" name="Google Shape;197;p15"/>
              <p:cNvCxnSpPr/>
              <p:nvPr/>
            </p:nvCxnSpPr>
            <p:spPr>
              <a:xfrm>
                <a:off x="4004841" y="3810964"/>
                <a:ext cx="4607843" cy="0"/>
              </a:xfrm>
              <a:prstGeom prst="straightConnector1">
                <a:avLst/>
              </a:prstGeom>
              <a:noFill/>
              <a:ln cap="flat" cmpd="sng" w="25400">
                <a:solidFill>
                  <a:schemeClr val="lt1"/>
                </a:solidFill>
                <a:prstDash val="solid"/>
                <a:miter lim="80"/>
                <a:headEnd len="sm" w="sm" type="none"/>
                <a:tailEnd len="sm" w="sm" type="none"/>
              </a:ln>
            </p:spPr>
          </p:cxnSp>
          <p:sp>
            <p:nvSpPr>
              <p:cNvPr id="198" name="Google Shape;198;p15"/>
              <p:cNvSpPr/>
              <p:nvPr/>
            </p:nvSpPr>
            <p:spPr>
              <a:xfrm>
                <a:off x="5318418" y="3465102"/>
                <a:ext cx="1941264" cy="691724"/>
              </a:xfrm>
              <a:prstGeom prst="roundRect">
                <a:avLst>
                  <a:gd fmla="val 15486" name="adj"/>
                </a:avLst>
              </a:prstGeom>
              <a:solidFill>
                <a:srgbClr val="1E0E0A"/>
              </a:solidFill>
              <a:ln cap="flat" cmpd="sng" w="3175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t/>
                </a:r>
                <a:endParaRPr b="0" i="0" sz="5400" u="none" cap="none" strike="noStrike">
                  <a:solidFill>
                    <a:schemeClr val="lt1"/>
                  </a:solidFill>
                  <a:latin typeface="Arial"/>
                  <a:ea typeface="Arial"/>
                  <a:cs typeface="Arial"/>
                  <a:sym typeface="Arial"/>
                </a:endParaRPr>
              </a:p>
            </p:txBody>
          </p:sp>
          <p:sp>
            <p:nvSpPr>
              <p:cNvPr id="199" name="Google Shape;199;p15"/>
              <p:cNvSpPr/>
              <p:nvPr/>
            </p:nvSpPr>
            <p:spPr>
              <a:xfrm>
                <a:off x="5379685" y="3534185"/>
                <a:ext cx="1818729" cy="553559"/>
              </a:xfrm>
              <a:prstGeom prst="roundRect">
                <a:avLst>
                  <a:gd fmla="val 15486" name="adj"/>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rPr b="0" i="0" lang="en-IN" sz="16197" u="none" cap="none" strike="noStrike">
                    <a:solidFill>
                      <a:srgbClr val="1F0100"/>
                    </a:solidFill>
                    <a:latin typeface="Poppins ExtraBold"/>
                    <a:ea typeface="Poppins ExtraBold"/>
                    <a:cs typeface="Poppins ExtraBold"/>
                    <a:sym typeface="Poppins ExtraBold"/>
                  </a:rPr>
                  <a:t>You</a:t>
                </a:r>
                <a:endParaRPr b="0" i="0" sz="1400" u="none" cap="none" strike="noStrike">
                  <a:solidFill>
                    <a:srgbClr val="000000"/>
                  </a:solidFill>
                  <a:latin typeface="Arial"/>
                  <a:ea typeface="Arial"/>
                  <a:cs typeface="Arial"/>
                  <a:sym typeface="Arial"/>
                </a:endParaRPr>
              </a:p>
            </p:txBody>
          </p:sp>
        </p:grpSp>
        <p:sp>
          <p:nvSpPr>
            <p:cNvPr id="200" name="Google Shape;200;p15"/>
            <p:cNvSpPr/>
            <p:nvPr/>
          </p:nvSpPr>
          <p:spPr>
            <a:xfrm>
              <a:off x="3499413" y="2458723"/>
              <a:ext cx="5193174" cy="736788"/>
            </a:xfrm>
            <a:prstGeom prst="roundRect">
              <a:avLst>
                <a:gd fmla="val 15486" name="adj"/>
              </a:avLst>
            </a:prstGeom>
            <a:noFill/>
            <a:ln>
              <a:noFill/>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9794"/>
                <a:buFont typeface="Arial"/>
                <a:buNone/>
              </a:pPr>
              <a:r>
                <a:rPr b="0" i="0" lang="en-IN" sz="49794" u="none" cap="none" strike="noStrike">
                  <a:solidFill>
                    <a:srgbClr val="FFFF00"/>
                  </a:solidFill>
                  <a:latin typeface="Poppins Black"/>
                  <a:ea typeface="Poppins Black"/>
                  <a:cs typeface="Poppins Black"/>
                  <a:sym typeface="Poppins Black"/>
                </a:rPr>
                <a:t>Thank</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4"/>
          <p:cNvSpPr txBox="1"/>
          <p:nvPr/>
        </p:nvSpPr>
        <p:spPr>
          <a:xfrm>
            <a:off x="11505432" y="6643856"/>
            <a:ext cx="12435600" cy="1015800"/>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Poppins"/>
                <a:ea typeface="Poppins"/>
                <a:cs typeface="Poppins"/>
                <a:sym typeface="Poppins"/>
              </a:rPr>
              <a:t>Font Type : </a:t>
            </a:r>
            <a:r>
              <a:rPr b="0" i="0" lang="en-IN" sz="5600" u="none" cap="none" strike="noStrike">
                <a:solidFill>
                  <a:schemeClr val="lt1"/>
                </a:solidFill>
                <a:latin typeface="Poppins"/>
                <a:ea typeface="Poppins"/>
                <a:cs typeface="Poppins"/>
                <a:sym typeface="Poppins"/>
              </a:rPr>
              <a:t>Cambria Bold</a:t>
            </a:r>
            <a:endParaRPr b="0" i="0" sz="6000" u="none" cap="none" strike="noStrike">
              <a:solidFill>
                <a:srgbClr val="FFFFFF"/>
              </a:solidFill>
              <a:latin typeface="Poppins"/>
              <a:ea typeface="Poppins"/>
              <a:cs typeface="Poppins"/>
              <a:sym typeface="Poppins"/>
            </a:endParaRPr>
          </a:p>
        </p:txBody>
      </p:sp>
      <p:sp>
        <p:nvSpPr>
          <p:cNvPr id="207" name="Google Shape;207;p14"/>
          <p:cNvSpPr txBox="1"/>
          <p:nvPr/>
        </p:nvSpPr>
        <p:spPr>
          <a:xfrm>
            <a:off x="11505432" y="8654404"/>
            <a:ext cx="7645040"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Poppins"/>
                <a:ea typeface="Poppins"/>
                <a:cs typeface="Poppins"/>
                <a:sym typeface="Poppins"/>
              </a:rPr>
              <a:t>Font Color : #FFFFFF</a:t>
            </a:r>
            <a:endParaRPr b="0" i="0" sz="6000" u="none" cap="none" strike="noStrike">
              <a:solidFill>
                <a:srgbClr val="FFFFFF"/>
              </a:solidFill>
              <a:latin typeface="Poppins"/>
              <a:ea typeface="Poppins"/>
              <a:cs typeface="Poppins"/>
              <a:sym typeface="Poppins"/>
            </a:endParaRPr>
          </a:p>
        </p:txBody>
      </p:sp>
      <p:sp>
        <p:nvSpPr>
          <p:cNvPr id="208" name="Google Shape;208;p14"/>
          <p:cNvSpPr txBox="1"/>
          <p:nvPr/>
        </p:nvSpPr>
        <p:spPr>
          <a:xfrm>
            <a:off x="11505438" y="10780528"/>
            <a:ext cx="5054700" cy="1015800"/>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Poppins"/>
                <a:ea typeface="Poppins"/>
                <a:cs typeface="Poppins"/>
                <a:sym typeface="Poppins"/>
              </a:rPr>
              <a:t>Font Size : 80</a:t>
            </a:r>
            <a:endParaRPr b="0" i="0" sz="6000" u="none" cap="none" strike="noStrike">
              <a:solidFill>
                <a:srgbClr val="FFFFFF"/>
              </a:solidFill>
              <a:latin typeface="Poppins"/>
              <a:ea typeface="Poppins"/>
              <a:cs typeface="Poppins"/>
              <a:sym typeface="Poppins"/>
            </a:endParaRPr>
          </a:p>
        </p:txBody>
      </p:sp>
      <p:sp>
        <p:nvSpPr>
          <p:cNvPr id="209" name="Google Shape;209;p14"/>
          <p:cNvSpPr txBox="1"/>
          <p:nvPr/>
        </p:nvSpPr>
        <p:spPr>
          <a:xfrm>
            <a:off x="951326" y="6674400"/>
            <a:ext cx="7810200" cy="954300"/>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5600"/>
              <a:buFont typeface="Arial"/>
              <a:buNone/>
            </a:pPr>
            <a:r>
              <a:rPr b="0" i="0" lang="en-IN" sz="5600" u="none" cap="none" strike="noStrike">
                <a:solidFill>
                  <a:srgbClr val="FFFFFF"/>
                </a:solidFill>
                <a:latin typeface="Poppins"/>
                <a:ea typeface="Poppins"/>
                <a:cs typeface="Poppins"/>
                <a:sym typeface="Poppins"/>
              </a:rPr>
              <a:t>For Normal Text</a:t>
            </a:r>
            <a:endParaRPr b="0" i="0" sz="5600" u="none" cap="none" strike="noStrike">
              <a:solidFill>
                <a:srgbClr val="FFFFFF"/>
              </a:solidFill>
              <a:latin typeface="Poppins"/>
              <a:ea typeface="Poppins"/>
              <a:cs typeface="Poppins"/>
              <a:sym typeface="Poppins"/>
            </a:endParaRPr>
          </a:p>
        </p:txBody>
      </p:sp>
      <p:sp>
        <p:nvSpPr>
          <p:cNvPr id="210" name="Google Shape;210;p14"/>
          <p:cNvSpPr/>
          <p:nvPr/>
        </p:nvSpPr>
        <p:spPr>
          <a:xfrm>
            <a:off x="12236848" y="4500194"/>
            <a:ext cx="685800" cy="1622628"/>
          </a:xfrm>
          <a:prstGeom prst="upArrow">
            <a:avLst>
              <a:gd fmla="val 50000" name="adj1"/>
              <a:gd fmla="val 50000" name="adj2"/>
            </a:avLst>
          </a:prstGeom>
          <a:solidFill>
            <a:schemeClr val="lt1"/>
          </a:solid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5600"/>
              <a:buFont typeface="Arial"/>
              <a:buNone/>
            </a:pPr>
            <a:r>
              <a:t/>
            </a:r>
            <a:endParaRPr b="0" i="0" sz="5600" u="none" cap="none" strike="noStrike">
              <a:solidFill>
                <a:srgbClr val="FFFFFF"/>
              </a:solidFill>
              <a:latin typeface="Calibri"/>
              <a:ea typeface="Calibri"/>
              <a:cs typeface="Calibri"/>
              <a:sym typeface="Calibri"/>
            </a:endParaRPr>
          </a:p>
        </p:txBody>
      </p:sp>
      <p:sp>
        <p:nvSpPr>
          <p:cNvPr id="211" name="Google Shape;211;p14"/>
          <p:cNvSpPr txBox="1"/>
          <p:nvPr/>
        </p:nvSpPr>
        <p:spPr>
          <a:xfrm>
            <a:off x="1322560" y="9973878"/>
            <a:ext cx="8541900" cy="954300"/>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5600"/>
              <a:buFont typeface="Arial"/>
              <a:buNone/>
            </a:pPr>
            <a:r>
              <a:rPr b="0" i="0" lang="en-IN" sz="5600" u="none" cap="none" strike="noStrike">
                <a:solidFill>
                  <a:srgbClr val="FFFFFF"/>
                </a:solidFill>
                <a:latin typeface="Poppins"/>
                <a:ea typeface="Poppins"/>
                <a:cs typeface="Poppins"/>
                <a:sym typeface="Poppins"/>
              </a:rPr>
              <a:t>Font Type : Cambria</a:t>
            </a:r>
            <a:endParaRPr b="0" i="0" sz="5600" u="none" cap="none" strike="noStrike">
              <a:solidFill>
                <a:srgbClr val="FFFFFF"/>
              </a:solidFill>
              <a:latin typeface="Poppins"/>
              <a:ea typeface="Poppins"/>
              <a:cs typeface="Poppins"/>
              <a:sym typeface="Poppins"/>
            </a:endParaRPr>
          </a:p>
        </p:txBody>
      </p:sp>
      <p:sp>
        <p:nvSpPr>
          <p:cNvPr id="212" name="Google Shape;212;p14"/>
          <p:cNvSpPr txBox="1"/>
          <p:nvPr/>
        </p:nvSpPr>
        <p:spPr>
          <a:xfrm>
            <a:off x="1322560" y="11728202"/>
            <a:ext cx="8541912" cy="954067"/>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5600"/>
              <a:buFont typeface="Arial"/>
              <a:buNone/>
            </a:pPr>
            <a:r>
              <a:rPr b="0" i="0" lang="en-IN" sz="5600" u="none" cap="none" strike="noStrike">
                <a:solidFill>
                  <a:srgbClr val="FFFFFF"/>
                </a:solidFill>
                <a:latin typeface="Poppins"/>
                <a:ea typeface="Poppins"/>
                <a:cs typeface="Poppins"/>
                <a:sym typeface="Poppins"/>
              </a:rPr>
              <a:t>Font Color : #FFFFFF</a:t>
            </a:r>
            <a:endParaRPr b="0" i="0" sz="5600" u="none" cap="none" strike="noStrike">
              <a:solidFill>
                <a:srgbClr val="FFFFFF"/>
              </a:solidFill>
              <a:latin typeface="Poppins"/>
              <a:ea typeface="Poppins"/>
              <a:cs typeface="Poppins"/>
              <a:sym typeface="Poppins"/>
            </a:endParaRPr>
          </a:p>
        </p:txBody>
      </p:sp>
      <p:sp>
        <p:nvSpPr>
          <p:cNvPr id="213" name="Google Shape;213;p14"/>
          <p:cNvSpPr/>
          <p:nvPr/>
        </p:nvSpPr>
        <p:spPr>
          <a:xfrm>
            <a:off x="2138744" y="8022286"/>
            <a:ext cx="685800" cy="1622628"/>
          </a:xfrm>
          <a:prstGeom prst="upArrow">
            <a:avLst>
              <a:gd fmla="val 50000" name="adj1"/>
              <a:gd fmla="val 50000" name="adj2"/>
            </a:avLst>
          </a:prstGeom>
          <a:solidFill>
            <a:schemeClr val="lt1"/>
          </a:solid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5600"/>
              <a:buFont typeface="Arial"/>
              <a:buNone/>
            </a:pPr>
            <a:r>
              <a:t/>
            </a:r>
            <a:endParaRPr b="0" i="0" sz="5600" u="none" cap="none" strike="noStrike">
              <a:solidFill>
                <a:srgbClr val="FFFFFF"/>
              </a:solidFill>
              <a:latin typeface="Calibri"/>
              <a:ea typeface="Calibri"/>
              <a:cs typeface="Calibri"/>
              <a:sym typeface="Calibri"/>
            </a:endParaRPr>
          </a:p>
        </p:txBody>
      </p:sp>
      <p:sp>
        <p:nvSpPr>
          <p:cNvPr id="214" name="Google Shape;214;p14"/>
          <p:cNvSpPr txBox="1"/>
          <p:nvPr/>
        </p:nvSpPr>
        <p:spPr>
          <a:xfrm>
            <a:off x="23653362" y="3799862"/>
            <a:ext cx="9930060" cy="3539390"/>
          </a:xfrm>
          <a:prstGeom prst="rect">
            <a:avLst/>
          </a:prstGeom>
          <a:noFill/>
          <a:ln>
            <a:noFill/>
          </a:ln>
        </p:spPr>
        <p:txBody>
          <a:bodyPr anchorCtr="0" anchor="t" bIns="45700" lIns="91400" spcFirstLastPara="1" rIns="91400" wrap="square" tIns="45700">
            <a:spAutoFit/>
          </a:bodyPr>
          <a:lstStyle/>
          <a:p>
            <a:pPr indent="-1016000" lvl="0" marL="1016000" marR="0" rtl="0" algn="l">
              <a:lnSpc>
                <a:spcPct val="100000"/>
              </a:lnSpc>
              <a:spcBef>
                <a:spcPts val="0"/>
              </a:spcBef>
              <a:spcAft>
                <a:spcPts val="0"/>
              </a:spcAft>
              <a:buClr>
                <a:srgbClr val="FFFF00"/>
              </a:buClr>
              <a:buSzPts val="1400"/>
              <a:buFont typeface="Arial"/>
              <a:buChar char="•"/>
            </a:pPr>
            <a:r>
              <a:rPr b="0" i="0" lang="en-IN" sz="5600" u="none" cap="none" strike="noStrike">
                <a:solidFill>
                  <a:srgbClr val="FFFF00"/>
                </a:solidFill>
                <a:latin typeface="Cambria Math"/>
                <a:ea typeface="Cambria Math"/>
                <a:cs typeface="Cambria Math"/>
                <a:sym typeface="Cambria Math"/>
              </a:rPr>
              <a:t>Those who don’t know, Press    ( Alt ) + ( = ) button to type in Cambria Math for equations like - </a:t>
            </a:r>
            <a:endParaRPr b="0" i="0" sz="5600" u="none" cap="none" strike="noStrike">
              <a:solidFill>
                <a:srgbClr val="FFFF00"/>
              </a:solidFill>
              <a:latin typeface="Cambria Math"/>
              <a:ea typeface="Cambria Math"/>
              <a:cs typeface="Cambria Math"/>
              <a:sym typeface="Cambria Math"/>
            </a:endParaRPr>
          </a:p>
        </p:txBody>
      </p:sp>
      <p:sp>
        <p:nvSpPr>
          <p:cNvPr id="215" name="Google Shape;215;p14"/>
          <p:cNvSpPr txBox="1"/>
          <p:nvPr/>
        </p:nvSpPr>
        <p:spPr>
          <a:xfrm>
            <a:off x="27182122" y="7594422"/>
            <a:ext cx="5257796" cy="923332"/>
          </a:xfrm>
          <a:prstGeom prst="rect">
            <a:avLst/>
          </a:prstGeom>
          <a:blipFill rotWithShape="1">
            <a:blip r:embed="rId3">
              <a:alphaModFix/>
            </a:blip>
            <a:stretch>
              <a:fillRect b="0" l="0" r="0" t="0"/>
            </a:stretch>
          </a:blip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p:txBody>
      </p:sp>
      <p:sp>
        <p:nvSpPr>
          <p:cNvPr id="216" name="Google Shape;216;p14"/>
          <p:cNvSpPr txBox="1"/>
          <p:nvPr/>
        </p:nvSpPr>
        <p:spPr>
          <a:xfrm>
            <a:off x="24629626" y="11293914"/>
            <a:ext cx="7810292" cy="954067"/>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5600"/>
              <a:buFont typeface="Arial"/>
              <a:buNone/>
            </a:pPr>
            <a:r>
              <a:rPr b="0" i="0" lang="en-IN" sz="5600" u="none" cap="none" strike="noStrike">
                <a:solidFill>
                  <a:srgbClr val="FFFF00"/>
                </a:solidFill>
                <a:latin typeface="Cambria Math"/>
                <a:ea typeface="Cambria Math"/>
                <a:cs typeface="Cambria Math"/>
                <a:sym typeface="Cambria Math"/>
              </a:rPr>
              <a:t>Font Color :#FFFF00</a:t>
            </a:r>
            <a:endParaRPr b="0" i="0" sz="5600" u="none" cap="none" strike="noStrike">
              <a:solidFill>
                <a:srgbClr val="FFFF00"/>
              </a:solidFill>
              <a:latin typeface="Cambria Math"/>
              <a:ea typeface="Cambria Math"/>
              <a:cs typeface="Cambria Math"/>
              <a:sym typeface="Cambria Math"/>
            </a:endParaRPr>
          </a:p>
        </p:txBody>
      </p:sp>
      <p:sp>
        <p:nvSpPr>
          <p:cNvPr id="217" name="Google Shape;217;p14"/>
          <p:cNvSpPr txBox="1"/>
          <p:nvPr/>
        </p:nvSpPr>
        <p:spPr>
          <a:xfrm>
            <a:off x="24629625" y="12447925"/>
            <a:ext cx="5953800" cy="954300"/>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5600"/>
              <a:buFont typeface="Arial"/>
              <a:buNone/>
            </a:pPr>
            <a:r>
              <a:rPr b="0" i="0" lang="en-IN" sz="5600" u="none" cap="none" strike="noStrike">
                <a:solidFill>
                  <a:srgbClr val="FFFF00"/>
                </a:solidFill>
                <a:latin typeface="Cambria Math"/>
                <a:ea typeface="Cambria Math"/>
                <a:cs typeface="Cambria Math"/>
                <a:sym typeface="Cambria Math"/>
              </a:rPr>
              <a:t>Font Size : 72</a:t>
            </a:r>
            <a:endParaRPr b="0" i="0" sz="5600" u="none" cap="none" strike="noStrike">
              <a:solidFill>
                <a:srgbClr val="FFFF00"/>
              </a:solidFill>
              <a:latin typeface="Cambria Math"/>
              <a:ea typeface="Cambria Math"/>
              <a:cs typeface="Cambria Math"/>
              <a:sym typeface="Cambria Math"/>
            </a:endParaRPr>
          </a:p>
        </p:txBody>
      </p:sp>
      <p:sp>
        <p:nvSpPr>
          <p:cNvPr id="218" name="Google Shape;218;p14"/>
          <p:cNvSpPr txBox="1"/>
          <p:nvPr/>
        </p:nvSpPr>
        <p:spPr>
          <a:xfrm>
            <a:off x="24629624" y="13775786"/>
            <a:ext cx="5081584" cy="1815841"/>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5600"/>
              <a:buFont typeface="Arial"/>
              <a:buNone/>
            </a:pPr>
            <a:r>
              <a:rPr b="0" i="0" lang="en-IN" sz="5600" u="none" cap="none" strike="noStrike">
                <a:solidFill>
                  <a:srgbClr val="FFFF00"/>
                </a:solidFill>
                <a:latin typeface="Cambria Math"/>
                <a:ea typeface="Cambria Math"/>
                <a:cs typeface="Cambria Math"/>
                <a:sym typeface="Cambria Math"/>
              </a:rPr>
              <a:t>Font Style : Italic</a:t>
            </a:r>
            <a:endParaRPr b="0" i="0" sz="5600" u="none" cap="none" strike="noStrike">
              <a:solidFill>
                <a:srgbClr val="FFFF00"/>
              </a:solidFill>
              <a:latin typeface="Cambria Math"/>
              <a:ea typeface="Cambria Math"/>
              <a:cs typeface="Cambria Math"/>
              <a:sym typeface="Cambria Math"/>
            </a:endParaRPr>
          </a:p>
        </p:txBody>
      </p:sp>
      <p:sp>
        <p:nvSpPr>
          <p:cNvPr id="219" name="Google Shape;219;p14"/>
          <p:cNvSpPr/>
          <p:nvPr/>
        </p:nvSpPr>
        <p:spPr>
          <a:xfrm>
            <a:off x="29468116" y="9129878"/>
            <a:ext cx="685800" cy="1622628"/>
          </a:xfrm>
          <a:prstGeom prst="upArrow">
            <a:avLst>
              <a:gd fmla="val 50000" name="adj1"/>
              <a:gd fmla="val 50000" name="adj2"/>
            </a:avLst>
          </a:prstGeom>
          <a:solidFill>
            <a:schemeClr val="lt1"/>
          </a:solid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5600"/>
              <a:buFont typeface="Arial"/>
              <a:buNone/>
            </a:pPr>
            <a:r>
              <a:t/>
            </a:r>
            <a:endParaRPr b="0" i="0" sz="5600" u="none" cap="none" strike="noStrike">
              <a:solidFill>
                <a:srgbClr val="FFFF00"/>
              </a:solidFill>
              <a:latin typeface="Cambria Math"/>
              <a:ea typeface="Cambria Math"/>
              <a:cs typeface="Cambria Math"/>
              <a:sym typeface="Cambria Math"/>
            </a:endParaRPr>
          </a:p>
        </p:txBody>
      </p:sp>
      <p:sp>
        <p:nvSpPr>
          <p:cNvPr id="220" name="Google Shape;220;p14"/>
          <p:cNvSpPr txBox="1"/>
          <p:nvPr/>
        </p:nvSpPr>
        <p:spPr>
          <a:xfrm>
            <a:off x="1376134" y="13482528"/>
            <a:ext cx="6568200" cy="954300"/>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5600"/>
              <a:buFont typeface="Arial"/>
              <a:buNone/>
            </a:pPr>
            <a:r>
              <a:rPr b="0" i="0" lang="en-IN" sz="5600" u="none" cap="none" strike="noStrike">
                <a:solidFill>
                  <a:srgbClr val="FFFFFF"/>
                </a:solidFill>
                <a:latin typeface="Poppins"/>
                <a:ea typeface="Poppins"/>
                <a:cs typeface="Poppins"/>
                <a:sym typeface="Poppins"/>
              </a:rPr>
              <a:t>Font Size : 72</a:t>
            </a:r>
            <a:endParaRPr b="0" i="0" sz="5600" u="none" cap="none" strike="noStrike">
              <a:solidFill>
                <a:srgbClr val="FFFFFF"/>
              </a:solidFill>
              <a:latin typeface="Poppins"/>
              <a:ea typeface="Poppins"/>
              <a:cs typeface="Poppins"/>
              <a:sym typeface="Poppins"/>
            </a:endParaRPr>
          </a:p>
        </p:txBody>
      </p:sp>
      <p:sp>
        <p:nvSpPr>
          <p:cNvPr id="221" name="Google Shape;221;p14"/>
          <p:cNvSpPr/>
          <p:nvPr/>
        </p:nvSpPr>
        <p:spPr>
          <a:xfrm>
            <a:off x="1277472" y="15692720"/>
            <a:ext cx="34021056" cy="3818712"/>
          </a:xfrm>
          <a:prstGeom prst="roundRect">
            <a:avLst>
              <a:gd fmla="val 8216" name="adj"/>
            </a:avLst>
          </a:prstGeom>
          <a:solidFill>
            <a:schemeClr val="dk1">
              <a:alpha val="49804"/>
            </a:schemeClr>
          </a:solidFill>
          <a:ln cap="flat" cmpd="sng" w="38100">
            <a:solidFill>
              <a:srgbClr val="BFBFBF"/>
            </a:solidFill>
            <a:prstDash val="solid"/>
            <a:miter lim="0"/>
            <a:headEnd len="sm" w="sm" type="none"/>
            <a:tailEnd len="sm" w="sm" type="none"/>
          </a:ln>
          <a:effectLst>
            <a:outerShdw blurRad="50800" rotWithShape="0" algn="tl" dir="2700000" dist="38100">
              <a:srgbClr val="000000">
                <a:alpha val="40000"/>
              </a:srgbClr>
            </a:outerShdw>
          </a:effectLst>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5600"/>
              <a:buFont typeface="Arial"/>
              <a:buNone/>
            </a:pPr>
            <a:r>
              <a:t/>
            </a:r>
            <a:endParaRPr b="0" i="0" sz="5600" u="none" cap="none" strike="noStrike">
              <a:solidFill>
                <a:schemeClr val="lt1"/>
              </a:solidFill>
              <a:latin typeface="Arial"/>
              <a:ea typeface="Arial"/>
              <a:cs typeface="Arial"/>
              <a:sym typeface="Arial"/>
            </a:endParaRPr>
          </a:p>
        </p:txBody>
      </p:sp>
      <p:sp>
        <p:nvSpPr>
          <p:cNvPr id="222" name="Google Shape;222;p14"/>
          <p:cNvSpPr txBox="1"/>
          <p:nvPr/>
        </p:nvSpPr>
        <p:spPr>
          <a:xfrm>
            <a:off x="1814322" y="15986250"/>
            <a:ext cx="32947364" cy="3046948"/>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IN" sz="4800" u="none" cap="none" strike="noStrike">
                <a:solidFill>
                  <a:srgbClr val="FFFF00"/>
                </a:solidFill>
                <a:latin typeface="Poppins"/>
                <a:ea typeface="Poppins"/>
                <a:cs typeface="Poppins"/>
                <a:sym typeface="Poppins"/>
              </a:rPr>
              <a:t>PS -</a:t>
            </a:r>
            <a:r>
              <a:rPr b="0" i="0" lang="en-IN" sz="4800" u="none" cap="none" strike="noStrike">
                <a:solidFill>
                  <a:srgbClr val="FFFF00"/>
                </a:solidFill>
                <a:latin typeface="Poppins"/>
                <a:ea typeface="Poppins"/>
                <a:cs typeface="Poppins"/>
                <a:sym typeface="Poppins"/>
              </a:rPr>
              <a:t> </a:t>
            </a:r>
            <a:r>
              <a:rPr b="0" i="0" lang="en-IN" sz="4800" u="none" cap="none" strike="noStrike">
                <a:solidFill>
                  <a:schemeClr val="lt1"/>
                </a:solidFill>
                <a:latin typeface="Poppins"/>
                <a:ea typeface="Poppins"/>
                <a:cs typeface="Poppins"/>
                <a:sym typeface="Poppins"/>
              </a:rPr>
              <a:t>This ppt is given for design purpose only and for your reference that where to type what or how to go with your final ppt content. So please follow the written instructions given in each placeholder and remove the given ’type here’ text to type your related content on the same place. </a:t>
            </a:r>
            <a:r>
              <a:rPr b="1" i="0" lang="en-IN" sz="4800" u="none" cap="none" strike="noStrike">
                <a:solidFill>
                  <a:srgbClr val="FFFF00"/>
                </a:solidFill>
                <a:latin typeface="Poppins"/>
                <a:ea typeface="Poppins"/>
                <a:cs typeface="Poppins"/>
                <a:sym typeface="Poppins"/>
              </a:rPr>
              <a:t>Do use Microsoft PowerPoint slideshow</a:t>
            </a:r>
            <a:r>
              <a:rPr b="1" i="0" lang="en-IN" sz="4800" u="none" cap="none" strike="noStrike">
                <a:solidFill>
                  <a:srgbClr val="FFC000"/>
                </a:solidFill>
                <a:latin typeface="Poppins"/>
                <a:ea typeface="Poppins"/>
                <a:cs typeface="Poppins"/>
                <a:sym typeface="Poppins"/>
              </a:rPr>
              <a:t> </a:t>
            </a:r>
            <a:r>
              <a:rPr b="0" i="0" lang="en-IN" sz="4800" u="none" cap="none" strike="noStrike">
                <a:solidFill>
                  <a:schemeClr val="lt1"/>
                </a:solidFill>
                <a:latin typeface="Poppins"/>
                <a:ea typeface="Poppins"/>
                <a:cs typeface="Poppins"/>
                <a:sym typeface="Poppins"/>
              </a:rPr>
              <a:t>for its best view &amp; If you have any issues, please connect with our ppt team.</a:t>
            </a:r>
            <a:endParaRPr b="0" i="0" sz="1600" u="none" cap="none" strike="noStrike">
              <a:solidFill>
                <a:schemeClr val="dk1"/>
              </a:solidFill>
              <a:latin typeface="Arial"/>
              <a:ea typeface="Arial"/>
              <a:cs typeface="Arial"/>
              <a:sym typeface="Arial"/>
            </a:endParaRPr>
          </a:p>
        </p:txBody>
      </p:sp>
      <p:sp>
        <p:nvSpPr>
          <p:cNvPr id="223" name="Google Shape;223;p14"/>
          <p:cNvSpPr/>
          <p:nvPr/>
        </p:nvSpPr>
        <p:spPr>
          <a:xfrm>
            <a:off x="1839018" y="976839"/>
            <a:ext cx="18880896" cy="2748660"/>
          </a:xfrm>
          <a:prstGeom prst="roundRect">
            <a:avLst>
              <a:gd fmla="val 50000" name="adj"/>
            </a:avLst>
          </a:prstGeom>
          <a:solidFill>
            <a:srgbClr val="FFFF00"/>
          </a:soli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grpSp>
        <p:nvGrpSpPr>
          <p:cNvPr id="224" name="Google Shape;224;p14"/>
          <p:cNvGrpSpPr/>
          <p:nvPr/>
        </p:nvGrpSpPr>
        <p:grpSpPr>
          <a:xfrm>
            <a:off x="640767" y="512064"/>
            <a:ext cx="3678210" cy="3678210"/>
            <a:chOff x="213589" y="170688"/>
            <a:chExt cx="1226070" cy="1226070"/>
          </a:xfrm>
        </p:grpSpPr>
        <p:sp>
          <p:nvSpPr>
            <p:cNvPr id="225" name="Google Shape;225;p14"/>
            <p:cNvSpPr/>
            <p:nvPr/>
          </p:nvSpPr>
          <p:spPr>
            <a:xfrm>
              <a:off x="213589" y="170688"/>
              <a:ext cx="1226070" cy="1226070"/>
            </a:xfrm>
            <a:prstGeom prst="ellipse">
              <a:avLst/>
            </a:prstGeom>
            <a:gradFill>
              <a:gsLst>
                <a:gs pos="0">
                  <a:srgbClr val="B00000"/>
                </a:gs>
                <a:gs pos="41000">
                  <a:srgbClr val="B00000"/>
                </a:gs>
                <a:gs pos="80000">
                  <a:srgbClr val="7A0000"/>
                </a:gs>
                <a:gs pos="100000">
                  <a:srgbClr val="7A0000"/>
                </a:gs>
              </a:gsLst>
              <a:lin ang="5400000" scaled="0"/>
            </a:gradFill>
            <a:ln cap="flat" cmpd="sng" w="50800">
              <a:solidFill>
                <a:schemeClr val="lt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197"/>
                <a:buFont typeface="Arial"/>
                <a:buNone/>
              </a:pPr>
              <a:r>
                <a:t/>
              </a:r>
              <a:endParaRPr b="0" i="0" sz="16197" u="none" cap="none" strike="noStrike">
                <a:solidFill>
                  <a:schemeClr val="lt1"/>
                </a:solidFill>
                <a:latin typeface="Arial"/>
                <a:ea typeface="Arial"/>
                <a:cs typeface="Arial"/>
                <a:sym typeface="Arial"/>
              </a:endParaRPr>
            </a:p>
          </p:txBody>
        </p:sp>
        <p:pic>
          <p:nvPicPr>
            <p:cNvPr id="226" name="Google Shape;226;p14"/>
            <p:cNvPicPr preferRelativeResize="0"/>
            <p:nvPr/>
          </p:nvPicPr>
          <p:blipFill rotWithShape="1">
            <a:blip r:embed="rId4">
              <a:alphaModFix/>
            </a:blip>
            <a:srcRect b="0" l="0" r="0" t="0"/>
            <a:stretch/>
          </p:blipFill>
          <p:spPr>
            <a:xfrm>
              <a:off x="329830" y="286929"/>
              <a:ext cx="993588" cy="993588"/>
            </a:xfrm>
            <a:prstGeom prst="ellipse">
              <a:avLst/>
            </a:prstGeom>
            <a:noFill/>
            <a:ln>
              <a:noFill/>
            </a:ln>
          </p:spPr>
        </p:pic>
      </p:grpSp>
      <p:sp>
        <p:nvSpPr>
          <p:cNvPr id="227" name="Google Shape;227;p14"/>
          <p:cNvSpPr txBox="1"/>
          <p:nvPr/>
        </p:nvSpPr>
        <p:spPr>
          <a:xfrm>
            <a:off x="4973183" y="1566341"/>
            <a:ext cx="1258329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600"/>
              <a:buFont typeface="Arial"/>
              <a:buNone/>
            </a:pPr>
            <a:r>
              <a:rPr b="1" i="0" lang="en-IN" sz="9600" u="none" cap="none" strike="noStrike">
                <a:solidFill>
                  <a:srgbClr val="262626"/>
                </a:solidFill>
                <a:latin typeface="Poppins ExtraBold"/>
                <a:ea typeface="Poppins ExtraBold"/>
                <a:cs typeface="Poppins ExtraBold"/>
                <a:sym typeface="Poppins ExtraBold"/>
              </a:rPr>
              <a:t>Type Heading Here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2025-09-20T11:39:58Z</dcterms:created>
  <dc:creator>PW Office 86</dc:creator>
</cp:coreProperties>
</file>