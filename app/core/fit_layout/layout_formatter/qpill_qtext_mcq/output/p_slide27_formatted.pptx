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</p:sldIdLst>
  <p:sldSz cx="36576000" cy="20574000"/>
  <p:notesSz cx="6858000" cy="9144000"/>
  <p:embeddedFontLst>
    <p:embeddedFont>
      <p:font typeface="Cambria" panose="02040503050406030204" pitchFamily="18" charset="0"/>
      <p:regular r:id="rId10"/>
      <p:bold r:id="rId11"/>
      <p:italic r:id="rId12"/>
      <p:boldItalic r:id="rId13"/>
    </p:embeddedFont>
    <p:embeddedFont>
      <p:font typeface="Play" panose="020B0604020202020204" charset="0"/>
      <p:regular r:id="rId14"/>
      <p:bold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64">
          <p15:clr>
            <a:srgbClr val="A4A3A4"/>
          </p15:clr>
        </p15:guide>
        <p15:guide id="2" pos="55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TXF3oIDNHmtEeAXsM8Of30ZXp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490" y="101"/>
      </p:cViewPr>
      <p:guideLst>
        <p:guide orient="horz" pos="12264"/>
        <p:guide pos="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/>
            </a:lvl1pPr>
            <a:lvl2pPr lvl="1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/>
            </a:lvl2pPr>
            <a:lvl3pPr lvl="2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/>
            </a:lvl3pPr>
            <a:lvl4pPr lvl="3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lvl="4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lvl="5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lvl="6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lvl="7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lvl="8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rgbClr val="757575"/>
              </a:buClr>
              <a:buSzPts val="7200"/>
              <a:buNone/>
              <a:defRPr sz="72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6000"/>
              <a:buNone/>
              <a:defRPr sz="6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5400"/>
              <a:buNone/>
              <a:defRPr sz="5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body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382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1pPr>
            <a:lvl2pPr marL="914400" lvl="1" indent="-7620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8400"/>
              <a:buChar char="•"/>
              <a:defRPr sz="8400"/>
            </a:lvl2pPr>
            <a:lvl3pPr marL="1371600" lvl="2" indent="-685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Char char="•"/>
              <a:defRPr sz="7200"/>
            </a:lvl3pPr>
            <a:lvl4pPr marL="1828800" lvl="3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4pPr>
            <a:lvl5pPr marL="2286000" lvl="4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5pPr>
            <a:lvl6pPr marL="2743200" lvl="5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6pPr>
            <a:lvl7pPr marL="3200400" lvl="6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7pPr>
            <a:lvl8pPr marL="3657600" lvl="7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8pPr>
            <a:lvl9pPr marL="4114800" lvl="8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>
            <a:spLocks noGrp="1"/>
          </p:cNvSpPr>
          <p:nvPr>
            <p:ph type="pic" idx="2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5"/>
          <p:cNvSpPr txBox="1">
            <a:spLocks noGrp="1"/>
          </p:cNvSpPr>
          <p:nvPr>
            <p:ph type="body" idx="1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body" idx="1"/>
          </p:nvPr>
        </p:nvSpPr>
        <p:spPr>
          <a:xfrm rot="5400000">
            <a:off x="11760993" y="-3769518"/>
            <a:ext cx="13054014" cy="315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7"/>
          <p:cNvSpPr txBox="1">
            <a:spLocks noGrp="1"/>
          </p:cNvSpPr>
          <p:nvPr>
            <p:ph type="title"/>
          </p:nvPr>
        </p:nvSpPr>
        <p:spPr>
          <a:xfrm rot="5400000">
            <a:off x="21400293" y="5869782"/>
            <a:ext cx="1743551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 rot="5400000">
            <a:off x="5398293" y="-1788318"/>
            <a:ext cx="17435514" cy="232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Play"/>
              <a:buNone/>
              <a:defRPr sz="132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62000" algn="l" rtl="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8400"/>
              <a:buFont typeface="Arial"/>
              <a:buChar char="•"/>
              <a:defRPr sz="8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85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Char char="•"/>
              <a:defRPr sz="7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096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Char char="•"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15" name="Google Shape;15;p16"/>
          <p:cNvGrpSpPr/>
          <p:nvPr/>
        </p:nvGrpSpPr>
        <p:grpSpPr>
          <a:xfrm>
            <a:off x="33712347" y="-2"/>
            <a:ext cx="2057358" cy="2669535"/>
            <a:chOff x="11306724" y="96065"/>
            <a:chExt cx="685786" cy="889845"/>
          </a:xfrm>
        </p:grpSpPr>
        <p:sp>
          <p:nvSpPr>
            <p:cNvPr id="16" name="Google Shape;16;p16"/>
            <p:cNvSpPr/>
            <p:nvPr/>
          </p:nvSpPr>
          <p:spPr>
            <a:xfrm rot="10800000" flipH="1">
              <a:off x="11306724" y="96065"/>
              <a:ext cx="685786" cy="88984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50800" dist="38100" dir="5400000" algn="t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00"/>
                <a:buFont typeface="Arial"/>
                <a:buNone/>
              </a:pPr>
              <a:endParaRPr sz="16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" name="Google Shape;17;p16"/>
            <p:cNvPicPr preferRelativeResize="0"/>
            <p:nvPr/>
          </p:nvPicPr>
          <p:blipFill rotWithShape="1">
            <a:blip r:embed="rId14">
              <a:alphaModFix/>
            </a:blip>
            <a:srcRect l="8081" t="7836" r="10621" b="9836"/>
            <a:stretch/>
          </p:blipFill>
          <p:spPr>
            <a:xfrm>
              <a:off x="11373763" y="365125"/>
              <a:ext cx="551707" cy="546550"/>
            </a:xfrm>
            <a:prstGeom prst="ellipse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E⃗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( A/(x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î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B/(y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ĵ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Joule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Newton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Ohm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Mho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410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permittivity) [07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Voltage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Capacitance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Inductance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Resistance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qI/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( 1/(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(B/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x(t) = A sin t + B cos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+ Ct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(B)-(IV), (C)-(II),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EBAFB25-DD5B-F566-A866-26C1351F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b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c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If b = 3, the value of c is ______. [28 Jan, 2025 (Shift-I)]</a:t>
            </a:r>
          </a:p>
        </p:txBody>
      </p:sp>
      <p:sp>
        <p:nvSpPr>
          <p:cNvPr id="3" name="Google Shape;131;p29">
            <a:extLst>
              <a:ext uri="{FF2B5EF4-FFF2-40B4-BE49-F238E27FC236}">
                <a16:creationId xmlns:a16="http://schemas.microsoft.com/office/drawing/2014/main" id="{9946FC45-E036-803C-1844-E619C8A31E32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32;p29">
            <a:extLst>
              <a:ext uri="{FF2B5EF4-FFF2-40B4-BE49-F238E27FC236}">
                <a16:creationId xmlns:a16="http://schemas.microsoft.com/office/drawing/2014/main" id="{B860A868-BB48-C17E-EDC8-5065AECEE0FB}"/>
              </a:ext>
            </a:extLst>
          </p:cNvPr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15063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19. The pair of physical quantities not having same dimensions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and Young's modulus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Surface tension and impulse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Angular momentum and Planck's constant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Torque and energy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v = At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(B)-(IV),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A]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[06 April,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incorrect but statement (II) is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correct but statement (II) is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P + a/(V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5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7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: [05 April, 2024 (Shift-II)]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gradient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Force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Gravitational potential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Energy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 the light of the above statements, 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true but Statement-II is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false but Statement-II is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C-(II), D-(I)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A-(III), B-(IV),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A-(II), B-(I), C-(III), D-(IV)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B-IV,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364</Words>
  <Application>Microsoft Office PowerPoint</Application>
  <PresentationFormat>Custom</PresentationFormat>
  <Paragraphs>125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Cambria</vt:lpstr>
      <vt:lpstr>Calibri</vt:lpstr>
      <vt:lpstr>Arial</vt:lpstr>
      <vt:lpstr>Wingdings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PW MSO 530</dc:creator>
  <cp:lastModifiedBy>e.wilson4890@gmail.com</cp:lastModifiedBy>
  <cp:revision>5</cp:revision>
  <dcterms:created xsi:type="dcterms:W3CDTF">2025-02-10T10:24:55Z</dcterms:created>
  <dcterms:modified xsi:type="dcterms:W3CDTF">2026-07-31T10:45:07Z</dcterms:modified>
</cp:coreProperties>
</file>