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  <p:sldId id="278" r:id="rId46"/>
    <p:sldId id="279" r:id="rId47"/>
    <p:sldId id="280" r:id="rId48"/>
    <p:sldId id="281" r:id="rId49"/>
    <p:sldId id="282" r:id="rId50"/>
    <p:sldId id="283" r:id="rId51"/>
    <p:sldId id="284" r:id="rId52"/>
    <p:sldId id="285" r:id="rId53"/>
    <p:sldId id="286" r:id="rId54"/>
    <p:sldId id="287" r:id="rId55"/>
    <p:sldId id="288" r:id="rId56"/>
    <p:sldId id="289" r:id="rId57"/>
    <p:sldId id="290" r:id="rId58"/>
    <p:sldId id="291" r:id="rId59"/>
    <p:sldId id="292" r:id="rId60"/>
    <p:sldId id="293" r:id="rId61"/>
    <p:sldId id="294" r:id="rId62"/>
    <p:sldId id="295" r:id="rId63"/>
    <p:sldId id="296" r:id="rId64"/>
    <p:sldId id="297" r:id="rId65"/>
    <p:sldId id="298" r:id="rId66"/>
  </p:sldIdLst>
  <p:sldSz cx="36576000" cy="20574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Play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TXF3oIDNHmtEeAXsM8Of30ZX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90" y="101"/>
      </p:cViewPr>
      <p:guideLst>
        <p:guide orient="horz" pos="12264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Relationship Id="rId46" Type="http://schemas.openxmlformats.org/officeDocument/2006/relationships/slide" Target="slides/slide15.xml"/><Relationship Id="rId47" Type="http://schemas.openxmlformats.org/officeDocument/2006/relationships/slide" Target="slides/slide16.xml"/><Relationship Id="rId48" Type="http://schemas.openxmlformats.org/officeDocument/2006/relationships/slide" Target="slides/slide17.xml"/><Relationship Id="rId49" Type="http://schemas.openxmlformats.org/officeDocument/2006/relationships/slide" Target="slides/slide18.xml"/><Relationship Id="rId50" Type="http://schemas.openxmlformats.org/officeDocument/2006/relationships/slide" Target="slides/slide19.xml"/><Relationship Id="rId51" Type="http://schemas.openxmlformats.org/officeDocument/2006/relationships/slide" Target="slides/slide20.xml"/><Relationship Id="rId52" Type="http://schemas.openxmlformats.org/officeDocument/2006/relationships/slide" Target="slides/slide21.xml"/><Relationship Id="rId53" Type="http://schemas.openxmlformats.org/officeDocument/2006/relationships/slide" Target="slides/slide22.xml"/><Relationship Id="rId54" Type="http://schemas.openxmlformats.org/officeDocument/2006/relationships/slide" Target="slides/slide23.xml"/><Relationship Id="rId55" Type="http://schemas.openxmlformats.org/officeDocument/2006/relationships/slide" Target="slides/slide24.xml"/><Relationship Id="rId56" Type="http://schemas.openxmlformats.org/officeDocument/2006/relationships/slide" Target="slides/slide25.xml"/><Relationship Id="rId57" Type="http://schemas.openxmlformats.org/officeDocument/2006/relationships/slide" Target="slides/slide26.xml"/><Relationship Id="rId58" Type="http://schemas.openxmlformats.org/officeDocument/2006/relationships/slide" Target="slides/slide27.xml"/><Relationship Id="rId59" Type="http://schemas.openxmlformats.org/officeDocument/2006/relationships/slide" Target="slides/slide28.xml"/><Relationship Id="rId60" Type="http://schemas.openxmlformats.org/officeDocument/2006/relationships/slide" Target="slides/slide29.xml"/><Relationship Id="rId61" Type="http://schemas.openxmlformats.org/officeDocument/2006/relationships/slide" Target="slides/slide30.xml"/><Relationship Id="rId62" Type="http://schemas.openxmlformats.org/officeDocument/2006/relationships/slide" Target="slides/slide31.xml"/><Relationship Id="rId63" Type="http://schemas.openxmlformats.org/officeDocument/2006/relationships/slide" Target="slides/slide32.xml"/><Relationship Id="rId64" Type="http://schemas.openxmlformats.org/officeDocument/2006/relationships/slide" Target="slides/slide33.xml"/><Relationship Id="rId65" Type="http://schemas.openxmlformats.org/officeDocument/2006/relationships/slide" Target="slides/slide34.xml"/><Relationship Id="rId66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2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3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4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38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marL="914400" lvl="1" indent="-762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marL="1371600" lvl="2" indent="-685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marL="1828800" lvl="3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marL="2286000" lvl="4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marL="2743200" lvl="5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marL="3200400" lvl="6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marL="3657600" lvl="7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marL="4114800" lvl="8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>
            <a:spLocks noGrp="1"/>
          </p:cNvSpPr>
          <p:nvPr>
            <p:ph type="pic" idx="2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sz="1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62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9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rot="10800000" flipH="1">
              <a:off x="11306724" y="96065"/>
              <a:ext cx="685786" cy="8898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endParaRPr sz="16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14">
              <a:alphaModFix/>
            </a:blip>
            <a:srcRect l="8081" t="7836" r="10621" b="9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Specific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Magnetic induction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Ampere mete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r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intensity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Weber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flux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Gauss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Ampere 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3. Electric field in a certain region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acc>
                      <m:accPr>
                        <m:chr m:val="⃗"/>
                      </m:acc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</m:ac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i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B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3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j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E⃗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( A/(x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î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B/(y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ĵ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SI unit of A and B are: [30 Jan, 2023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4. Match List-I with List-II. [27 Aug, 2021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H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R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H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(Rydberg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h (Planck's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μ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μ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B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(Magnetic field energy density)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(coefficient of viscosity)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02231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23405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44578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5. If E and H represents the intensity of electric field and magnetising field respectively, then the unit of E/H will be: [27 Aug, 2021 (Shift-I)]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499" y="81058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83043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83966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Joule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04537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Newton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25210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Ohm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46563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Mho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6. The density of a material in SI units is 128 kg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In certain units in which the unit of length is 25 cm and the unit of mass 50 g, the numerical value of density of the material is [10 Jan, 2019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410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7.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f>
                          <m:fPr/>
                          <m:num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equal to that of: (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permeability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permittivity) [07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Voltage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Capacitance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Inductance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Resistance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8. Match List-I with List-II. [07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Mass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Power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9. Match the LIST-I with LIST-II [03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Boltzmann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10. Given a charge q, current I and permeability of vacuum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Which of the following quantity has the dimension of momentum?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qI/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qI/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q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11.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are the permeability and permittivity of free space, respectively, then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 </m:t>
                            </m:r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( 1/(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/L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12. If B is magnetic field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permeability of free space, then the dimensions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(B/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)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(B/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is: [22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A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13. Which one of the following is the correct dimensional formula for the capacitance in F? M, L, T and C stand for unit of mass, length, time and charge: [22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14. The position of a particle moving on x-axis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x(t) = A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sin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B </m:t>
                    </m:r>
                    <m:sSup>
                      <m:sSupPr/>
                      <m:e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cos</m:t>
                            </m:r>
                          </m:fName>
                          <m:e/>
                        </m:func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D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x(t) = A sin t + B cos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+ Ct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t is time.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ABC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ABC/D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[23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15. Match List - I with List - II. [23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(B)-(IV), (C)-(II),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Torsional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A]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16. The energy E and momentum p of a moving body of mass m are related by some equation. Given that c represents the speed of light, identify the correct equation [24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17. In a measurement, it is asked to find modulus of elasticity per unit torque applied on the system. The measured quantity has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b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c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If b = 3, the value of c is ______. [28 Jan, 2025 (Shift-I)]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18. Match List-I with List-II. [28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Electrical resistivity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Electromotive force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19. The pair of physical quantities not having same dimensions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and Young's modulus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Surface tension and impulse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Angular momentum and Planck's constant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Torque and energy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20. The expression given below shows the variation of velocity (v) with time (t),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v =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Bt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C+t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v = At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Bt/(C+t)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dimension of ABC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21.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(B)-(IV),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Gravitational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22. The dimensional formula of latent heat is: [09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23.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the permittivity of free space and E is the electric field, then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has the dimensions: [08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A]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A]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24. Given below are two statements: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(I): Dimensions of specific heat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(II): Dimensions of gas constant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[06 April,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incorrect but statement (II) is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correct but statement (II) is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25. Match List I with List II [06 April,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26. What is the dimensional formula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in the equation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P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V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(V-b) = RT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P + a/(V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)(V-b) = RT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letters have their usual meaning.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5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7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7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27. If G be the gravitational constant and u be the energy then which of the following quantity have the dimension as that the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uG</m:t>
                        </m:r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uG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: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gradient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Force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Gravitational potential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Energy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28. The dimensional formula of angular impulse is: [1 Feb,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29. Given below are two statements: [27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Statement-I: Planck's constant and angular momentum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Statement-II: Linear momentum and moment of force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 the light of the above statements, 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83966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true but Statement-II is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81058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83043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02231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23405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44578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04537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25210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46563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false but Statement-II is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30. Match List-I with List-II. [30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Rotational kinetic energy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[25 Jan, 2023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 (Y)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 (h)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Work Function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φ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φ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32. Match List-I with List-II: [29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 (Physical Quantity)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 (Dimensional Formula)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Energy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33. Match List-I with List-II [25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C-(II), D-(I)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A-(III), B-(IV),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A-(II), B-(I), C-(III), D-(IV)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Pressure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34. Match List-I with List-II [12 April,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Spring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Angular 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35. Match List-I with List-II. [31 Jan, 2023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B-IV,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Stress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364</Words>
  <Application>Microsoft Office PowerPoint</Application>
  <PresentationFormat>Custom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Cambria</vt:lpstr>
      <vt:lpstr>Calibri</vt:lpstr>
      <vt:lpstr>Arial</vt:lpstr>
      <vt:lpstr>Wingdings</vt:lpstr>
      <vt:lpstr>Poppins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PW MSO 530</dc:creator>
  <cp:lastModifiedBy>e.wilson4890@gmail.com</cp:lastModifiedBy>
  <cp:revision>5</cp:revision>
  <dcterms:created xsi:type="dcterms:W3CDTF">2025-02-10T10:24:55Z</dcterms:created>
  <dcterms:modified xsi:type="dcterms:W3CDTF">2026-07-31T10:45:07Z</dcterms:modified>
</cp:coreProperties>
</file>