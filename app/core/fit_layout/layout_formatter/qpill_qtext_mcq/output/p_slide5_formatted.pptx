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9"/>
  </p:notesMasterIdLst>
  <p:sldIdLst>
    <p:sldId id="264" r:id="rId32"/>
    <p:sldId id="265" r:id="rId33"/>
    <p:sldId id="266" r:id="rId34"/>
    <p:sldId id="267" r:id="rId35"/>
    <p:sldId id="268" r:id="rId36"/>
    <p:sldId id="269" r:id="rId37"/>
    <p:sldId id="270" r:id="rId38"/>
    <p:sldId id="271" r:id="rId39"/>
    <p:sldId id="272" r:id="rId40"/>
    <p:sldId id="273" r:id="rId41"/>
    <p:sldId id="274" r:id="rId42"/>
    <p:sldId id="275" r:id="rId43"/>
    <p:sldId id="276" r:id="rId44"/>
    <p:sldId id="277" r:id="rId45"/>
    <p:sldId id="278" r:id="rId46"/>
    <p:sldId id="279" r:id="rId47"/>
    <p:sldId id="280" r:id="rId48"/>
    <p:sldId id="281" r:id="rId49"/>
    <p:sldId id="282" r:id="rId50"/>
    <p:sldId id="283" r:id="rId51"/>
    <p:sldId id="284" r:id="rId52"/>
    <p:sldId id="285" r:id="rId53"/>
    <p:sldId id="286" r:id="rId54"/>
    <p:sldId id="287" r:id="rId55"/>
    <p:sldId id="288" r:id="rId56"/>
    <p:sldId id="289" r:id="rId57"/>
    <p:sldId id="290" r:id="rId58"/>
    <p:sldId id="291" r:id="rId59"/>
    <p:sldId id="292" r:id="rId60"/>
    <p:sldId id="293" r:id="rId61"/>
    <p:sldId id="294" r:id="rId62"/>
    <p:sldId id="295" r:id="rId63"/>
    <p:sldId id="296" r:id="rId64"/>
    <p:sldId id="297" r:id="rId65"/>
    <p:sldId id="298" r:id="rId66"/>
  </p:sldIdLst>
  <p:sldSz cx="36576000" cy="20574000"/>
  <p:notesSz cx="6858000" cy="9144000"/>
  <p:embeddedFontLst>
    <p:embeddedFont>
      <p:font typeface="Cambria" panose="02040503050406030204" pitchFamily="18" charset="0"/>
      <p:regular r:id="rId10"/>
      <p:bold r:id="rId11"/>
      <p:italic r:id="rId12"/>
      <p:boldItalic r:id="rId13"/>
    </p:embeddedFont>
    <p:embeddedFont>
      <p:font typeface="Play" panose="020B0604020202020204" charset="0"/>
      <p:regular r:id="rId14"/>
      <p:bold r:id="rId15"/>
    </p:embeddedFont>
    <p:embeddedFont>
      <p:font typeface="Poppins" panose="00000500000000000000" pitchFamily="2" charset="0"/>
      <p:regular r:id="rId16"/>
      <p:bold r:id="rId17"/>
      <p:italic r:id="rId18"/>
      <p:boldItalic r:id="rId1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2264">
          <p15:clr>
            <a:srgbClr val="A4A3A4"/>
          </p15:clr>
        </p15:guide>
        <p15:guide id="2" pos="552">
          <p15:clr>
            <a:srgbClr val="A4A3A4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27" roundtripDataSignature="AMtx7mhTXF3oIDNHmtEeAXsM8Of30ZXpM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29" d="100"/>
          <a:sy n="29" d="100"/>
        </p:scale>
        <p:origin x="490" y="101"/>
      </p:cViewPr>
      <p:guideLst>
        <p:guide orient="horz" pos="12264"/>
        <p:guide pos="55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9" Type="http://schemas.openxmlformats.org/officeDocument/2006/relationships/notesMaster" Target="notesMasters/notesMaster1.xml"/><Relationship Id="rId10" Type="http://schemas.openxmlformats.org/officeDocument/2006/relationships/font" Target="fonts/font1.fntdata"/><Relationship Id="rId11" Type="http://schemas.openxmlformats.org/officeDocument/2006/relationships/font" Target="fonts/font2.fntdata"/><Relationship Id="rId12" Type="http://schemas.openxmlformats.org/officeDocument/2006/relationships/font" Target="fonts/font3.fntdata"/><Relationship Id="rId13" Type="http://schemas.openxmlformats.org/officeDocument/2006/relationships/font" Target="fonts/font4.fntdata"/><Relationship Id="rId14" Type="http://schemas.openxmlformats.org/officeDocument/2006/relationships/font" Target="fonts/font5.fntdata"/><Relationship Id="rId15" Type="http://schemas.openxmlformats.org/officeDocument/2006/relationships/font" Target="fonts/font6.fntdata"/><Relationship Id="rId16" Type="http://schemas.openxmlformats.org/officeDocument/2006/relationships/font" Target="fonts/font7.fntdata"/><Relationship Id="rId17" Type="http://schemas.openxmlformats.org/officeDocument/2006/relationships/font" Target="fonts/font8.fntdata"/><Relationship Id="rId18" Type="http://schemas.openxmlformats.org/officeDocument/2006/relationships/font" Target="fonts/font9.fntdata"/><Relationship Id="rId19" Type="http://schemas.openxmlformats.org/officeDocument/2006/relationships/font" Target="fonts/font10.fntdata"/><Relationship Id="rId27" Type="http://customschemas.google.com/relationships/presentationmetadata" Target="metadata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32" Type="http://schemas.openxmlformats.org/officeDocument/2006/relationships/slide" Target="slides/slide1.xml"/><Relationship Id="rId33" Type="http://schemas.openxmlformats.org/officeDocument/2006/relationships/slide" Target="slides/slide2.xml"/><Relationship Id="rId34" Type="http://schemas.openxmlformats.org/officeDocument/2006/relationships/slide" Target="slides/slide3.xml"/><Relationship Id="rId35" Type="http://schemas.openxmlformats.org/officeDocument/2006/relationships/slide" Target="slides/slide4.xml"/><Relationship Id="rId36" Type="http://schemas.openxmlformats.org/officeDocument/2006/relationships/slide" Target="slides/slide5.xml"/><Relationship Id="rId37" Type="http://schemas.openxmlformats.org/officeDocument/2006/relationships/slide" Target="slides/slide6.xml"/><Relationship Id="rId38" Type="http://schemas.openxmlformats.org/officeDocument/2006/relationships/slide" Target="slides/slide7.xml"/><Relationship Id="rId39" Type="http://schemas.openxmlformats.org/officeDocument/2006/relationships/slide" Target="slides/slide8.xml"/><Relationship Id="rId40" Type="http://schemas.openxmlformats.org/officeDocument/2006/relationships/slide" Target="slides/slide9.xml"/><Relationship Id="rId41" Type="http://schemas.openxmlformats.org/officeDocument/2006/relationships/slide" Target="slides/slide10.xml"/><Relationship Id="rId42" Type="http://schemas.openxmlformats.org/officeDocument/2006/relationships/slide" Target="slides/slide11.xml"/><Relationship Id="rId43" Type="http://schemas.openxmlformats.org/officeDocument/2006/relationships/slide" Target="slides/slide12.xml"/><Relationship Id="rId44" Type="http://schemas.openxmlformats.org/officeDocument/2006/relationships/slide" Target="slides/slide13.xml"/><Relationship Id="rId45" Type="http://schemas.openxmlformats.org/officeDocument/2006/relationships/slide" Target="slides/slide14.xml"/><Relationship Id="rId46" Type="http://schemas.openxmlformats.org/officeDocument/2006/relationships/slide" Target="slides/slide15.xml"/><Relationship Id="rId47" Type="http://schemas.openxmlformats.org/officeDocument/2006/relationships/slide" Target="slides/slide16.xml"/><Relationship Id="rId48" Type="http://schemas.openxmlformats.org/officeDocument/2006/relationships/slide" Target="slides/slide17.xml"/><Relationship Id="rId49" Type="http://schemas.openxmlformats.org/officeDocument/2006/relationships/slide" Target="slides/slide18.xml"/><Relationship Id="rId50" Type="http://schemas.openxmlformats.org/officeDocument/2006/relationships/slide" Target="slides/slide19.xml"/><Relationship Id="rId51" Type="http://schemas.openxmlformats.org/officeDocument/2006/relationships/slide" Target="slides/slide20.xml"/><Relationship Id="rId52" Type="http://schemas.openxmlformats.org/officeDocument/2006/relationships/slide" Target="slides/slide21.xml"/><Relationship Id="rId53" Type="http://schemas.openxmlformats.org/officeDocument/2006/relationships/slide" Target="slides/slide22.xml"/><Relationship Id="rId54" Type="http://schemas.openxmlformats.org/officeDocument/2006/relationships/slide" Target="slides/slide23.xml"/><Relationship Id="rId55" Type="http://schemas.openxmlformats.org/officeDocument/2006/relationships/slide" Target="slides/slide24.xml"/><Relationship Id="rId56" Type="http://schemas.openxmlformats.org/officeDocument/2006/relationships/slide" Target="slides/slide25.xml"/><Relationship Id="rId57" Type="http://schemas.openxmlformats.org/officeDocument/2006/relationships/slide" Target="slides/slide26.xml"/><Relationship Id="rId58" Type="http://schemas.openxmlformats.org/officeDocument/2006/relationships/slide" Target="slides/slide27.xml"/><Relationship Id="rId59" Type="http://schemas.openxmlformats.org/officeDocument/2006/relationships/slide" Target="slides/slide28.xml"/><Relationship Id="rId60" Type="http://schemas.openxmlformats.org/officeDocument/2006/relationships/slide" Target="slides/slide29.xml"/><Relationship Id="rId61" Type="http://schemas.openxmlformats.org/officeDocument/2006/relationships/slide" Target="slides/slide30.xml"/><Relationship Id="rId62" Type="http://schemas.openxmlformats.org/officeDocument/2006/relationships/slide" Target="slides/slide31.xml"/><Relationship Id="rId63" Type="http://schemas.openxmlformats.org/officeDocument/2006/relationships/slide" Target="slides/slide32.xml"/><Relationship Id="rId64" Type="http://schemas.openxmlformats.org/officeDocument/2006/relationships/slide" Target="slides/slide33.xml"/><Relationship Id="rId65" Type="http://schemas.openxmlformats.org/officeDocument/2006/relationships/slide" Target="slides/slide34.xml"/><Relationship Id="rId66" Type="http://schemas.openxmlformats.org/officeDocument/2006/relationships/slide" Target="slides/slide3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IN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17"/>
          <p:cNvSpPr txBox="1">
            <a:spLocks noGrp="1"/>
          </p:cNvSpPr>
          <p:nvPr>
            <p:ph type="dt" idx="10"/>
          </p:nvPr>
        </p:nvSpPr>
        <p:spPr>
          <a:xfrm>
            <a:off x="25146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17"/>
          <p:cNvSpPr txBox="1">
            <a:spLocks noGrp="1"/>
          </p:cNvSpPr>
          <p:nvPr>
            <p:ph type="ftr" idx="11"/>
          </p:nvPr>
        </p:nvSpPr>
        <p:spPr>
          <a:xfrm>
            <a:off x="12115800" y="19069052"/>
            <a:ext cx="123444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7"/>
          <p:cNvSpPr txBox="1">
            <a:spLocks noGrp="1"/>
          </p:cNvSpPr>
          <p:nvPr>
            <p:ph type="sldNum" idx="12"/>
          </p:nvPr>
        </p:nvSpPr>
        <p:spPr>
          <a:xfrm>
            <a:off x="258318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14:warp dir="in"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18"/>
          <p:cNvSpPr txBox="1">
            <a:spLocks noGrp="1"/>
          </p:cNvSpPr>
          <p:nvPr>
            <p:ph type="ctrTitle"/>
          </p:nvPr>
        </p:nvSpPr>
        <p:spPr>
          <a:xfrm>
            <a:off x="4572000" y="3367089"/>
            <a:ext cx="27432000" cy="716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0"/>
              <a:buFont typeface="Play"/>
              <a:buNone/>
              <a:defRPr sz="18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18"/>
          <p:cNvSpPr txBox="1">
            <a:spLocks noGrp="1"/>
          </p:cNvSpPr>
          <p:nvPr>
            <p:ph type="subTitle" idx="1"/>
          </p:nvPr>
        </p:nvSpPr>
        <p:spPr>
          <a:xfrm>
            <a:off x="4572000" y="10806114"/>
            <a:ext cx="27432000" cy="49672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3000"/>
              </a:spcBef>
              <a:spcAft>
                <a:spcPts val="0"/>
              </a:spcAft>
              <a:buClr>
                <a:schemeClr val="dk1"/>
              </a:buClr>
              <a:buSzPts val="7200"/>
              <a:buNone/>
              <a:defRPr sz="7200"/>
            </a:lvl1pPr>
            <a:lvl2pPr lvl="1" algn="ctr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  <a:defRPr sz="6000"/>
            </a:lvl2pPr>
            <a:lvl3pPr lvl="2" algn="ctr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5400"/>
              <a:buNone/>
              <a:defRPr sz="5400"/>
            </a:lvl3pPr>
            <a:lvl4pPr lvl="3" algn="ctr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/>
            </a:lvl4pPr>
            <a:lvl5pPr lvl="4" algn="ctr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/>
            </a:lvl5pPr>
            <a:lvl6pPr lvl="5" algn="ctr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/>
            </a:lvl6pPr>
            <a:lvl7pPr lvl="6" algn="ctr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/>
            </a:lvl7pPr>
            <a:lvl8pPr lvl="7" algn="ctr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/>
            </a:lvl8pPr>
            <a:lvl9pPr lvl="8" algn="ctr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25" name="Google Shape;25;p18"/>
          <p:cNvSpPr txBox="1">
            <a:spLocks noGrp="1"/>
          </p:cNvSpPr>
          <p:nvPr>
            <p:ph type="dt" idx="10"/>
          </p:nvPr>
        </p:nvSpPr>
        <p:spPr>
          <a:xfrm>
            <a:off x="25146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18"/>
          <p:cNvSpPr txBox="1">
            <a:spLocks noGrp="1"/>
          </p:cNvSpPr>
          <p:nvPr>
            <p:ph type="ftr" idx="11"/>
          </p:nvPr>
        </p:nvSpPr>
        <p:spPr>
          <a:xfrm>
            <a:off x="12115800" y="19069052"/>
            <a:ext cx="123444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8"/>
          <p:cNvSpPr txBox="1">
            <a:spLocks noGrp="1"/>
          </p:cNvSpPr>
          <p:nvPr>
            <p:ph type="sldNum" idx="12"/>
          </p:nvPr>
        </p:nvSpPr>
        <p:spPr>
          <a:xfrm>
            <a:off x="258318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14:warp dir="in"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9"/>
          <p:cNvSpPr txBox="1">
            <a:spLocks noGrp="1"/>
          </p:cNvSpPr>
          <p:nvPr>
            <p:ph type="title"/>
          </p:nvPr>
        </p:nvSpPr>
        <p:spPr>
          <a:xfrm>
            <a:off x="2514600" y="1095377"/>
            <a:ext cx="31546800" cy="39766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9"/>
          <p:cNvSpPr txBox="1">
            <a:spLocks noGrp="1"/>
          </p:cNvSpPr>
          <p:nvPr>
            <p:ph type="body" idx="1"/>
          </p:nvPr>
        </p:nvSpPr>
        <p:spPr>
          <a:xfrm>
            <a:off x="2514600" y="5476875"/>
            <a:ext cx="31546800" cy="13054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3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1" name="Google Shape;31;p19"/>
          <p:cNvSpPr txBox="1">
            <a:spLocks noGrp="1"/>
          </p:cNvSpPr>
          <p:nvPr>
            <p:ph type="dt" idx="10"/>
          </p:nvPr>
        </p:nvSpPr>
        <p:spPr>
          <a:xfrm>
            <a:off x="25146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9"/>
          <p:cNvSpPr txBox="1">
            <a:spLocks noGrp="1"/>
          </p:cNvSpPr>
          <p:nvPr>
            <p:ph type="ftr" idx="11"/>
          </p:nvPr>
        </p:nvSpPr>
        <p:spPr>
          <a:xfrm>
            <a:off x="12115800" y="19069052"/>
            <a:ext cx="123444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9"/>
          <p:cNvSpPr txBox="1">
            <a:spLocks noGrp="1"/>
          </p:cNvSpPr>
          <p:nvPr>
            <p:ph type="sldNum" idx="12"/>
          </p:nvPr>
        </p:nvSpPr>
        <p:spPr>
          <a:xfrm>
            <a:off x="258318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14:warp dir="in"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20"/>
          <p:cNvSpPr txBox="1">
            <a:spLocks noGrp="1"/>
          </p:cNvSpPr>
          <p:nvPr>
            <p:ph type="title"/>
          </p:nvPr>
        </p:nvSpPr>
        <p:spPr>
          <a:xfrm>
            <a:off x="2495550" y="5129216"/>
            <a:ext cx="31546800" cy="85582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0"/>
              <a:buFont typeface="Play"/>
              <a:buNone/>
              <a:defRPr sz="18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20"/>
          <p:cNvSpPr txBox="1">
            <a:spLocks noGrp="1"/>
          </p:cNvSpPr>
          <p:nvPr>
            <p:ph type="body" idx="1"/>
          </p:nvPr>
        </p:nvSpPr>
        <p:spPr>
          <a:xfrm>
            <a:off x="2495550" y="13768391"/>
            <a:ext cx="31546800" cy="45005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3000"/>
              </a:spcBef>
              <a:spcAft>
                <a:spcPts val="0"/>
              </a:spcAft>
              <a:buClr>
                <a:srgbClr val="757575"/>
              </a:buClr>
              <a:buSzPts val="7200"/>
              <a:buNone/>
              <a:defRPr sz="7200">
                <a:solidFill>
                  <a:srgbClr val="757575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757575"/>
              </a:buClr>
              <a:buSzPts val="6000"/>
              <a:buNone/>
              <a:defRPr sz="6000">
                <a:solidFill>
                  <a:srgbClr val="757575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757575"/>
              </a:buClr>
              <a:buSzPts val="5400"/>
              <a:buNone/>
              <a:defRPr sz="5400">
                <a:solidFill>
                  <a:srgbClr val="757575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757575"/>
              </a:buClr>
              <a:buSzPts val="4800"/>
              <a:buNone/>
              <a:defRPr sz="4800">
                <a:solidFill>
                  <a:srgbClr val="757575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757575"/>
              </a:buClr>
              <a:buSzPts val="4800"/>
              <a:buNone/>
              <a:defRPr sz="4800">
                <a:solidFill>
                  <a:srgbClr val="757575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757575"/>
              </a:buClr>
              <a:buSzPts val="4800"/>
              <a:buNone/>
              <a:defRPr sz="4800">
                <a:solidFill>
                  <a:srgbClr val="757575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757575"/>
              </a:buClr>
              <a:buSzPts val="4800"/>
              <a:buNone/>
              <a:defRPr sz="4800">
                <a:solidFill>
                  <a:srgbClr val="757575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757575"/>
              </a:buClr>
              <a:buSzPts val="4800"/>
              <a:buNone/>
              <a:defRPr sz="4800">
                <a:solidFill>
                  <a:srgbClr val="757575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757575"/>
              </a:buClr>
              <a:buSzPts val="4800"/>
              <a:buNone/>
              <a:defRPr sz="4800">
                <a:solidFill>
                  <a:srgbClr val="757575"/>
                </a:solidFill>
              </a:defRPr>
            </a:lvl9pPr>
          </a:lstStyle>
          <a:p>
            <a:endParaRPr/>
          </a:p>
        </p:txBody>
      </p:sp>
      <p:sp>
        <p:nvSpPr>
          <p:cNvPr id="37" name="Google Shape;37;p20"/>
          <p:cNvSpPr txBox="1">
            <a:spLocks noGrp="1"/>
          </p:cNvSpPr>
          <p:nvPr>
            <p:ph type="dt" idx="10"/>
          </p:nvPr>
        </p:nvSpPr>
        <p:spPr>
          <a:xfrm>
            <a:off x="25146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20"/>
          <p:cNvSpPr txBox="1">
            <a:spLocks noGrp="1"/>
          </p:cNvSpPr>
          <p:nvPr>
            <p:ph type="ftr" idx="11"/>
          </p:nvPr>
        </p:nvSpPr>
        <p:spPr>
          <a:xfrm>
            <a:off x="12115800" y="19069052"/>
            <a:ext cx="123444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20"/>
          <p:cNvSpPr txBox="1">
            <a:spLocks noGrp="1"/>
          </p:cNvSpPr>
          <p:nvPr>
            <p:ph type="sldNum" idx="12"/>
          </p:nvPr>
        </p:nvSpPr>
        <p:spPr>
          <a:xfrm>
            <a:off x="258318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14:warp dir="in"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21"/>
          <p:cNvSpPr txBox="1">
            <a:spLocks noGrp="1"/>
          </p:cNvSpPr>
          <p:nvPr>
            <p:ph type="title"/>
          </p:nvPr>
        </p:nvSpPr>
        <p:spPr>
          <a:xfrm>
            <a:off x="2514600" y="1095377"/>
            <a:ext cx="31546800" cy="39766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21"/>
          <p:cNvSpPr txBox="1">
            <a:spLocks noGrp="1"/>
          </p:cNvSpPr>
          <p:nvPr>
            <p:ph type="body" idx="1"/>
          </p:nvPr>
        </p:nvSpPr>
        <p:spPr>
          <a:xfrm>
            <a:off x="2514600" y="5476875"/>
            <a:ext cx="15544800" cy="13054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3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3" name="Google Shape;43;p21"/>
          <p:cNvSpPr txBox="1">
            <a:spLocks noGrp="1"/>
          </p:cNvSpPr>
          <p:nvPr>
            <p:ph type="body" idx="2"/>
          </p:nvPr>
        </p:nvSpPr>
        <p:spPr>
          <a:xfrm>
            <a:off x="18516600" y="5476875"/>
            <a:ext cx="15544800" cy="13054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3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21"/>
          <p:cNvSpPr txBox="1">
            <a:spLocks noGrp="1"/>
          </p:cNvSpPr>
          <p:nvPr>
            <p:ph type="dt" idx="10"/>
          </p:nvPr>
        </p:nvSpPr>
        <p:spPr>
          <a:xfrm>
            <a:off x="25146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21"/>
          <p:cNvSpPr txBox="1">
            <a:spLocks noGrp="1"/>
          </p:cNvSpPr>
          <p:nvPr>
            <p:ph type="ftr" idx="11"/>
          </p:nvPr>
        </p:nvSpPr>
        <p:spPr>
          <a:xfrm>
            <a:off x="12115800" y="19069052"/>
            <a:ext cx="123444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21"/>
          <p:cNvSpPr txBox="1">
            <a:spLocks noGrp="1"/>
          </p:cNvSpPr>
          <p:nvPr>
            <p:ph type="sldNum" idx="12"/>
          </p:nvPr>
        </p:nvSpPr>
        <p:spPr>
          <a:xfrm>
            <a:off x="258318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14:warp dir="in"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22"/>
          <p:cNvSpPr txBox="1">
            <a:spLocks noGrp="1"/>
          </p:cNvSpPr>
          <p:nvPr>
            <p:ph type="title"/>
          </p:nvPr>
        </p:nvSpPr>
        <p:spPr>
          <a:xfrm>
            <a:off x="2519364" y="1095377"/>
            <a:ext cx="31546800" cy="39766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2"/>
          <p:cNvSpPr txBox="1">
            <a:spLocks noGrp="1"/>
          </p:cNvSpPr>
          <p:nvPr>
            <p:ph type="body" idx="1"/>
          </p:nvPr>
        </p:nvSpPr>
        <p:spPr>
          <a:xfrm>
            <a:off x="2519366" y="5043489"/>
            <a:ext cx="15473361" cy="2471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3000"/>
              </a:spcBef>
              <a:spcAft>
                <a:spcPts val="0"/>
              </a:spcAft>
              <a:buClr>
                <a:schemeClr val="dk1"/>
              </a:buClr>
              <a:buSzPts val="7200"/>
              <a:buNone/>
              <a:defRPr sz="7200" b="1"/>
            </a:lvl1pPr>
            <a:lvl2pPr marL="914400" lvl="1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  <a:defRPr sz="6000" b="1"/>
            </a:lvl2pPr>
            <a:lvl3pPr marL="1371600" lvl="2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5400"/>
              <a:buNone/>
              <a:defRPr sz="5400" b="1"/>
            </a:lvl3pPr>
            <a:lvl4pPr marL="1828800" lvl="3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 b="1"/>
            </a:lvl4pPr>
            <a:lvl5pPr marL="2286000" lvl="4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 b="1"/>
            </a:lvl5pPr>
            <a:lvl6pPr marL="2743200" lvl="5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 b="1"/>
            </a:lvl6pPr>
            <a:lvl7pPr marL="3200400" lvl="6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 b="1"/>
            </a:lvl7pPr>
            <a:lvl8pPr marL="3657600" lvl="7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 b="1"/>
            </a:lvl8pPr>
            <a:lvl9pPr marL="4114800" lvl="8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 b="1"/>
            </a:lvl9pPr>
          </a:lstStyle>
          <a:p>
            <a:endParaRPr/>
          </a:p>
        </p:txBody>
      </p:sp>
      <p:sp>
        <p:nvSpPr>
          <p:cNvPr id="50" name="Google Shape;50;p22"/>
          <p:cNvSpPr txBox="1">
            <a:spLocks noGrp="1"/>
          </p:cNvSpPr>
          <p:nvPr>
            <p:ph type="body" idx="2"/>
          </p:nvPr>
        </p:nvSpPr>
        <p:spPr>
          <a:xfrm>
            <a:off x="2519366" y="7515225"/>
            <a:ext cx="15473361" cy="110537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3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1" name="Google Shape;51;p22"/>
          <p:cNvSpPr txBox="1">
            <a:spLocks noGrp="1"/>
          </p:cNvSpPr>
          <p:nvPr>
            <p:ph type="body" idx="3"/>
          </p:nvPr>
        </p:nvSpPr>
        <p:spPr>
          <a:xfrm>
            <a:off x="18516600" y="5043489"/>
            <a:ext cx="15549564" cy="2471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3000"/>
              </a:spcBef>
              <a:spcAft>
                <a:spcPts val="0"/>
              </a:spcAft>
              <a:buClr>
                <a:schemeClr val="dk1"/>
              </a:buClr>
              <a:buSzPts val="7200"/>
              <a:buNone/>
              <a:defRPr sz="7200" b="1"/>
            </a:lvl1pPr>
            <a:lvl2pPr marL="914400" lvl="1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  <a:defRPr sz="6000" b="1"/>
            </a:lvl2pPr>
            <a:lvl3pPr marL="1371600" lvl="2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5400"/>
              <a:buNone/>
              <a:defRPr sz="5400" b="1"/>
            </a:lvl3pPr>
            <a:lvl4pPr marL="1828800" lvl="3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 b="1"/>
            </a:lvl4pPr>
            <a:lvl5pPr marL="2286000" lvl="4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 b="1"/>
            </a:lvl5pPr>
            <a:lvl6pPr marL="2743200" lvl="5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 b="1"/>
            </a:lvl6pPr>
            <a:lvl7pPr marL="3200400" lvl="6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 b="1"/>
            </a:lvl7pPr>
            <a:lvl8pPr marL="3657600" lvl="7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 b="1"/>
            </a:lvl8pPr>
            <a:lvl9pPr marL="4114800" lvl="8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 b="1"/>
            </a:lvl9pPr>
          </a:lstStyle>
          <a:p>
            <a:endParaRPr/>
          </a:p>
        </p:txBody>
      </p:sp>
      <p:sp>
        <p:nvSpPr>
          <p:cNvPr id="52" name="Google Shape;52;p22"/>
          <p:cNvSpPr txBox="1">
            <a:spLocks noGrp="1"/>
          </p:cNvSpPr>
          <p:nvPr>
            <p:ph type="body" idx="4"/>
          </p:nvPr>
        </p:nvSpPr>
        <p:spPr>
          <a:xfrm>
            <a:off x="18516600" y="7515225"/>
            <a:ext cx="15549564" cy="110537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3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3" name="Google Shape;53;p22"/>
          <p:cNvSpPr txBox="1">
            <a:spLocks noGrp="1"/>
          </p:cNvSpPr>
          <p:nvPr>
            <p:ph type="dt" idx="10"/>
          </p:nvPr>
        </p:nvSpPr>
        <p:spPr>
          <a:xfrm>
            <a:off x="25146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22"/>
          <p:cNvSpPr txBox="1">
            <a:spLocks noGrp="1"/>
          </p:cNvSpPr>
          <p:nvPr>
            <p:ph type="ftr" idx="11"/>
          </p:nvPr>
        </p:nvSpPr>
        <p:spPr>
          <a:xfrm>
            <a:off x="12115800" y="19069052"/>
            <a:ext cx="123444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22"/>
          <p:cNvSpPr txBox="1">
            <a:spLocks noGrp="1"/>
          </p:cNvSpPr>
          <p:nvPr>
            <p:ph type="sldNum" idx="12"/>
          </p:nvPr>
        </p:nvSpPr>
        <p:spPr>
          <a:xfrm>
            <a:off x="258318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14:warp dir="in"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23"/>
          <p:cNvSpPr txBox="1">
            <a:spLocks noGrp="1"/>
          </p:cNvSpPr>
          <p:nvPr>
            <p:ph type="title"/>
          </p:nvPr>
        </p:nvSpPr>
        <p:spPr>
          <a:xfrm>
            <a:off x="2514600" y="1095377"/>
            <a:ext cx="31546800" cy="39766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23"/>
          <p:cNvSpPr txBox="1">
            <a:spLocks noGrp="1"/>
          </p:cNvSpPr>
          <p:nvPr>
            <p:ph type="dt" idx="10"/>
          </p:nvPr>
        </p:nvSpPr>
        <p:spPr>
          <a:xfrm>
            <a:off x="25146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23"/>
          <p:cNvSpPr txBox="1">
            <a:spLocks noGrp="1"/>
          </p:cNvSpPr>
          <p:nvPr>
            <p:ph type="ftr" idx="11"/>
          </p:nvPr>
        </p:nvSpPr>
        <p:spPr>
          <a:xfrm>
            <a:off x="12115800" y="19069052"/>
            <a:ext cx="123444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3"/>
          <p:cNvSpPr txBox="1">
            <a:spLocks noGrp="1"/>
          </p:cNvSpPr>
          <p:nvPr>
            <p:ph type="sldNum" idx="12"/>
          </p:nvPr>
        </p:nvSpPr>
        <p:spPr>
          <a:xfrm>
            <a:off x="258318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14:warp dir="in"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4"/>
          <p:cNvSpPr txBox="1">
            <a:spLocks noGrp="1"/>
          </p:cNvSpPr>
          <p:nvPr>
            <p:ph type="title"/>
          </p:nvPr>
        </p:nvSpPr>
        <p:spPr>
          <a:xfrm>
            <a:off x="2519366" y="1371600"/>
            <a:ext cx="11796711" cy="48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Play"/>
              <a:buNone/>
              <a:defRPr sz="9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4"/>
          <p:cNvSpPr txBox="1">
            <a:spLocks noGrp="1"/>
          </p:cNvSpPr>
          <p:nvPr>
            <p:ph type="body" idx="1"/>
          </p:nvPr>
        </p:nvSpPr>
        <p:spPr>
          <a:xfrm>
            <a:off x="15549564" y="2962277"/>
            <a:ext cx="18516600" cy="14620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838200" algn="l">
              <a:lnSpc>
                <a:spcPct val="90000"/>
              </a:lnSpc>
              <a:spcBef>
                <a:spcPts val="3000"/>
              </a:spcBef>
              <a:spcAft>
                <a:spcPts val="0"/>
              </a:spcAft>
              <a:buClr>
                <a:schemeClr val="dk1"/>
              </a:buClr>
              <a:buSzPts val="9600"/>
              <a:buChar char="•"/>
              <a:defRPr sz="9600"/>
            </a:lvl1pPr>
            <a:lvl2pPr marL="914400" lvl="1" indent="-7620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8400"/>
              <a:buChar char="•"/>
              <a:defRPr sz="8400"/>
            </a:lvl2pPr>
            <a:lvl3pPr marL="1371600" lvl="2" indent="-6858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7200"/>
              <a:buChar char="•"/>
              <a:defRPr sz="7200"/>
            </a:lvl3pPr>
            <a:lvl4pPr marL="1828800" lvl="3" indent="-609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6000"/>
              <a:buChar char="•"/>
              <a:defRPr sz="6000"/>
            </a:lvl4pPr>
            <a:lvl5pPr marL="2286000" lvl="4" indent="-609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6000"/>
              <a:buChar char="•"/>
              <a:defRPr sz="6000"/>
            </a:lvl5pPr>
            <a:lvl6pPr marL="2743200" lvl="5" indent="-609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6000"/>
              <a:buChar char="•"/>
              <a:defRPr sz="6000"/>
            </a:lvl6pPr>
            <a:lvl7pPr marL="3200400" lvl="6" indent="-609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6000"/>
              <a:buChar char="•"/>
              <a:defRPr sz="6000"/>
            </a:lvl7pPr>
            <a:lvl8pPr marL="3657600" lvl="7" indent="-609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6000"/>
              <a:buChar char="•"/>
              <a:defRPr sz="6000"/>
            </a:lvl8pPr>
            <a:lvl9pPr marL="4114800" lvl="8" indent="-609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6000"/>
              <a:buChar char="•"/>
              <a:defRPr sz="6000"/>
            </a:lvl9pPr>
          </a:lstStyle>
          <a:p>
            <a:endParaRPr/>
          </a:p>
        </p:txBody>
      </p:sp>
      <p:sp>
        <p:nvSpPr>
          <p:cNvPr id="64" name="Google Shape;64;p24"/>
          <p:cNvSpPr txBox="1">
            <a:spLocks noGrp="1"/>
          </p:cNvSpPr>
          <p:nvPr>
            <p:ph type="body" idx="2"/>
          </p:nvPr>
        </p:nvSpPr>
        <p:spPr>
          <a:xfrm>
            <a:off x="2519366" y="6172200"/>
            <a:ext cx="11796711" cy="114347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30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/>
            </a:lvl1pPr>
            <a:lvl2pPr marL="914400" lvl="1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200"/>
              <a:buNone/>
              <a:defRPr sz="4200"/>
            </a:lvl2pPr>
            <a:lvl3pPr marL="1371600" lvl="2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3pPr>
            <a:lvl4pPr marL="1828800" lvl="3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/>
            </a:lvl4pPr>
            <a:lvl5pPr marL="2286000" lvl="4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/>
            </a:lvl5pPr>
            <a:lvl6pPr marL="2743200" lvl="5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/>
            </a:lvl6pPr>
            <a:lvl7pPr marL="3200400" lvl="6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/>
            </a:lvl7pPr>
            <a:lvl8pPr marL="3657600" lvl="7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/>
            </a:lvl8pPr>
            <a:lvl9pPr marL="4114800" lvl="8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65" name="Google Shape;65;p24"/>
          <p:cNvSpPr txBox="1">
            <a:spLocks noGrp="1"/>
          </p:cNvSpPr>
          <p:nvPr>
            <p:ph type="dt" idx="10"/>
          </p:nvPr>
        </p:nvSpPr>
        <p:spPr>
          <a:xfrm>
            <a:off x="25146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24"/>
          <p:cNvSpPr txBox="1">
            <a:spLocks noGrp="1"/>
          </p:cNvSpPr>
          <p:nvPr>
            <p:ph type="ftr" idx="11"/>
          </p:nvPr>
        </p:nvSpPr>
        <p:spPr>
          <a:xfrm>
            <a:off x="12115800" y="19069052"/>
            <a:ext cx="123444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4"/>
          <p:cNvSpPr txBox="1">
            <a:spLocks noGrp="1"/>
          </p:cNvSpPr>
          <p:nvPr>
            <p:ph type="sldNum" idx="12"/>
          </p:nvPr>
        </p:nvSpPr>
        <p:spPr>
          <a:xfrm>
            <a:off x="258318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14:warp dir="in"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5"/>
          <p:cNvSpPr txBox="1">
            <a:spLocks noGrp="1"/>
          </p:cNvSpPr>
          <p:nvPr>
            <p:ph type="title"/>
          </p:nvPr>
        </p:nvSpPr>
        <p:spPr>
          <a:xfrm>
            <a:off x="2519366" y="1371600"/>
            <a:ext cx="11796711" cy="48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Play"/>
              <a:buNone/>
              <a:defRPr sz="9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5"/>
          <p:cNvSpPr>
            <a:spLocks noGrp="1"/>
          </p:cNvSpPr>
          <p:nvPr>
            <p:ph type="pic" idx="2"/>
          </p:nvPr>
        </p:nvSpPr>
        <p:spPr>
          <a:xfrm>
            <a:off x="15549564" y="2962277"/>
            <a:ext cx="18516600" cy="14620875"/>
          </a:xfrm>
          <a:prstGeom prst="rect">
            <a:avLst/>
          </a:prstGeom>
          <a:noFill/>
          <a:ln>
            <a:noFill/>
          </a:ln>
        </p:spPr>
      </p:sp>
      <p:sp>
        <p:nvSpPr>
          <p:cNvPr id="71" name="Google Shape;71;p25"/>
          <p:cNvSpPr txBox="1">
            <a:spLocks noGrp="1"/>
          </p:cNvSpPr>
          <p:nvPr>
            <p:ph type="body" idx="1"/>
          </p:nvPr>
        </p:nvSpPr>
        <p:spPr>
          <a:xfrm>
            <a:off x="2519366" y="6172200"/>
            <a:ext cx="11796711" cy="114347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30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/>
            </a:lvl1pPr>
            <a:lvl2pPr marL="914400" lvl="1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200"/>
              <a:buNone/>
              <a:defRPr sz="4200"/>
            </a:lvl2pPr>
            <a:lvl3pPr marL="1371600" lvl="2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3pPr>
            <a:lvl4pPr marL="1828800" lvl="3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/>
            </a:lvl4pPr>
            <a:lvl5pPr marL="2286000" lvl="4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/>
            </a:lvl5pPr>
            <a:lvl6pPr marL="2743200" lvl="5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/>
            </a:lvl6pPr>
            <a:lvl7pPr marL="3200400" lvl="6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/>
            </a:lvl7pPr>
            <a:lvl8pPr marL="3657600" lvl="7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/>
            </a:lvl8pPr>
            <a:lvl9pPr marL="4114800" lvl="8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72" name="Google Shape;72;p25"/>
          <p:cNvSpPr txBox="1">
            <a:spLocks noGrp="1"/>
          </p:cNvSpPr>
          <p:nvPr>
            <p:ph type="dt" idx="10"/>
          </p:nvPr>
        </p:nvSpPr>
        <p:spPr>
          <a:xfrm>
            <a:off x="25146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25"/>
          <p:cNvSpPr txBox="1">
            <a:spLocks noGrp="1"/>
          </p:cNvSpPr>
          <p:nvPr>
            <p:ph type="ftr" idx="11"/>
          </p:nvPr>
        </p:nvSpPr>
        <p:spPr>
          <a:xfrm>
            <a:off x="12115800" y="19069052"/>
            <a:ext cx="123444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25"/>
          <p:cNvSpPr txBox="1">
            <a:spLocks noGrp="1"/>
          </p:cNvSpPr>
          <p:nvPr>
            <p:ph type="sldNum" idx="12"/>
          </p:nvPr>
        </p:nvSpPr>
        <p:spPr>
          <a:xfrm>
            <a:off x="258318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14:warp dir="in"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26"/>
          <p:cNvSpPr txBox="1">
            <a:spLocks noGrp="1"/>
          </p:cNvSpPr>
          <p:nvPr>
            <p:ph type="title"/>
          </p:nvPr>
        </p:nvSpPr>
        <p:spPr>
          <a:xfrm>
            <a:off x="2514600" y="1095377"/>
            <a:ext cx="31546800" cy="39766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6"/>
          <p:cNvSpPr txBox="1">
            <a:spLocks noGrp="1"/>
          </p:cNvSpPr>
          <p:nvPr>
            <p:ph type="body" idx="1"/>
          </p:nvPr>
        </p:nvSpPr>
        <p:spPr>
          <a:xfrm rot="5400000">
            <a:off x="11760993" y="-3769518"/>
            <a:ext cx="13054014" cy="3154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3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8" name="Google Shape;78;p26"/>
          <p:cNvSpPr txBox="1">
            <a:spLocks noGrp="1"/>
          </p:cNvSpPr>
          <p:nvPr>
            <p:ph type="dt" idx="10"/>
          </p:nvPr>
        </p:nvSpPr>
        <p:spPr>
          <a:xfrm>
            <a:off x="25146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26"/>
          <p:cNvSpPr txBox="1">
            <a:spLocks noGrp="1"/>
          </p:cNvSpPr>
          <p:nvPr>
            <p:ph type="ftr" idx="11"/>
          </p:nvPr>
        </p:nvSpPr>
        <p:spPr>
          <a:xfrm>
            <a:off x="12115800" y="19069052"/>
            <a:ext cx="123444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26"/>
          <p:cNvSpPr txBox="1">
            <a:spLocks noGrp="1"/>
          </p:cNvSpPr>
          <p:nvPr>
            <p:ph type="sldNum" idx="12"/>
          </p:nvPr>
        </p:nvSpPr>
        <p:spPr>
          <a:xfrm>
            <a:off x="258318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14:warp dir="in"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7"/>
          <p:cNvSpPr txBox="1">
            <a:spLocks noGrp="1"/>
          </p:cNvSpPr>
          <p:nvPr>
            <p:ph type="title"/>
          </p:nvPr>
        </p:nvSpPr>
        <p:spPr>
          <a:xfrm rot="5400000">
            <a:off x="21400293" y="5869782"/>
            <a:ext cx="17435514" cy="78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27"/>
          <p:cNvSpPr txBox="1">
            <a:spLocks noGrp="1"/>
          </p:cNvSpPr>
          <p:nvPr>
            <p:ph type="body" idx="1"/>
          </p:nvPr>
        </p:nvSpPr>
        <p:spPr>
          <a:xfrm rot="5400000">
            <a:off x="5398293" y="-1788318"/>
            <a:ext cx="17435514" cy="2320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3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4" name="Google Shape;84;p27"/>
          <p:cNvSpPr txBox="1">
            <a:spLocks noGrp="1"/>
          </p:cNvSpPr>
          <p:nvPr>
            <p:ph type="dt" idx="10"/>
          </p:nvPr>
        </p:nvSpPr>
        <p:spPr>
          <a:xfrm>
            <a:off x="25146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27"/>
          <p:cNvSpPr txBox="1">
            <a:spLocks noGrp="1"/>
          </p:cNvSpPr>
          <p:nvPr>
            <p:ph type="ftr" idx="11"/>
          </p:nvPr>
        </p:nvSpPr>
        <p:spPr>
          <a:xfrm>
            <a:off x="12115800" y="19069052"/>
            <a:ext cx="123444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6" name="Google Shape;86;p27"/>
          <p:cNvSpPr txBox="1">
            <a:spLocks noGrp="1"/>
          </p:cNvSpPr>
          <p:nvPr>
            <p:ph type="sldNum" idx="12"/>
          </p:nvPr>
        </p:nvSpPr>
        <p:spPr>
          <a:xfrm>
            <a:off x="258318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14:warp dir="in"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3">
            <a:alphaModFix/>
          </a:blip>
          <a:stretch>
            <a:fillRect/>
          </a:stretch>
        </a:blip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6"/>
          <p:cNvSpPr txBox="1">
            <a:spLocks noGrp="1"/>
          </p:cNvSpPr>
          <p:nvPr>
            <p:ph type="title"/>
          </p:nvPr>
        </p:nvSpPr>
        <p:spPr>
          <a:xfrm>
            <a:off x="2514600" y="1095377"/>
            <a:ext cx="31546800" cy="39766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200"/>
              <a:buFont typeface="Play"/>
              <a:buNone/>
              <a:defRPr sz="13200" b="0" i="0" u="none" strike="noStrike" cap="non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16"/>
          <p:cNvSpPr txBox="1">
            <a:spLocks noGrp="1"/>
          </p:cNvSpPr>
          <p:nvPr>
            <p:ph type="body" idx="1"/>
          </p:nvPr>
        </p:nvSpPr>
        <p:spPr>
          <a:xfrm>
            <a:off x="2514600" y="5476875"/>
            <a:ext cx="31546800" cy="13054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762000" algn="l" rtl="0">
              <a:lnSpc>
                <a:spcPct val="90000"/>
              </a:lnSpc>
              <a:spcBef>
                <a:spcPts val="3000"/>
              </a:spcBef>
              <a:spcAft>
                <a:spcPts val="0"/>
              </a:spcAft>
              <a:buClr>
                <a:schemeClr val="dk1"/>
              </a:buClr>
              <a:buSzPts val="8400"/>
              <a:buFont typeface="Arial"/>
              <a:buChar char="•"/>
              <a:defRPr sz="8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685800" algn="l" rtl="0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7200"/>
              <a:buFont typeface="Arial"/>
              <a:buChar char="•"/>
              <a:defRPr sz="7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609600" algn="l" rtl="0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Char char="•"/>
              <a:defRPr sz="6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571500" algn="l" rtl="0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5400"/>
              <a:buFont typeface="Arial"/>
              <a:buChar char="•"/>
              <a:defRPr sz="5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571500" algn="l" rtl="0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5400"/>
              <a:buFont typeface="Arial"/>
              <a:buChar char="•"/>
              <a:defRPr sz="5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571500" algn="l" rtl="0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5400"/>
              <a:buFont typeface="Arial"/>
              <a:buChar char="•"/>
              <a:defRPr sz="5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571500" algn="l" rtl="0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5400"/>
              <a:buFont typeface="Arial"/>
              <a:buChar char="•"/>
              <a:defRPr sz="5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571500" algn="l" rtl="0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5400"/>
              <a:buFont typeface="Arial"/>
              <a:buChar char="•"/>
              <a:defRPr sz="5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571500" algn="l" rtl="0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5400"/>
              <a:buFont typeface="Arial"/>
              <a:buChar char="•"/>
              <a:defRPr sz="5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16"/>
          <p:cNvSpPr txBox="1">
            <a:spLocks noGrp="1"/>
          </p:cNvSpPr>
          <p:nvPr>
            <p:ph type="dt" idx="10"/>
          </p:nvPr>
        </p:nvSpPr>
        <p:spPr>
          <a:xfrm>
            <a:off x="25146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" name="Google Shape;13;p16"/>
          <p:cNvSpPr txBox="1">
            <a:spLocks noGrp="1"/>
          </p:cNvSpPr>
          <p:nvPr>
            <p:ph type="ftr" idx="11"/>
          </p:nvPr>
        </p:nvSpPr>
        <p:spPr>
          <a:xfrm>
            <a:off x="12115800" y="19069052"/>
            <a:ext cx="123444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4" name="Google Shape;14;p16"/>
          <p:cNvSpPr txBox="1">
            <a:spLocks noGrp="1"/>
          </p:cNvSpPr>
          <p:nvPr>
            <p:ph type="sldNum" idx="12"/>
          </p:nvPr>
        </p:nvSpPr>
        <p:spPr>
          <a:xfrm>
            <a:off x="258318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  <p:grpSp>
        <p:nvGrpSpPr>
          <p:cNvPr id="15" name="Google Shape;15;p16"/>
          <p:cNvGrpSpPr/>
          <p:nvPr/>
        </p:nvGrpSpPr>
        <p:grpSpPr>
          <a:xfrm>
            <a:off x="33712347" y="-2"/>
            <a:ext cx="2057358" cy="2669535"/>
            <a:chOff x="11306724" y="96065"/>
            <a:chExt cx="685786" cy="889845"/>
          </a:xfrm>
        </p:grpSpPr>
        <p:sp>
          <p:nvSpPr>
            <p:cNvPr id="16" name="Google Shape;16;p16"/>
            <p:cNvSpPr/>
            <p:nvPr/>
          </p:nvSpPr>
          <p:spPr>
            <a:xfrm rot="10800000" flipH="1">
              <a:off x="11306724" y="96065"/>
              <a:ext cx="685786" cy="889845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lt1"/>
            </a:solidFill>
            <a:ln>
              <a:noFill/>
            </a:ln>
            <a:effectLst>
              <a:outerShdw blurRad="50800" dist="38100" dir="5400000" algn="t" rotWithShape="0">
                <a:srgbClr val="000000">
                  <a:alpha val="69411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200"/>
                <a:buFont typeface="Arial"/>
                <a:buNone/>
              </a:pPr>
              <a:endParaRPr sz="162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7" name="Google Shape;17;p16"/>
            <p:cNvPicPr preferRelativeResize="0"/>
            <p:nvPr/>
          </p:nvPicPr>
          <p:blipFill rotWithShape="1">
            <a:blip r:embed="rId14">
              <a:alphaModFix/>
            </a:blip>
            <a:srcRect l="8081" t="7836" r="10621" b="9836"/>
            <a:stretch/>
          </p:blipFill>
          <p:spPr>
            <a:xfrm>
              <a:off x="11373763" y="365125"/>
              <a:ext cx="551707" cy="546550"/>
            </a:xfrm>
            <a:prstGeom prst="ellipse">
              <a:avLst/>
            </a:prstGeom>
            <a:noFill/>
            <a:ln>
              <a:noFill/>
            </a:ln>
          </p:spPr>
        </p:pic>
      </p:grp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slow" p14:dur="900">
        <p14:warp dir="in"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4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1. Match List-I with List-II.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Choose the correct answer from the options given below: [02 April, 2025 (Shift-II)]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11663909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(A)-(III), (B)-(I), (C)-(II), (D)-(IV)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11373120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11571625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3490460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5607800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7725140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3721051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(A)-(IV), (B)-(III), (C)-(II), (D)-(I)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5788366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(A)-(III), (B)-(IV), (C)-(I), (D)-(II)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792364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(A)-(II), (B)-(III), (C)-(I), (D)-(IV)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aphicFrame>
        <p:nvGraphicFramePr>
          <p:cNvPr id="20" name="ContentTable"/>
          <p:cNvGraphicFramePr>
            <a:graphicFrameLocks noGrp="1"/>
          </p:cNvGraphicFramePr>
          <p:nvPr/>
        </p:nvGraphicFramePr>
        <p:xfrm>
          <a:off x="1104806" y="5477029"/>
          <a:ext cx="34747200" cy="4576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0"/>
                <a:gridCol w="17373600"/>
              </a:tblGrid>
              <a:tr h="915219"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A. Heat capacity of body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J k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g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J kg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B. Specific heat capacity of body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J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K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JK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C. Latent heat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J k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g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K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J kg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K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D. Thermal conductivity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IV.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J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K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s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Jm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K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s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ransition spd="slow">
    <p:push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2. Match List-I with List-II. [29 Jan, 2025 (Shift-II)]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Choose the correct answer from the options given below: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11663909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(A)-(III), (B)-(II), (C)-(I), (D)-(IV)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11373120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11571625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3490460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5607800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7725140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3721051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(A)-(I), (B)-(II), (C)-(III), (D)-(IV)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5788366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(A)-(III), (B)-(IV), (C)-(I), (D)-(II)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792364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(A)-(III), (B)-(IV), (C)-(II), (D)-(I)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aphicFrame>
        <p:nvGraphicFramePr>
          <p:cNvPr id="20" name="ContentTable"/>
          <p:cNvGraphicFramePr>
            <a:graphicFrameLocks noGrp="1"/>
          </p:cNvGraphicFramePr>
          <p:nvPr/>
        </p:nvGraphicFramePr>
        <p:xfrm>
          <a:off x="1104806" y="5477029"/>
          <a:ext cx="34747200" cy="4576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0"/>
                <a:gridCol w="17373600"/>
              </a:tblGrid>
              <a:tr h="915219"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A. Magnetic induction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I. Ampere mete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r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r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B. Magnetic intensity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II. Weber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C. Magnetic flux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III. Gauss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D. Magnetic moment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IV. Ampere meter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ransition spd="slow">
    <p:push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3. Electric field in a certain region is given by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acc>
                      <m:accPr>
                        <m:chr m:val="⃗"/>
                      </m:accPr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E</m:t>
                        </m:r>
                      </m:e>
                    </m:acc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= </m:t>
                    </m:r>
                    <m:d>
                      <m:dPr>
                        <m:ctrlPr/>
                      </m:dPr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 </m:t>
                        </m:r>
                        <m:f>
                          <m:fPr/>
                          <m:num>
                            <m:r>
                              <a:rPr lang="en-IN" sz="6000" b="1" dirty="0">
                                <a:solidFill>
                                  <a:schemeClr val="lt1"/>
                                </a:solidFill>
                                <a:latin typeface="Cambria Math"/>
                                <a:ea typeface="Cambria Math"/>
                                <a:sym typeface="Cambria Math"/>
                              </a:rPr>
                              <m:t xml:space="preserve">A</m:t>
                            </m:r>
                          </m:num>
                          <m:den>
                            <m:sSup>
                              <m:sSupPr/>
                              <m:e>
                                <m:r>
                                  <a:rPr lang="en-IN" sz="6000" b="1" dirty="0">
                                    <a:solidFill>
                                      <a:schemeClr val="lt1"/>
                                    </a:solidFill>
                                    <a:latin typeface="Cambria Math"/>
                                    <a:ea typeface="Cambria Math"/>
                                    <a:sym typeface="Cambria Math"/>
                                  </a:rPr>
                                  <m:t xml:space="preserve">x</m:t>
                                </m:r>
                              </m:e>
                              <m:sup>
                                <m:r>
                                  <a:rPr lang="en-IN" sz="6000" b="1" dirty="0">
                                    <a:solidFill>
                                      <a:schemeClr val="lt1"/>
                                    </a:solidFill>
                                    <a:latin typeface="Cambria Math"/>
                                    <a:ea typeface="Cambria Math"/>
                                    <a:sym typeface="Cambria Math"/>
                                  </a:rPr>
                                  <m:t xml:space="preserve">2</m:t>
                                </m:r>
                              </m:sup>
                            </m:sSup>
                          </m:den>
                        </m:f>
                        <m:acc>
                          <m:accPr>
                            <m:chr m:val="̂"/>
                          </m:accPr>
                          <m:e>
                            <m:r>
                              <a:rPr lang="en-IN" sz="6000" b="1" dirty="0">
                                <a:solidFill>
                                  <a:schemeClr val="lt1"/>
                                </a:solidFill>
                                <a:latin typeface="Cambria Math"/>
                                <a:ea typeface="Cambria Math"/>
                                <a:sym typeface="Cambria Math"/>
                              </a:rPr>
                              <m:t xml:space="preserve">i</m:t>
                            </m:r>
                          </m:e>
                        </m:acc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 + </m:t>
                        </m:r>
                        <m:f>
                          <m:fPr/>
                          <m:num>
                            <m:r>
                              <a:rPr lang="en-IN" sz="6000" b="1" dirty="0">
                                <a:solidFill>
                                  <a:schemeClr val="lt1"/>
                                </a:solidFill>
                                <a:latin typeface="Cambria Math"/>
                                <a:ea typeface="Cambria Math"/>
                                <a:sym typeface="Cambria Math"/>
                              </a:rPr>
                              <m:t xml:space="preserve">B</m:t>
                            </m:r>
                          </m:num>
                          <m:den>
                            <m:sSup>
                              <m:sSupPr/>
                              <m:e>
                                <m:r>
                                  <a:rPr lang="en-IN" sz="6000" b="1" dirty="0">
                                    <a:solidFill>
                                      <a:schemeClr val="lt1"/>
                                    </a:solidFill>
                                    <a:latin typeface="Cambria Math"/>
                                    <a:ea typeface="Cambria Math"/>
                                    <a:sym typeface="Cambria Math"/>
                                  </a:rPr>
                                  <m:t xml:space="preserve">y</m:t>
                                </m:r>
                              </m:e>
                              <m:sup>
                                <m:r>
                                  <a:rPr lang="en-IN" sz="6000" b="1" dirty="0">
                                    <a:solidFill>
                                      <a:schemeClr val="lt1"/>
                                    </a:solidFill>
                                    <a:latin typeface="Cambria Math"/>
                                    <a:ea typeface="Cambria Math"/>
                                    <a:sym typeface="Cambria Math"/>
                                  </a:rPr>
                                  <m:t xml:space="preserve">3</m:t>
                                </m:r>
                              </m:sup>
                            </m:sSup>
                          </m:den>
                        </m:f>
                        <m:acc>
                          <m:accPr>
                            <m:chr m:val="̂"/>
                          </m:accPr>
                          <m:e>
                            <m:r>
                              <a:rPr lang="en-IN" sz="6000" b="1" dirty="0">
                                <a:solidFill>
                                  <a:schemeClr val="lt1"/>
                                </a:solidFill>
                                <a:latin typeface="Cambria Math"/>
                                <a:ea typeface="Cambria Math"/>
                                <a:sym typeface="Cambria Math"/>
                              </a:rPr>
                              <m:t xml:space="preserve">j</m:t>
                            </m:r>
                          </m:e>
                        </m:acc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 </m:t>
                        </m:r>
                      </m:e>
                    </m:d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E⃗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= ( A/(x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)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î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+ B/(y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3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)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ĵ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)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. The SI unit of A and B are: [30 Jan, 2023 (Shift-I)]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65678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N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3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C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; N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C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Nm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3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C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; Nm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C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62770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64755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83943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05117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26290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86249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N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C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; N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3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C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Nm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C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; Nm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3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C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06922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N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3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C; N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C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Nm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3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C; Nm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C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28275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N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C; N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3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C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Nm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C; Nm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3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C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4. Match List-I with List-II. [27 Aug, 2021 (Shift-II)]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Choose the correct answer from the options given below: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11663909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A-II, B-III, C-IV, D-I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11373120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11571625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3490460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5607800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7725140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3721051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A-III, B-II, C-I, D-IV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5788366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A-III, B-II, C-IV, D-I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792364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A-IV, B-II, C-I, D-III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aphicFrame>
        <p:nvGraphicFramePr>
          <p:cNvPr id="20" name="ContentTable"/>
          <p:cNvGraphicFramePr>
            <a:graphicFrameLocks noGrp="1"/>
          </p:cNvGraphicFramePr>
          <p:nvPr/>
        </p:nvGraphicFramePr>
        <p:xfrm>
          <a:off x="1104806" y="5477029"/>
          <a:ext cx="34747200" cy="4576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0"/>
                <a:gridCol w="17373600"/>
              </a:tblGrid>
              <a:tr h="915219"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A.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b>
                                <m:sSub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R</m:t>
                                  </m:r>
                                </m:e>
                                <m:sub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H</m:t>
                                  </m:r>
                                </m:sub>
                              </m:sSub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R</a:t>
                          </a:r>
                          <a:r>
                            <a:rPr kumimoji="0" lang="en-IN" sz="2880" b="0" i="0" u="none" strike="noStrike" kern="0" cap="none" spc="0" normalizeH="0" baseline="-25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H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 (Rydberg constant)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kg 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s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kg  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s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B. h (Planck's constant)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kg 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s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kg  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s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C.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b>
                                <m:sSub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μ</m:t>
                                  </m:r>
                                </m:e>
                                <m:sub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B</m:t>
                                  </m:r>
                                </m:sub>
                              </m:sSub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μ</a:t>
                          </a:r>
                          <a:r>
                            <a:rPr kumimoji="0" lang="en-IN" sz="2880" b="0" i="0" u="none" strike="noStrike" kern="0" cap="none" spc="0" normalizeH="0" baseline="-25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B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 (Magnetic field energy density)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D.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η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η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(coefficient of viscosity)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IV.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kg 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s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kg  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s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ransition spd="slow">
    <p:push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02231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23405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44578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4389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 rtlCol="0">
            <a:norm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5. If E and H represents the intensity of electric field and magnetising field respectively, then the unit of E/H will be: [27 Aug, 2021 (Shift-I)]</a:t>
            </a:r>
          </a:p>
        </p:txBody>
      </p:sp>
      <p:sp>
        <p:nvSpPr>
          <p:cNvPr id="6" name="Google Shape;133;p29"/>
          <p:cNvSpPr/>
          <p:nvPr/>
        </p:nvSpPr>
        <p:spPr>
          <a:xfrm>
            <a:off x="1039499" y="81058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83043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83966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 rtlCol="0">
            <a:norm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Joule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04537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 rtlCol="0">
            <a:norm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Newton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25210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 rtlCol="0">
            <a:norm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Ohm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46563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 rtlCol="0">
            <a:norm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Mho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3474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6. The density of a material in SI units is 128 kg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-3</m:t>
                        </m:r>
                      </m:sup>
                    </m:sSup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-3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. In certain units in which the unit of length is 25 cm and the unit of mass 50 g, the numerical value of density of the material is [10 Jan, 2019 (Shift-I)]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74822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40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71914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73899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93087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14261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35434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95393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16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16066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640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37419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410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3474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7. The dimension of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rad>
                      <m:radPr>
                        <m:degHide m:val="1"/>
                      </m:radPr>
                      <m:deg/>
                      <m:e>
                        <m:f>
                          <m:fPr/>
                          <m:num>
                            <m:sSub>
                              <m:sSubPr/>
                              <m:e>
                                <m:r>
                                  <a:rPr lang="en-IN" sz="6000" b="1" dirty="0">
                                    <a:solidFill>
                                      <a:schemeClr val="lt1"/>
                                    </a:solidFill>
                                    <a:latin typeface="Cambria Math"/>
                                    <a:ea typeface="Cambria Math"/>
                                    <a:sym typeface="Cambria Math"/>
                                  </a:rPr>
                                  <m:t xml:space="preserve">μ</m:t>
                                </m:r>
                              </m:e>
                              <m:sub>
                                <m:r>
                                  <a:rPr lang="en-IN" sz="6000" b="1" dirty="0">
                                    <a:solidFill>
                                      <a:schemeClr val="lt1"/>
                                    </a:solidFill>
                                    <a:latin typeface="Cambria Math"/>
                                    <a:ea typeface="Cambria Math"/>
                                    <a:sym typeface="Cambria Math"/>
                                  </a:rPr>
                                  <m:t xml:space="preserve">0</m:t>
                                </m:r>
                              </m:sub>
                            </m:sSub>
                          </m:num>
                          <m:den>
                            <m:sSub>
                              <m:sSubPr/>
                              <m:e>
                                <m:r>
                                  <a:rPr lang="en-IN" sz="6000" b="1" dirty="0">
                                    <a:solidFill>
                                      <a:schemeClr val="lt1"/>
                                    </a:solidFill>
                                    <a:latin typeface="Cambria Math"/>
                                    <a:ea typeface="Cambria Math"/>
                                    <a:sym typeface="Cambria Math"/>
                                  </a:rPr>
                                  <m:t xml:space="preserve">ε</m:t>
                                </m:r>
                              </m:e>
                              <m:sub>
                                <m:r>
                                  <a:rPr lang="en-IN" sz="6000" b="1" dirty="0">
                                    <a:solidFill>
                                      <a:schemeClr val="lt1"/>
                                    </a:solidFill>
                                    <a:latin typeface="Cambria Math"/>
                                    <a:ea typeface="Cambria Math"/>
                                    <a:sym typeface="Cambria Math"/>
                                  </a:rPr>
                                  <m:t xml:space="preserve">0</m:t>
                                </m:r>
                              </m:sub>
                            </m:sSub>
                          </m:den>
                        </m:f>
                      </m:e>
                    </m:rad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√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(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μ</a:t>
                </a:r>
                <a:r>
                  <a:rPr baseline="-25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/(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ε</a:t>
                </a:r>
                <a:r>
                  <a:rPr baseline="-25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))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 is equal to that of: (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b>
                      <m:sSub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μ</m:t>
                        </m:r>
                      </m:e>
                      <m:sub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b>
                    </m:sSub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μ</a:t>
                </a:r>
                <a:r>
                  <a:rPr baseline="-25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 = Vacuum permeability and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b>
                      <m:sSub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ε</m:t>
                        </m:r>
                      </m:e>
                      <m:sub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b>
                    </m:sSub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ε</a:t>
                </a:r>
                <a:r>
                  <a:rPr baseline="-25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 = Vacuum permittivity) [07 April, 2025 (Shift-II)]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74822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Voltage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71914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73899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93087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14261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35434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95393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Capacitance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16066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Inductance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37419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Resistance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8. Match List-I with List-II. [07 April, 2025 (Shift-II)]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Choose the correct answer from the options given below :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11663909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(A)-(IV), (B)-(II), (C)-(III), (D)-(I)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11373120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11571625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3490460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5607800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7725140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3721051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(A)-(I), (B)-(III), (C)-(IV), (D)-(II)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5788366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(A)-(IV), (B)-(II), (C)-(I), (D)-(III)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792364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(A)-(II), (B)-(III), (C)-(IV), (D)-(I)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aphicFrame>
        <p:nvGraphicFramePr>
          <p:cNvPr id="20" name="ContentTable"/>
          <p:cNvGraphicFramePr>
            <a:graphicFrameLocks noGrp="1"/>
          </p:cNvGraphicFramePr>
          <p:nvPr/>
        </p:nvGraphicFramePr>
        <p:xfrm>
          <a:off x="1104806" y="5477029"/>
          <a:ext cx="34747200" cy="4576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0"/>
                <a:gridCol w="17373600"/>
              </a:tblGrid>
              <a:tr h="915219"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(A) Mass density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(I)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-3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-3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(B) Impulse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(II)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[ML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[MLT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(C) Power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(III)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0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0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(D) Moment of inertia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(IV)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-3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0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-3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0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ransition spd="slow">
    <p:push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9. Match the LIST-I with LIST-II [03 April, 2025 (Shift-II)]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Choose the correct answer from the options given below: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11663909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A-III, B-IV, C-I, D-II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11373120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11571625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3490460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5607800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7725140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3721051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A-III, B-III, C-IV, D-I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5788366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A-III, B-II, C-I, D-IV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792364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A-III, B-IV, C-II, D-I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aphicFrame>
        <p:nvGraphicFramePr>
          <p:cNvPr id="20" name="ContentTable"/>
          <p:cNvGraphicFramePr>
            <a:graphicFrameLocks noGrp="1"/>
          </p:cNvGraphicFramePr>
          <p:nvPr/>
        </p:nvGraphicFramePr>
        <p:xfrm>
          <a:off x="1104806" y="5477029"/>
          <a:ext cx="34747200" cy="4576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0"/>
                <a:gridCol w="17373600"/>
              </a:tblGrid>
              <a:tr h="915219"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A. Boltzmann constant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B. Coefficient of viscosity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ML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-3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K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MLT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-3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K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C. Planck's constant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K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K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D. Thermal conductivity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IV.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ransition spd="slow">
    <p:push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10. Given a charge q, current I and permeability of vacuum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b>
                      <m:sSub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μ</m:t>
                        </m:r>
                      </m:e>
                      <m:sub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b>
                    </m:sSub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μ</a:t>
                </a:r>
                <a:r>
                  <a:rPr baseline="-25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. Which of the following quantity has the dimension of momentum? [02 April, 2025 (Shift-II)]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65678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qI/</m:t>
                    </m:r>
                    <m:sSub>
                      <m:sSub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μ</m:t>
                        </m:r>
                      </m:e>
                      <m:sub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b>
                    </m:sSub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qI/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μ</a:t>
                </a:r>
                <a:r>
                  <a:rPr baseline="-25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62770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64755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83943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05117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26290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86249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q</m:t>
                    </m:r>
                    <m:sSub>
                      <m:sSub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μ</m:t>
                        </m:r>
                      </m:e>
                      <m:sub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b>
                    </m:sSub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I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q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μ</a:t>
                </a:r>
                <a:r>
                  <a:rPr baseline="-25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I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06922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q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b>
                      <m:sSub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μ</m:t>
                        </m:r>
                      </m:e>
                      <m:sub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b>
                    </m:sSub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I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q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μ</a:t>
                </a:r>
                <a:r>
                  <a:rPr baseline="-25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I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28275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q</m:t>
                    </m:r>
                    <m:sSub>
                      <m:sSub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μ</m:t>
                        </m:r>
                      </m:e>
                      <m:sub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b>
                    </m:sSub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/I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q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μ</a:t>
                </a:r>
                <a:r>
                  <a:rPr baseline="-25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/I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3474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11. If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b>
                      <m:sSub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μ</m:t>
                        </m:r>
                      </m:e>
                      <m:sub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b>
                    </m:sSub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μ</a:t>
                </a:r>
                <a:r>
                  <a:rPr baseline="-25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 and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b>
                      <m:sSub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ε</m:t>
                        </m:r>
                      </m:e>
                      <m:sub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b>
                    </m:sSub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ε</a:t>
                </a:r>
                <a:r>
                  <a:rPr baseline="-25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 are the permeability and permittivity of free space, respectively, then the dimension of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d>
                      <m:dPr>
                        <m:ctrlPr/>
                      </m:dPr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 </m:t>
                        </m:r>
                        <m:f>
                          <m:fPr/>
                          <m:num>
                            <m:r>
                              <a:rPr lang="en-IN" sz="6000" b="1" dirty="0">
                                <a:solidFill>
                                  <a:schemeClr val="lt1"/>
                                </a:solidFill>
                                <a:latin typeface="Cambria Math"/>
                                <a:ea typeface="Cambria Math"/>
                                <a:sym typeface="Cambria Math"/>
                              </a:rPr>
                              <m:t xml:space="preserve">1</m:t>
                            </m:r>
                          </m:num>
                          <m:den>
                            <m:sSub>
                              <m:sSubPr/>
                              <m:e>
                                <m:r>
                                  <a:rPr lang="en-IN" sz="6000" b="1" dirty="0">
                                    <a:solidFill>
                                      <a:schemeClr val="lt1"/>
                                    </a:solidFill>
                                    <a:latin typeface="Cambria Math"/>
                                    <a:ea typeface="Cambria Math"/>
                                    <a:sym typeface="Cambria Math"/>
                                  </a:rPr>
                                  <m:t xml:space="preserve">μ</m:t>
                                </m:r>
                              </m:e>
                              <m:sub>
                                <m:r>
                                  <a:rPr lang="en-IN" sz="6000" b="1" dirty="0">
                                    <a:solidFill>
                                      <a:schemeClr val="lt1"/>
                                    </a:solidFill>
                                    <a:latin typeface="Cambria Math"/>
                                    <a:ea typeface="Cambria Math"/>
                                    <a:sym typeface="Cambria Math"/>
                                  </a:rPr>
                                  <m:t xml:space="preserve">0</m:t>
                                </m:r>
                              </m:sub>
                            </m:sSub>
                            <m:r>
                              <a:rPr lang="en-IN" sz="6000" b="1" dirty="0">
                                <a:solidFill>
                                  <a:schemeClr val="lt1"/>
                                </a:solidFill>
                                <a:latin typeface="Cambria Math"/>
                                <a:ea typeface="Cambria Math"/>
                                <a:sym typeface="Cambria Math"/>
                              </a:rPr>
                              <m:t xml:space="preserve"> </m:t>
                            </m:r>
                            <m:sSub>
                              <m:sSubPr/>
                              <m:e>
                                <m:r>
                                  <a:rPr lang="en-IN" sz="6000" b="1" dirty="0">
                                    <a:solidFill>
                                      <a:schemeClr val="lt1"/>
                                    </a:solidFill>
                                    <a:latin typeface="Cambria Math"/>
                                    <a:ea typeface="Cambria Math"/>
                                    <a:sym typeface="Cambria Math"/>
                                  </a:rPr>
                                  <m:t xml:space="preserve">ε</m:t>
                                </m:r>
                              </m:e>
                              <m:sub>
                                <m:r>
                                  <a:rPr lang="en-IN" sz="6000" b="1" dirty="0">
                                    <a:solidFill>
                                      <a:schemeClr val="lt1"/>
                                    </a:solidFill>
                                    <a:latin typeface="Cambria Math"/>
                                    <a:ea typeface="Cambria Math"/>
                                    <a:sym typeface="Cambria Math"/>
                                  </a:rPr>
                                  <m:t xml:space="preserve">0</m:t>
                                </m:r>
                              </m:sub>
                            </m:sSub>
                          </m:den>
                        </m:f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 </m:t>
                        </m:r>
                      </m:e>
                    </m:d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( 1/(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μ</a:t>
                </a:r>
                <a:r>
                  <a:rPr baseline="-25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ε</a:t>
                </a:r>
                <a:r>
                  <a:rPr baseline="-25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) )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 is : [02 April, 2025 (Shift-II)]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74822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L/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L/T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71914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73899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93087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14261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35434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95393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/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/T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16066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/L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/L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37419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/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/L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12. If B is magnetic field and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b>
                      <m:sSub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μ</m:t>
                        </m:r>
                      </m:e>
                      <m:sub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b>
                    </m:sSub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μ</a:t>
                </a:r>
                <a:r>
                  <a:rPr baseline="-25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 is permeability of free space, then the dimensions of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(B/</m:t>
                    </m:r>
                    <m:sSub>
                      <m:sSub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μ</m:t>
                        </m:r>
                      </m:e>
                      <m:sub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b>
                    </m:sSub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)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(B/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μ</a:t>
                </a:r>
                <a:r>
                  <a:rPr baseline="-25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)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 is: [22 Jan, 2025 (Shift-I)]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65678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M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A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ML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A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62770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64755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83943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05117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26290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86249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M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A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MT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A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06922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L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A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A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28275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A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A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13. Which one of the following is the correct dimensional formula for the capacitance in F? M, L, T and C stand for unit of mass, length, time and charge: [22 Jan, 2025 (Shift-II)]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65678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[F] = [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C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[F] = [C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62770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64755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83943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05117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26290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86249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[F] = [C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[F] = [CM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06922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[F] = [C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[F] = [CM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28275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[F] = [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C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[F] = [C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3474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14. The position of a particle moving on x-axis is given by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x(t) = A </m:t>
                    </m:r>
                    <m:func>
                      <m:funcPr/>
                      <m:fName>
                        <m:r>
                          <m:rPr>
                            <m:sty m:val="p"/>
                          </m:rP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sin</m:t>
                        </m:r>
                      </m:fName>
                      <m:e/>
                    </m:func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t + B </m:t>
                    </m:r>
                    <m:sSup>
                      <m:sSupPr/>
                      <m:e>
                        <m:func>
                          <m:funcPr/>
                          <m:fName>
                            <m:r>
                              <m:rPr>
                                <m:sty m:val="p"/>
                              </m:rPr>
                              <a:rPr lang="en-IN" sz="6000" b="1" dirty="0">
                                <a:solidFill>
                                  <a:schemeClr val="lt1"/>
                                </a:solidFill>
                                <a:latin typeface="Cambria Math"/>
                                <a:ea typeface="Cambria Math"/>
                                <a:sym typeface="Cambria Math"/>
                              </a:rPr>
                              <m:t xml:space="preserve">cos</m:t>
                            </m:r>
                          </m:fName>
                          <m:e/>
                        </m:func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t + C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+ D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x(t) = A sin t + B cos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 + Ct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+ D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, where t is time. The dimension of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f>
                      <m:fPr/>
                      <m:num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ABC</m:t>
                        </m:r>
                      </m:num>
                      <m:den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D</m:t>
                        </m:r>
                      </m:den>
                    </m:f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ABC/D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 is [23 Jan, 2025 (Shift-I)]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74822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3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3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71914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73899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93087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14261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35434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95393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16066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37419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L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15. Match List - I with List - II. [23 Jan, 2025 (Shift-II)]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Choose the correct answer from the options given below: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11663909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(A)-(IV), (B)-(III), (C)-(I), (D)-(II)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11373120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11571625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3490460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5607800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7725140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3721051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(A)-(III), (B)-(II), (C)-(IV), (D)-(I)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5788366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(A)-(II), (B)-(I), (C)-(III), (D)-(IV)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792364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(A)-(I), (B)-(IV), (C)-(II), (D)-(III)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aphicFrame>
        <p:nvGraphicFramePr>
          <p:cNvPr id="20" name="ContentTable"/>
          <p:cNvGraphicFramePr>
            <a:graphicFrameLocks noGrp="1"/>
          </p:cNvGraphicFramePr>
          <p:nvPr/>
        </p:nvGraphicFramePr>
        <p:xfrm>
          <a:off x="1104806" y="5477029"/>
          <a:ext cx="34747200" cy="4576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0"/>
                <a:gridCol w="17373600"/>
              </a:tblGrid>
              <a:tr h="915219"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 - 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 - II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(A) Permeability of free space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(I)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(B) Magnetic field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(II)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A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A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(C) Magnetic moment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(III)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[ML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A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[MLT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A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(D) Torsional constant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(IV)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A]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A]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ransition spd="slow">
    <p:push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3474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16. The energy E and momentum p of a moving body of mass m are related by some equation. Given that c represents the speed of light, identify the correct equation [24 Jan, 2025 (Shift-II)]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74822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E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= p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c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+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c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4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E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= pc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+ 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c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4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71914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73899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93087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14261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35434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95393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E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= p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c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+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c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E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= pc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+ 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c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16066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E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=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p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c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+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c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4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E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= p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c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+ 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c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4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37419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E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=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p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c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+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c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E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= p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c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+ 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c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">
          <a:extLst>
            <a:ext uri="{FF2B5EF4-FFF2-40B4-BE49-F238E27FC236}">
              <a16:creationId xmlns:a16="http://schemas.microsoft.com/office/drawing/2014/main" id="{DEBAFB25-DD5B-F566-A866-26C1351F65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>
            <a:extLst>
              <a:ext uri="{FF2B5EF4-FFF2-40B4-BE49-F238E27FC236}">
                <a16:creationId xmlns:a16="http://schemas.microsoft.com/office/drawing/2014/main" id="{85CA81A3-3D37-1665-DB9A-D7056E0817FB}"/>
              </a:ext>
            </a:extLst>
          </p:cNvPr>
          <p:cNvSpPr txBox="1"/>
          <p:nvPr/>
        </p:nvSpPr>
        <p:spPr>
          <a:xfrm>
            <a:off x="1104806" y="2396709"/>
            <a:ext cx="34747200" cy="3474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17. In a measurement, it is asked to find modulus of elasticity per unit torque applied on the system. The measured quantity has dimension of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a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b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c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a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b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c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. If b = 3, the value of c is ______. [28 Jan, 2025 (Shift-I)]</a:t>
            </a:r>
          </a:p>
        </p:txBody>
      </p:sp>
      <p:sp>
        <p:nvSpPr>
          <p:cNvPr id="3" name="Google Shape;131;p29">
            <a:extLst>
              <a:ext uri="{FF2B5EF4-FFF2-40B4-BE49-F238E27FC236}">
                <a16:creationId xmlns:a16="http://schemas.microsoft.com/office/drawing/2014/main" id="{9946FC45-E036-803C-1844-E619C8A31E32}"/>
              </a:ext>
            </a:extLst>
          </p:cNvPr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" name="Google Shape;132;p29">
            <a:extLst>
              <a:ext uri="{FF2B5EF4-FFF2-40B4-BE49-F238E27FC236}">
                <a16:creationId xmlns:a16="http://schemas.microsoft.com/office/drawing/2014/main" id="{B860A868-BB48-C17E-EDC8-5065AECEE0FB}"/>
              </a:ext>
            </a:extLst>
          </p:cNvPr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  <p:extLst>
      <p:ext uri="{BB962C8B-B14F-4D97-AF65-F5344CB8AC3E}">
        <p14:creationId xmlns:p14="http://schemas.microsoft.com/office/powerpoint/2010/main" val="315063256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14:warp dir="in"/>
      </p:transition>
    </mc:Choice>
    <mc:Fallback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18. Match List-I with List-II. [28 Jan, 2025 (Shift-II)]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Choose the correct answer from the options given below :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11663909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(A)-(III), (B)-(I), (C)-(II), (D)-(IV)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11373120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11571625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3490460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5607800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7725140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3721051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(A)-(II), (B)-(I), (C)-(IV), (D)-(III)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5788366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(A)-(III), (B)-(I), (C)-(IV), (D)-(II)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792364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(A)-(I), (B)-(III), (C)-(IV), (D)-(II)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aphicFrame>
        <p:nvGraphicFramePr>
          <p:cNvPr id="20" name="ContentTable"/>
          <p:cNvGraphicFramePr>
            <a:graphicFrameLocks noGrp="1"/>
          </p:cNvGraphicFramePr>
          <p:nvPr/>
        </p:nvGraphicFramePr>
        <p:xfrm>
          <a:off x="1104806" y="5477029"/>
          <a:ext cx="34747200" cy="4576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0"/>
                <a:gridCol w="17373600"/>
              </a:tblGrid>
              <a:tr h="915219"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A. Angular Impulse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0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0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B. Latent Heat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-3</m:t>
                                  </m:r>
                                </m:sup>
                              </m:sSup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A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-3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A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C. Electrical resistivity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D. Electromotive force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IV.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3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-3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A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3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-3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A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ransition spd="slow">
    <p:push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1645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19. The pair of physical quantities not having same dimensions is: [29 Jan, 2025 (Shift-I)]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56534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Pressure and Young's modulus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53626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55611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74799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95973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17146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77105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Surface tension and impulse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97778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Angular momentum and Planck's constant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19131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Torque and energy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20. The expression given below shows the variation of velocity (v) with time (t),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v = A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+ </m:t>
                    </m:r>
                    <m:f>
                      <m:fPr/>
                      <m:num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Bt</m:t>
                        </m:r>
                      </m:num>
                      <m:den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C+t</m:t>
                        </m:r>
                      </m:den>
                    </m:f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v = At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+ Bt/(C+t)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. The dimension of ABC is: [29 Jan, 2025 (Shift-I)]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65678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62770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64755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83943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05117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26290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86249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3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-3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3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-3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06922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-3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-3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28275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21. Match List-I with List-II. [29 Jan, 2025 (Shift-II)]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Choose the correct answer from the options given below: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11663909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(A)-(II), (B)-(IV), (C)-(I), (D)-(III)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11373120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11571625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3490460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5607800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7725140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3721051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(A)-(II), (B)-(I), (C)-(IV), (D)-(III)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5788366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(A)-(IV), (B)-(II), (C)-(III), (D)-(I)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792364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(A)-(I), (B)-(III), (C)-(II), (D)-(IV)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aphicFrame>
        <p:nvGraphicFramePr>
          <p:cNvPr id="20" name="ContentTable"/>
          <p:cNvGraphicFramePr>
            <a:graphicFrameLocks noGrp="1"/>
          </p:cNvGraphicFramePr>
          <p:nvPr/>
        </p:nvGraphicFramePr>
        <p:xfrm>
          <a:off x="1104806" y="5477029"/>
          <a:ext cx="34747200" cy="4576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0"/>
                <a:gridCol w="17373600"/>
              </a:tblGrid>
              <a:tr h="915219"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A. Young's Modulus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M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M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B. Torque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M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M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C. Coefficient of Viscosity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3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3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D. Gravitational Constant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IV.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M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M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ransition spd="slow">
    <p:push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1645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22. The dimensional formula of latent heat is: [09 April, 2024 (Shift-II)]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56534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L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53626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55611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74799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95973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17146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77105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[ML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[MLT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97778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19131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[M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23. If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b>
                      <m:sSub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ε</m:t>
                        </m:r>
                      </m:e>
                      <m:sub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b>
                    </m:sSub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ε</a:t>
                </a:r>
                <a:r>
                  <a:rPr baseline="-25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 is the permittivity of free space and E is the electric field, then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b>
                      <m:sSub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ε</m:t>
                        </m:r>
                      </m:e>
                      <m:sub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b>
                    </m:sSub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E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ε</a:t>
                </a:r>
                <a:r>
                  <a:rPr baseline="-25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E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 has the dimensions: [08 April, 2024 (Shift-II)]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65678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T A]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 A]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62770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64755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83943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05117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26290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86249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[M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06922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-3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4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A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-3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4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A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28275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[M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3474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24. Given below are two statements: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Statement (I): Dimensions of specific heat is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K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K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Statement (II): Dimensions of gas constant is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[M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K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K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 [06 April, 2024 (Shift-I)]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74822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Statement (I) is incorrect but statement (II) is correct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71914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73899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93087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14261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35434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95393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Both statement (I) and statement (II) are incorrect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16066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Statement (I) is correct but statement (II) is incorrect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37419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Both statement (I) and statement (II) are correct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25. Match List I with List II [06 April, 2024 (Shift-I)]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Choose the correct answer from the options given below: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11663909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A-I, B-III, C-II, D-IV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11373120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11571625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3490460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5607800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7725140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3721051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A-IV, B-III, C-II, D-I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5788366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A-III, B-I, C-II, D-IV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792364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A-IV, B-II, C-III, D-I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aphicFrame>
        <p:nvGraphicFramePr>
          <p:cNvPr id="20" name="ContentTable"/>
          <p:cNvGraphicFramePr>
            <a:graphicFrameLocks noGrp="1"/>
          </p:cNvGraphicFramePr>
          <p:nvPr/>
        </p:nvGraphicFramePr>
        <p:xfrm>
          <a:off x="1104806" y="5477029"/>
          <a:ext cx="34747200" cy="4576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0"/>
                <a:gridCol w="17373600"/>
              </a:tblGrid>
              <a:tr h="915219"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A. Torque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A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A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B. Magnetic field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A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A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C. Magnetic moment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A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A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D. Permeability of free space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IV.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ransition spd="slow">
    <p:push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3474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26. What is the dimensional formula of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a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b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ab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 in the equation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d>
                      <m:dPr>
                        <m:ctrlPr/>
                      </m:dPr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 P + </m:t>
                        </m:r>
                        <m:f>
                          <m:fPr/>
                          <m:num>
                            <m:r>
                              <a:rPr lang="en-IN" sz="6000" b="1" dirty="0">
                                <a:solidFill>
                                  <a:schemeClr val="lt1"/>
                                </a:solidFill>
                                <a:latin typeface="Cambria Math"/>
                                <a:ea typeface="Cambria Math"/>
                                <a:sym typeface="Cambria Math"/>
                              </a:rPr>
                              <m:t xml:space="preserve">a</m:t>
                            </m:r>
                          </m:num>
                          <m:den>
                            <m:sSup>
                              <m:sSupPr/>
                              <m:e>
                                <m:r>
                                  <a:rPr lang="en-IN" sz="6000" b="1" dirty="0">
                                    <a:solidFill>
                                      <a:schemeClr val="lt1"/>
                                    </a:solidFill>
                                    <a:latin typeface="Cambria Math"/>
                                    <a:ea typeface="Cambria Math"/>
                                    <a:sym typeface="Cambria Math"/>
                                  </a:rPr>
                                  <m:t xml:space="preserve">V</m:t>
                                </m:r>
                              </m:e>
                              <m:sup>
                                <m:r>
                                  <a:rPr lang="en-IN" sz="6000" b="1" dirty="0">
                                    <a:solidFill>
                                      <a:schemeClr val="lt1"/>
                                    </a:solidFill>
                                    <a:latin typeface="Cambria Math"/>
                                    <a:ea typeface="Cambria Math"/>
                                    <a:sym typeface="Cambria Math"/>
                                  </a:rPr>
                                  <m:t xml:space="preserve">2</m:t>
                                </m:r>
                              </m:sup>
                            </m:sSup>
                          </m:den>
                        </m:f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 </m:t>
                        </m:r>
                      </m:e>
                    </m:d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(V-b) = RT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( P + a/(V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) )(V-b) = RT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, where letters have their usual meaning. [05 April, 2024 (Shift-II)]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74822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3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3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71914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73899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93087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14261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35434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95393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[M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16066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5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3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5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3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37419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7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4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7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4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27. If G be the gravitational constant and u be the energy then which of the following quantity have the dimension as that the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rad>
                      <m:radPr>
                        <m:degHide m:val="1"/>
                      </m:radPr>
                      <m:deg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uG</m:t>
                        </m:r>
                      </m:e>
                    </m:rad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√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uG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 : [05 April, 2024 (Shift-II)]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65678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Pressure gradient per unit mass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62770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64755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83943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05117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26290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86249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Force per unit mass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06922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Gravitational potential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28275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Energy per unit mass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1645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28. The dimensional formula of angular impulse is: [1 Feb, 2024 (Shift-I)]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56534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[M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53626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55611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74799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95973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17146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77105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[M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97778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[M L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 L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19131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[M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4389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29. Given below are two statements: [27 Jan, 2024 (Shift-I)]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Statement-I: Planck's constant and angular momentum have same dimensions.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Statement-II: Linear momentum and moment of force have same dimensions.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In the light of the above statements, choose the correct answer from the options given below: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83966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Statement-I is true but Statement-II is false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81058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83043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02231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23405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44578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04537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Both Statement-I and Statement-II are false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25210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Both Statement-I and Statement-II are true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46563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Statement-I is false but Statement-II is true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30. Match List-I with List-II. [30 Jan, 2024 (Shift-I)]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Choose the correct answer from the options given below: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11663909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A-II, B-I, C-IV, D-III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11373120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11571625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3490460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5607800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7725140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3721051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A-I, B-II, C-III, D-IV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5788366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A-III, B-IV, C-II, D-I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792364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A-IV, B-III, C-II, D-I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aphicFrame>
        <p:nvGraphicFramePr>
          <p:cNvPr id="20" name="ContentTable"/>
          <p:cNvGraphicFramePr>
            <a:graphicFrameLocks noGrp="1"/>
          </p:cNvGraphicFramePr>
          <p:nvPr/>
        </p:nvGraphicFramePr>
        <p:xfrm>
          <a:off x="1104806" y="5477029"/>
          <a:ext cx="34747200" cy="4576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0"/>
                <a:gridCol w="17373600"/>
              </a:tblGrid>
              <a:tr h="915219"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A. Coefficient of viscosity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B. Surface Tension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C. Angular momentum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D. Rotational kinetic energy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IV.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0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0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ransition spd="slow">
    <p:push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31. Match List-I with List-II.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Choose the correct answer from the options given below: [25 Jan, 2023 (Shift-II)]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11663909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A-II, B-III, C-IV, D-I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11373120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11571625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3490460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5607800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7725140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3721051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A-III, B-I, C-II, D-IV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5788366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A-I, B-III, C-IV, D-II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792364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A-I, B-II, C-III, D-IV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aphicFrame>
        <p:nvGraphicFramePr>
          <p:cNvPr id="20" name="ContentTable"/>
          <p:cNvGraphicFramePr>
            <a:graphicFrameLocks noGrp="1"/>
          </p:cNvGraphicFramePr>
          <p:nvPr/>
        </p:nvGraphicFramePr>
        <p:xfrm>
          <a:off x="1104806" y="5477029"/>
          <a:ext cx="34747200" cy="4576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0"/>
                <a:gridCol w="17373600"/>
              </a:tblGrid>
              <a:tr h="915219"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A. Young's Modulus (Y)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B. Coefficient of Viscosity (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η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η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C. Planck's Constant (h)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D. Work Function (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φ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φ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IV.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ransition spd="slow">
    <p:push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32. Match List-I with List-II: [29 Jan, 2023 (Shift-I)]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Choose the correct answer from the options given below: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11663909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A-III, B-II, C-I, D-IV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11373120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11571625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3490460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5607800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7725140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3721051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A-II, B-III, C-IV, D-I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5788366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A-III, B-II, C-IV, D-I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792364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A-II, B-III, C-I, D-IV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aphicFrame>
        <p:nvGraphicFramePr>
          <p:cNvPr id="20" name="ContentTable"/>
          <p:cNvGraphicFramePr>
            <a:graphicFrameLocks noGrp="1"/>
          </p:cNvGraphicFramePr>
          <p:nvPr/>
        </p:nvGraphicFramePr>
        <p:xfrm>
          <a:off x="1104806" y="5477029"/>
          <a:ext cx="34747200" cy="4576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0"/>
                <a:gridCol w="17373600"/>
              </a:tblGrid>
              <a:tr h="915219"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 (Physical Quantity)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List-II (Dimensional Formula)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A. Pressure gradient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0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0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B. Energy density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C. Electric Field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D. Latent heat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IV.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-3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A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-3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A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ransition spd="slow">
    <p:push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33. Match List-I with List-II [25 Jan, 2023 (Shift-I)]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Choose the correct answer from the options given below: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11663909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A-(IV), B-(III), C-(II), D-(I)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11373120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11571625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3490460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5607800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7725140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3721051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A-(IV), B-(III), C-(I), D-(II)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5788366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A-(III), B-(IV), C-(I), D-(II)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792364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A-(II), B-(I), C-(III), D-(IV)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aphicFrame>
        <p:nvGraphicFramePr>
          <p:cNvPr id="20" name="ContentTable"/>
          <p:cNvGraphicFramePr>
            <a:graphicFrameLocks noGrp="1"/>
          </p:cNvGraphicFramePr>
          <p:nvPr/>
        </p:nvGraphicFramePr>
        <p:xfrm>
          <a:off x="1104806" y="5477029"/>
          <a:ext cx="34747200" cy="4576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0"/>
                <a:gridCol w="17373600"/>
              </a:tblGrid>
              <a:tr h="915219"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 - 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 - II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A. Surface tension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Kg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s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Kgm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s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B. Pressure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Kgm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s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Kgms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C. Viscosity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Kg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s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Kgm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s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D. Impulse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IV.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Kg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s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Kgs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ransition spd="slow">
    <p:push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34. Match List-I with List-II [12 April, 2023 (Shift-I)]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Choose the correct answer from the options given below: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11663909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A-II, B-I, C-IV, D-III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11373120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11571625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3490460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5607800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7725140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3721051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A-IV, B-I, C-III, D-II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5788366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A-II, B-III, C-I, D-IV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792364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A-I, B-III, C-II, D-IV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aphicFrame>
        <p:nvGraphicFramePr>
          <p:cNvPr id="20" name="ContentTable"/>
          <p:cNvGraphicFramePr>
            <a:graphicFrameLocks noGrp="1"/>
          </p:cNvGraphicFramePr>
          <p:nvPr/>
        </p:nvGraphicFramePr>
        <p:xfrm>
          <a:off x="1104806" y="5477029"/>
          <a:ext cx="34747200" cy="4576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0"/>
                <a:gridCol w="17373600"/>
              </a:tblGrid>
              <a:tr h="915219"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A. Spring constant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(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)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(T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)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B. Angular speed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(M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)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(MT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)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C. Angular momentum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(M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)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(ML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)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D. Moment of Inertia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IV.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(M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)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(ML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)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ransition spd="slow">
    <p:push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35. Match List-I with List-II. [31 Jan, 2023 (Shift-II)]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Choose the correct answer from the options given below: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11663909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A-I, B-IV, C-III, D-II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11373120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11571625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3490460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5607800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7725140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3721051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A-III, B-I, C-IV, D-II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5788366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A-II, B-III, C-IV, D-I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792364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A-IV, B-II, C-I, D-III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aphicFrame>
        <p:nvGraphicFramePr>
          <p:cNvPr id="20" name="ContentTable"/>
          <p:cNvGraphicFramePr>
            <a:graphicFrameLocks noGrp="1"/>
          </p:cNvGraphicFramePr>
          <p:nvPr/>
        </p:nvGraphicFramePr>
        <p:xfrm>
          <a:off x="1104806" y="5477029"/>
          <a:ext cx="34747200" cy="4576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0"/>
                <a:gridCol w="17373600"/>
              </a:tblGrid>
              <a:tr h="915219"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A. Angular momentum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B. Torque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C. Stress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D. Pressure gradient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IV.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ransition spd="slow">
    <p:push/>
  </p:transition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47</TotalTime>
  <Words>364</Words>
  <Application>Microsoft Office PowerPoint</Application>
  <PresentationFormat>Custom</PresentationFormat>
  <Paragraphs>125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4" baseType="lpstr">
      <vt:lpstr>Cambria</vt:lpstr>
      <vt:lpstr>Calibri</vt:lpstr>
      <vt:lpstr>Arial</vt:lpstr>
      <vt:lpstr>Wingdings</vt:lpstr>
      <vt:lpstr>Poppins</vt:lpstr>
      <vt:lpstr>Play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PW MSO 530</dc:creator>
  <cp:lastModifiedBy>e.wilson4890@gmail.com</cp:lastModifiedBy>
  <cp:revision>5</cp:revision>
  <dcterms:created xsi:type="dcterms:W3CDTF">2025-02-10T10:24:55Z</dcterms:created>
  <dcterms:modified xsi:type="dcterms:W3CDTF">2026-07-31T10:45:07Z</dcterms:modified>
</cp:coreProperties>
</file>