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5144" y="1370990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5144" y="1370990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5144" y="1370990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5144" y="1578122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5144" y="17898568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5144" y="1370990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5144" y="1370990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5144" y="1578122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5144" y="17898568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5144" y="1370990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5144" y="1370990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5144" y="1578122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5144" y="17898568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500" y="13481952"/>
            <a:ext cx="1596024" cy="1596024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500" y="15599296"/>
            <a:ext cx="1596024" cy="1596024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500" y="17716640"/>
            <a:ext cx="1596024" cy="1596024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500" y="11381672"/>
            <a:ext cx="1596024" cy="1596024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6" y="11565696"/>
            <a:ext cx="1465704" cy="116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5144" y="1370990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5144" y="1370990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5144" y="15781224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5144" y="17898568"/>
            <a:ext cx="32758992" cy="159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