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slide_006_1_enhanced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slide_012_1.png"/><Relationship Id="rId4" Type="http://schemas.openxmlformats.org/officeDocument/2006/relationships/image" Target="../media/slide_012_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Sudden inheritable change is mutation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Sudden, discontinuous variations in genotype and phenotype of an organism.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Mutation term given by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Hugo de Vries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Mutation causing agent-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Mutagen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Mutations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Physical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a) Ionizing radiations: X-rays, gamma rays etc.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b) Non-ionizing radiations: UV-rays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Chemical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Mustard gas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HN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O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HNO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Biological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Bacteria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Virus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Mutagen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Genomatic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no. of chromosomes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Chromosomal aberration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chromosomal structure and gene structure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Gene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DNA (nucleotide)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in single nucleotide is point mutation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Mutations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1. Genomatic Mutations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3352680" y="10275632"/>
          <a:ext cx="24384000" cy="473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Aneuploidy / Heteroploidy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Euploidy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1–2 chromosomes (few); 2 types: 1. Hyperploidy: gain of chromosome 2. Hypoploidy: loss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set of chromosome — addition or deletion of complete set of chromosomes; 2 types: 1. Addition: Polyploidy 2. Deletion: Haploidy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Hyperploidy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at Ch-21 ↳ Down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in sex chromosome ↳ Klinefelter's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at Ch = 18 ↳ Edward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Hypoploidy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Monosomy at X Chromosome ↳ Turner's Syndrome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Aneuploidy — Types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8348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during cell division there is non-disjunction of chromosomes in anaphase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Reason of Aneuploidy</a:t>
            </a:r>
          </a:p>
        </p:txBody>
      </p:sp>
      <p:pic>
        <p:nvPicPr>
          <p:cNvPr id="4" name="slide_006_1_enhanc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86809" y="10957769"/>
            <a:ext cx="18802382" cy="8724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in structure of chromosome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2. Chromosomal Aberrations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Substitution: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one nitrogenous base is replaced by other (point mutation)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Transition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Purine Replace Purine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Pyrimidine Replace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Transversion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e.g. SCA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Purine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⇌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⇌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(b)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Frame shift mutation: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(will study in molecular basis of Inheritance)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3. Gene mutation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Human Genetic Disorders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1040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Mendelian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Chromosomal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Determined by mutation is single gene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Disorder created due to imbalance in number 2 rearrangement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There is change in single gene, this disease is also k/a gene related human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Can't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3. They are transmitted to offspring as Mendelian principles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4. Can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Down's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Klinefelter's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Turner's Syndrome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Chromosomal Disorders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Autosomal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Presence of an additional copy of chromosome number 21 (trisomy of 21)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Chromosome involved 21st (Autosome)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 affected – both males &amp; females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1st described by Langdon Down (1866)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Down's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21409273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Features: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Short statured with small round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Flat back of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Broad flat face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Epicanthus (absent eye fold)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Partially open mouth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Furrowed Big &amp; wrinkled tongue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Congenital heart disease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Palm broad with characteristic palm crease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Many 'loops' on finger tips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Physical, psychomotor &amp; mental development retarded (I.Q very less)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Under-developed gonads and genitalia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Down's Syndrome</a:t>
            </a:r>
          </a:p>
        </p:txBody>
      </p:sp>
      <p:pic>
        <p:nvPicPr>
          <p:cNvPr id="4" name="slide_012_1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4662922" y="3995695"/>
            <a:ext cx="8664814" cy="644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lide_012_3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016404" y="10602974"/>
            <a:ext cx="5957850" cy="64472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Presence of an additional copy of X-chromosome (trisomy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Genetic complement - 44+XXY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 affected – 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Discovered by Klinefelter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Overall masculine development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Tall Stature Feminine characters develop (Breast develop - Gynecomastia) and other ♀ sec. sex characters.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Sterile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Klinefelter's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Loss of one copy of X-chromosome (Monosomy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Short stature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Females are sterile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Ovaries &amp; genitalia are rudimentary; No menstruation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Poor breast development &amp; lack of other secondary sexual characters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Webbed neck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Turner's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