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pic>
        <p:nvPicPr>
          <p:cNvPr id="4" name="slide_001_1_enhanced.png"/>
          <p:cNvPicPr preferRelativeResize="0"/>
          <p:nvPr/>
        </p:nvPicPr>
        <p:blipFill rotWithShape="1">
          <a:blip r:embed="rId3"/>
          <a:srcRect/>
          <a:stretch>
            <a:fillRect/>
          </a:stretch>
        </p:blipFill>
        <p:spPr>
          <a:xfrm>
            <a:off x="27718953" y="3995695"/>
            <a:ext cx="2552753" cy="3143639"/>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922254" y="7299334"/>
            <a:ext cx="4146151" cy="3143639"/>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729738" y="10602973"/>
            <a:ext cx="6531182" cy="3143639"/>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36090" y="13906612"/>
            <a:ext cx="3318479"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sp>
        <p:nvSpPr>
          <p:cNvPr id="3" name="Google Shape;130;p29"/>
          <p:cNvSpPr txBox="1"/>
          <p:nvPr/>
        </p:nvSpPr>
        <p:spPr>
          <a:xfrm>
            <a:off x="3107605" y="5653418"/>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pic>
        <p:nvPicPr>
          <p:cNvPr id="20" name="slide_016_1_enhanced.png"/>
          <p:cNvPicPr preferRelativeResize="0"/>
          <p:nvPr/>
        </p:nvPicPr>
        <p:blipFill rotWithShape="1">
          <a:blip r:embed="rId3"/>
          <a:srcRect/>
          <a:stretch>
            <a:fillRect/>
          </a:stretch>
        </p:blipFill>
        <p:spPr>
          <a:xfrm>
            <a:off x="20372832" y="4562629"/>
            <a:ext cx="15288768" cy="3741442"/>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27099997" y="3995695"/>
            <a:ext cx="3790665" cy="3143639"/>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6446776" y="7299334"/>
            <a:ext cx="5097107" cy="3143639"/>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26347526" y="10602973"/>
            <a:ext cx="5295607" cy="3143639"/>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6327526" y="13906612"/>
            <a:ext cx="5335606"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3" name="slide_019_1_enhanced.png"/>
          <p:cNvPicPr preferRelativeResize="0"/>
          <p:nvPr/>
        </p:nvPicPr>
        <p:blipFill rotWithShape="1">
          <a:blip r:embed="rId3"/>
          <a:srcRect/>
          <a:stretch>
            <a:fillRect/>
          </a:stretch>
        </p:blipFill>
        <p:spPr>
          <a:xfrm>
            <a:off x="6525803" y="5729298.0"/>
            <a:ext cx="6836593" cy="4751940"/>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4439111" y="5729298.0"/>
            <a:ext cx="4385577" cy="4751940"/>
          </a:xfrm>
          <a:prstGeom prst="rect">
            <a:avLst/>
          </a:prstGeom>
          <a:noFill/>
          <a:ln>
            <a:noFill/>
          </a:ln>
        </p:spPr>
      </p:pic>
      <p:pic>
        <p:nvPicPr>
          <p:cNvPr id="5" name="slide_019_3_enhanced.png"/>
          <p:cNvPicPr preferRelativeResize="0"/>
          <p:nvPr/>
        </p:nvPicPr>
        <p:blipFill rotWithShape="1">
          <a:blip r:embed="rId5"/>
          <a:srcRect/>
          <a:stretch>
            <a:fillRect/>
          </a:stretch>
        </p:blipFill>
        <p:spPr>
          <a:xfrm>
            <a:off x="15826151" y="12974985.0"/>
            <a:ext cx="4923697" cy="4751940"/>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