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Lst>
  <p:sldSz cy="20574000" cx="36576000"/>
  <p:notesSz cx="6858000" cy="9144000"/>
  <p:embeddedFontLst>
    <p:embeddedFont>
      <p:font typeface="Play"/>
      <p:regular r:id="rId9"/>
      <p:bold r:id="rId10"/>
    </p:embeddedFont>
    <p:embeddedFont>
      <p:font typeface="Poppins"/>
      <p:regular r:id="rId11"/>
      <p:bold r:id="rId12"/>
      <p:italic r:id="rId13"/>
      <p:boldItalic r:id="rId14"/>
    </p:embeddedFont>
    <p:embeddedFont>
      <p:font typeface="Poppins ExtraBold"/>
      <p:bold r:id="rId15"/>
      <p:boldItalic r:id="rId16"/>
    </p:embeddedFont>
    <p:embeddedFont>
      <p:font typeface="Cambria Math"/>
      <p:regular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iHDytqVix8vGJcWSrNQ56i+rG/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Play-regular.fntdata"/><Relationship Id="rId10" Type="http://schemas.openxmlformats.org/officeDocument/2006/relationships/font" Target="fonts/Play-bold.fntdata"/><Relationship Id="rId11" Type="http://schemas.openxmlformats.org/officeDocument/2006/relationships/font" Target="fonts/Poppins-regular.fntdata"/><Relationship Id="rId12" Type="http://schemas.openxmlformats.org/officeDocument/2006/relationships/font" Target="fonts/Poppins-bold.fntdata"/><Relationship Id="rId13" Type="http://schemas.openxmlformats.org/officeDocument/2006/relationships/font" Target="fonts/Poppins-italic.fntdata"/><Relationship Id="rId14" Type="http://schemas.openxmlformats.org/officeDocument/2006/relationships/font" Target="fonts/Poppins-boldItalic.fntdata"/><Relationship Id="rId15" Type="http://schemas.openxmlformats.org/officeDocument/2006/relationships/font" Target="fonts/PoppinsExtraBold-bold.fntdata"/><Relationship Id="rId16" Type="http://schemas.openxmlformats.org/officeDocument/2006/relationships/font" Target="fonts/PoppinsExtraBold-boldItalic.fntdata"/><Relationship Id="rId17" Type="http://schemas.openxmlformats.org/officeDocument/2006/relationships/font" Target="fonts/CambriaMath-regular.fntdata"/><Relationship Id="rId18" Type="http://customschemas.google.com/relationships/presentationmetadata" Target="metadata"/><Relationship Id="rId19" Type="http://schemas.openxmlformats.org/officeDocument/2006/relationships/slide" Target="slides/slide1.xml"/><Relationship Id="rId20"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14.xml"/><Relationship Id="rId33" Type="http://schemas.openxmlformats.org/officeDocument/2006/relationships/slide" Target="slides/slide15.xml"/><Relationship Id="rId34" Type="http://schemas.openxmlformats.org/officeDocument/2006/relationships/slide" Target="slides/slide16.xml"/><Relationship Id="rId35" Type="http://schemas.openxmlformats.org/officeDocument/2006/relationships/slide" Target="slides/slide17.xml"/><Relationship Id="rId36" Type="http://schemas.openxmlformats.org/officeDocument/2006/relationships/slide" Target="slides/slide18.xml"/><Relationship Id="rId37" Type="http://schemas.openxmlformats.org/officeDocument/2006/relationships/slide" Target="slides/slide19.xml"/><Relationship Id="rId38" Type="http://schemas.openxmlformats.org/officeDocument/2006/relationships/slide" Target="slides/slide20.xml"/><Relationship Id="rId39" Type="http://schemas.openxmlformats.org/officeDocument/2006/relationships/slide" Target="slides/slide21.xml"/><Relationship Id="rId40" Type="http://schemas.openxmlformats.org/officeDocument/2006/relationships/slide" Target="slides/slide22.xml"/><Relationship Id="rId41"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18"/>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9"/>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9"/>
          <p:cNvSpPr txBox="1"/>
          <p:nvPr>
            <p:ph idx="1" type="body"/>
          </p:nvPr>
        </p:nvSpPr>
        <p:spPr>
          <a:xfrm>
            <a:off x="2514600" y="5476875"/>
            <a:ext cx="31546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25" name="Google Shape;25;p19"/>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20"/>
          <p:cNvSpPr txBox="1"/>
          <p:nvPr>
            <p:ph type="title"/>
          </p:nvPr>
        </p:nvSpPr>
        <p:spPr>
          <a:xfrm>
            <a:off x="2495550" y="5129216"/>
            <a:ext cx="31546800" cy="855821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0"/>
          <p:cNvSpPr txBox="1"/>
          <p:nvPr>
            <p:ph idx="1" type="body"/>
          </p:nvPr>
        </p:nvSpPr>
        <p:spPr>
          <a:xfrm>
            <a:off x="2495550" y="13768391"/>
            <a:ext cx="31546800" cy="45005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rgbClr val="757575"/>
              </a:buClr>
              <a:buSzPts val="7200"/>
              <a:buNone/>
              <a:defRPr sz="7200">
                <a:solidFill>
                  <a:srgbClr val="757575"/>
                </a:solidFill>
              </a:defRPr>
            </a:lvl1pPr>
            <a:lvl2pPr indent="-228600" lvl="1" marL="914400" algn="l">
              <a:lnSpc>
                <a:spcPct val="90000"/>
              </a:lnSpc>
              <a:spcBef>
                <a:spcPts val="1500"/>
              </a:spcBef>
              <a:spcAft>
                <a:spcPts val="0"/>
              </a:spcAft>
              <a:buClr>
                <a:srgbClr val="757575"/>
              </a:buClr>
              <a:buSzPts val="6000"/>
              <a:buNone/>
              <a:defRPr sz="6000">
                <a:solidFill>
                  <a:srgbClr val="757575"/>
                </a:solidFill>
              </a:defRPr>
            </a:lvl2pPr>
            <a:lvl3pPr indent="-228600" lvl="2" marL="1371600" algn="l">
              <a:lnSpc>
                <a:spcPct val="90000"/>
              </a:lnSpc>
              <a:spcBef>
                <a:spcPts val="1500"/>
              </a:spcBef>
              <a:spcAft>
                <a:spcPts val="0"/>
              </a:spcAft>
              <a:buClr>
                <a:srgbClr val="757575"/>
              </a:buClr>
              <a:buSzPts val="5400"/>
              <a:buNone/>
              <a:defRPr sz="5400">
                <a:solidFill>
                  <a:srgbClr val="757575"/>
                </a:solidFill>
              </a:defRPr>
            </a:lvl3pPr>
            <a:lvl4pPr indent="-228600" lvl="3" marL="1828800" algn="l">
              <a:lnSpc>
                <a:spcPct val="90000"/>
              </a:lnSpc>
              <a:spcBef>
                <a:spcPts val="1500"/>
              </a:spcBef>
              <a:spcAft>
                <a:spcPts val="0"/>
              </a:spcAft>
              <a:buClr>
                <a:srgbClr val="757575"/>
              </a:buClr>
              <a:buSzPts val="4800"/>
              <a:buNone/>
              <a:defRPr sz="4800">
                <a:solidFill>
                  <a:srgbClr val="757575"/>
                </a:solidFill>
              </a:defRPr>
            </a:lvl4pPr>
            <a:lvl5pPr indent="-228600" lvl="4" marL="2286000" algn="l">
              <a:lnSpc>
                <a:spcPct val="90000"/>
              </a:lnSpc>
              <a:spcBef>
                <a:spcPts val="1500"/>
              </a:spcBef>
              <a:spcAft>
                <a:spcPts val="0"/>
              </a:spcAft>
              <a:buClr>
                <a:srgbClr val="757575"/>
              </a:buClr>
              <a:buSzPts val="4800"/>
              <a:buNone/>
              <a:defRPr sz="4800">
                <a:solidFill>
                  <a:srgbClr val="757575"/>
                </a:solidFill>
              </a:defRPr>
            </a:lvl5pPr>
            <a:lvl6pPr indent="-228600" lvl="5" marL="2743200" algn="l">
              <a:lnSpc>
                <a:spcPct val="90000"/>
              </a:lnSpc>
              <a:spcBef>
                <a:spcPts val="1500"/>
              </a:spcBef>
              <a:spcAft>
                <a:spcPts val="0"/>
              </a:spcAft>
              <a:buClr>
                <a:srgbClr val="757575"/>
              </a:buClr>
              <a:buSzPts val="4800"/>
              <a:buNone/>
              <a:defRPr sz="4800">
                <a:solidFill>
                  <a:srgbClr val="757575"/>
                </a:solidFill>
              </a:defRPr>
            </a:lvl6pPr>
            <a:lvl7pPr indent="-228600" lvl="6" marL="3200400" algn="l">
              <a:lnSpc>
                <a:spcPct val="90000"/>
              </a:lnSpc>
              <a:spcBef>
                <a:spcPts val="1500"/>
              </a:spcBef>
              <a:spcAft>
                <a:spcPts val="0"/>
              </a:spcAft>
              <a:buClr>
                <a:srgbClr val="757575"/>
              </a:buClr>
              <a:buSzPts val="4800"/>
              <a:buNone/>
              <a:defRPr sz="4800">
                <a:solidFill>
                  <a:srgbClr val="757575"/>
                </a:solidFill>
              </a:defRPr>
            </a:lvl7pPr>
            <a:lvl8pPr indent="-228600" lvl="7" marL="3657600" algn="l">
              <a:lnSpc>
                <a:spcPct val="90000"/>
              </a:lnSpc>
              <a:spcBef>
                <a:spcPts val="1500"/>
              </a:spcBef>
              <a:spcAft>
                <a:spcPts val="0"/>
              </a:spcAft>
              <a:buClr>
                <a:srgbClr val="757575"/>
              </a:buClr>
              <a:buSzPts val="4800"/>
              <a:buNone/>
              <a:defRPr sz="4800">
                <a:solidFill>
                  <a:srgbClr val="757575"/>
                </a:solidFill>
              </a:defRPr>
            </a:lvl8pPr>
            <a:lvl9pPr indent="-228600" lvl="8" marL="4114800" algn="l">
              <a:lnSpc>
                <a:spcPct val="90000"/>
              </a:lnSpc>
              <a:spcBef>
                <a:spcPts val="1500"/>
              </a:spcBef>
              <a:spcAft>
                <a:spcPts val="0"/>
              </a:spcAft>
              <a:buClr>
                <a:srgbClr val="757575"/>
              </a:buClr>
              <a:buSzPts val="4800"/>
              <a:buNone/>
              <a:defRPr sz="4800">
                <a:solidFill>
                  <a:srgbClr val="757575"/>
                </a:solidFill>
              </a:defRPr>
            </a:lvl9pPr>
          </a:lstStyle>
          <a:p/>
        </p:txBody>
      </p:sp>
      <p:sp>
        <p:nvSpPr>
          <p:cNvPr id="31" name="Google Shape;31;p20"/>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21"/>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1"/>
          <p:cNvSpPr txBox="1"/>
          <p:nvPr>
            <p:ph idx="1" type="body"/>
          </p:nvPr>
        </p:nvSpPr>
        <p:spPr>
          <a:xfrm>
            <a:off x="2514600" y="5476875"/>
            <a:ext cx="15544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37" name="Google Shape;37;p21"/>
          <p:cNvSpPr txBox="1"/>
          <p:nvPr>
            <p:ph idx="2" type="body"/>
          </p:nvPr>
        </p:nvSpPr>
        <p:spPr>
          <a:xfrm>
            <a:off x="18516600" y="5476875"/>
            <a:ext cx="15544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38" name="Google Shape;38;p21"/>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1"/>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22"/>
          <p:cNvSpPr txBox="1"/>
          <p:nvPr>
            <p:ph type="title"/>
          </p:nvPr>
        </p:nvSpPr>
        <p:spPr>
          <a:xfrm>
            <a:off x="2519364"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2"/>
          <p:cNvSpPr txBox="1"/>
          <p:nvPr>
            <p:ph idx="1" type="body"/>
          </p:nvPr>
        </p:nvSpPr>
        <p:spPr>
          <a:xfrm>
            <a:off x="2519366" y="5043489"/>
            <a:ext cx="15473361" cy="247173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7200"/>
              <a:buNone/>
              <a:defRPr b="1" sz="7200"/>
            </a:lvl1pPr>
            <a:lvl2pPr indent="-228600" lvl="1" marL="914400" algn="l">
              <a:lnSpc>
                <a:spcPct val="90000"/>
              </a:lnSpc>
              <a:spcBef>
                <a:spcPts val="1500"/>
              </a:spcBef>
              <a:spcAft>
                <a:spcPts val="0"/>
              </a:spcAft>
              <a:buClr>
                <a:schemeClr val="dk1"/>
              </a:buClr>
              <a:buSzPts val="6000"/>
              <a:buNone/>
              <a:defRPr b="1" sz="6000"/>
            </a:lvl2pPr>
            <a:lvl3pPr indent="-228600" lvl="2" marL="1371600" algn="l">
              <a:lnSpc>
                <a:spcPct val="90000"/>
              </a:lnSpc>
              <a:spcBef>
                <a:spcPts val="1500"/>
              </a:spcBef>
              <a:spcAft>
                <a:spcPts val="0"/>
              </a:spcAft>
              <a:buClr>
                <a:schemeClr val="dk1"/>
              </a:buClr>
              <a:buSzPts val="5400"/>
              <a:buNone/>
              <a:defRPr b="1" sz="5400"/>
            </a:lvl3pPr>
            <a:lvl4pPr indent="-228600" lvl="3" marL="1828800" algn="l">
              <a:lnSpc>
                <a:spcPct val="90000"/>
              </a:lnSpc>
              <a:spcBef>
                <a:spcPts val="1500"/>
              </a:spcBef>
              <a:spcAft>
                <a:spcPts val="0"/>
              </a:spcAft>
              <a:buClr>
                <a:schemeClr val="dk1"/>
              </a:buClr>
              <a:buSzPts val="4800"/>
              <a:buNone/>
              <a:defRPr b="1" sz="4800"/>
            </a:lvl4pPr>
            <a:lvl5pPr indent="-228600" lvl="4" marL="2286000" algn="l">
              <a:lnSpc>
                <a:spcPct val="90000"/>
              </a:lnSpc>
              <a:spcBef>
                <a:spcPts val="1500"/>
              </a:spcBef>
              <a:spcAft>
                <a:spcPts val="0"/>
              </a:spcAft>
              <a:buClr>
                <a:schemeClr val="dk1"/>
              </a:buClr>
              <a:buSzPts val="4800"/>
              <a:buNone/>
              <a:defRPr b="1" sz="4800"/>
            </a:lvl5pPr>
            <a:lvl6pPr indent="-228600" lvl="5" marL="2743200" algn="l">
              <a:lnSpc>
                <a:spcPct val="90000"/>
              </a:lnSpc>
              <a:spcBef>
                <a:spcPts val="1500"/>
              </a:spcBef>
              <a:spcAft>
                <a:spcPts val="0"/>
              </a:spcAft>
              <a:buClr>
                <a:schemeClr val="dk1"/>
              </a:buClr>
              <a:buSzPts val="4800"/>
              <a:buNone/>
              <a:defRPr b="1" sz="4800"/>
            </a:lvl6pPr>
            <a:lvl7pPr indent="-228600" lvl="6" marL="3200400" algn="l">
              <a:lnSpc>
                <a:spcPct val="90000"/>
              </a:lnSpc>
              <a:spcBef>
                <a:spcPts val="1500"/>
              </a:spcBef>
              <a:spcAft>
                <a:spcPts val="0"/>
              </a:spcAft>
              <a:buClr>
                <a:schemeClr val="dk1"/>
              </a:buClr>
              <a:buSzPts val="4800"/>
              <a:buNone/>
              <a:defRPr b="1" sz="4800"/>
            </a:lvl7pPr>
            <a:lvl8pPr indent="-228600" lvl="7" marL="3657600" algn="l">
              <a:lnSpc>
                <a:spcPct val="90000"/>
              </a:lnSpc>
              <a:spcBef>
                <a:spcPts val="1500"/>
              </a:spcBef>
              <a:spcAft>
                <a:spcPts val="0"/>
              </a:spcAft>
              <a:buClr>
                <a:schemeClr val="dk1"/>
              </a:buClr>
              <a:buSzPts val="4800"/>
              <a:buNone/>
              <a:defRPr b="1" sz="4800"/>
            </a:lvl8pPr>
            <a:lvl9pPr indent="-228600" lvl="8" marL="4114800" algn="l">
              <a:lnSpc>
                <a:spcPct val="90000"/>
              </a:lnSpc>
              <a:spcBef>
                <a:spcPts val="1500"/>
              </a:spcBef>
              <a:spcAft>
                <a:spcPts val="0"/>
              </a:spcAft>
              <a:buClr>
                <a:schemeClr val="dk1"/>
              </a:buClr>
              <a:buSzPts val="4800"/>
              <a:buNone/>
              <a:defRPr b="1" sz="4800"/>
            </a:lvl9pPr>
          </a:lstStyle>
          <a:p/>
        </p:txBody>
      </p:sp>
      <p:sp>
        <p:nvSpPr>
          <p:cNvPr id="44" name="Google Shape;44;p22"/>
          <p:cNvSpPr txBox="1"/>
          <p:nvPr>
            <p:ph idx="2" type="body"/>
          </p:nvPr>
        </p:nvSpPr>
        <p:spPr>
          <a:xfrm>
            <a:off x="2519366" y="7515225"/>
            <a:ext cx="15473361" cy="110537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45" name="Google Shape;45;p22"/>
          <p:cNvSpPr txBox="1"/>
          <p:nvPr>
            <p:ph idx="3" type="body"/>
          </p:nvPr>
        </p:nvSpPr>
        <p:spPr>
          <a:xfrm>
            <a:off x="18516600" y="5043489"/>
            <a:ext cx="15549564" cy="247173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7200"/>
              <a:buNone/>
              <a:defRPr b="1" sz="7200"/>
            </a:lvl1pPr>
            <a:lvl2pPr indent="-228600" lvl="1" marL="914400" algn="l">
              <a:lnSpc>
                <a:spcPct val="90000"/>
              </a:lnSpc>
              <a:spcBef>
                <a:spcPts val="1500"/>
              </a:spcBef>
              <a:spcAft>
                <a:spcPts val="0"/>
              </a:spcAft>
              <a:buClr>
                <a:schemeClr val="dk1"/>
              </a:buClr>
              <a:buSzPts val="6000"/>
              <a:buNone/>
              <a:defRPr b="1" sz="6000"/>
            </a:lvl2pPr>
            <a:lvl3pPr indent="-228600" lvl="2" marL="1371600" algn="l">
              <a:lnSpc>
                <a:spcPct val="90000"/>
              </a:lnSpc>
              <a:spcBef>
                <a:spcPts val="1500"/>
              </a:spcBef>
              <a:spcAft>
                <a:spcPts val="0"/>
              </a:spcAft>
              <a:buClr>
                <a:schemeClr val="dk1"/>
              </a:buClr>
              <a:buSzPts val="5400"/>
              <a:buNone/>
              <a:defRPr b="1" sz="5400"/>
            </a:lvl3pPr>
            <a:lvl4pPr indent="-228600" lvl="3" marL="1828800" algn="l">
              <a:lnSpc>
                <a:spcPct val="90000"/>
              </a:lnSpc>
              <a:spcBef>
                <a:spcPts val="1500"/>
              </a:spcBef>
              <a:spcAft>
                <a:spcPts val="0"/>
              </a:spcAft>
              <a:buClr>
                <a:schemeClr val="dk1"/>
              </a:buClr>
              <a:buSzPts val="4800"/>
              <a:buNone/>
              <a:defRPr b="1" sz="4800"/>
            </a:lvl4pPr>
            <a:lvl5pPr indent="-228600" lvl="4" marL="2286000" algn="l">
              <a:lnSpc>
                <a:spcPct val="90000"/>
              </a:lnSpc>
              <a:spcBef>
                <a:spcPts val="1500"/>
              </a:spcBef>
              <a:spcAft>
                <a:spcPts val="0"/>
              </a:spcAft>
              <a:buClr>
                <a:schemeClr val="dk1"/>
              </a:buClr>
              <a:buSzPts val="4800"/>
              <a:buNone/>
              <a:defRPr b="1" sz="4800"/>
            </a:lvl5pPr>
            <a:lvl6pPr indent="-228600" lvl="5" marL="2743200" algn="l">
              <a:lnSpc>
                <a:spcPct val="90000"/>
              </a:lnSpc>
              <a:spcBef>
                <a:spcPts val="1500"/>
              </a:spcBef>
              <a:spcAft>
                <a:spcPts val="0"/>
              </a:spcAft>
              <a:buClr>
                <a:schemeClr val="dk1"/>
              </a:buClr>
              <a:buSzPts val="4800"/>
              <a:buNone/>
              <a:defRPr b="1" sz="4800"/>
            </a:lvl6pPr>
            <a:lvl7pPr indent="-228600" lvl="6" marL="3200400" algn="l">
              <a:lnSpc>
                <a:spcPct val="90000"/>
              </a:lnSpc>
              <a:spcBef>
                <a:spcPts val="1500"/>
              </a:spcBef>
              <a:spcAft>
                <a:spcPts val="0"/>
              </a:spcAft>
              <a:buClr>
                <a:schemeClr val="dk1"/>
              </a:buClr>
              <a:buSzPts val="4800"/>
              <a:buNone/>
              <a:defRPr b="1" sz="4800"/>
            </a:lvl7pPr>
            <a:lvl8pPr indent="-228600" lvl="7" marL="3657600" algn="l">
              <a:lnSpc>
                <a:spcPct val="90000"/>
              </a:lnSpc>
              <a:spcBef>
                <a:spcPts val="1500"/>
              </a:spcBef>
              <a:spcAft>
                <a:spcPts val="0"/>
              </a:spcAft>
              <a:buClr>
                <a:schemeClr val="dk1"/>
              </a:buClr>
              <a:buSzPts val="4800"/>
              <a:buNone/>
              <a:defRPr b="1" sz="4800"/>
            </a:lvl8pPr>
            <a:lvl9pPr indent="-228600" lvl="8" marL="4114800" algn="l">
              <a:lnSpc>
                <a:spcPct val="90000"/>
              </a:lnSpc>
              <a:spcBef>
                <a:spcPts val="1500"/>
              </a:spcBef>
              <a:spcAft>
                <a:spcPts val="0"/>
              </a:spcAft>
              <a:buClr>
                <a:schemeClr val="dk1"/>
              </a:buClr>
              <a:buSzPts val="4800"/>
              <a:buNone/>
              <a:defRPr b="1" sz="4800"/>
            </a:lvl9pPr>
          </a:lstStyle>
          <a:p/>
        </p:txBody>
      </p:sp>
      <p:sp>
        <p:nvSpPr>
          <p:cNvPr id="46" name="Google Shape;46;p22"/>
          <p:cNvSpPr txBox="1"/>
          <p:nvPr>
            <p:ph idx="4" type="body"/>
          </p:nvPr>
        </p:nvSpPr>
        <p:spPr>
          <a:xfrm>
            <a:off x="18516600" y="7515225"/>
            <a:ext cx="15549564" cy="110537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47" name="Google Shape;47;p22"/>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2"/>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3"/>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3"/>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24"/>
          <p:cNvSpPr txBox="1"/>
          <p:nvPr>
            <p:ph type="title"/>
          </p:nvPr>
        </p:nvSpPr>
        <p:spPr>
          <a:xfrm>
            <a:off x="2519366" y="1371600"/>
            <a:ext cx="11796711" cy="4800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 type="body"/>
          </p:nvPr>
        </p:nvSpPr>
        <p:spPr>
          <a:xfrm>
            <a:off x="15549564" y="2962277"/>
            <a:ext cx="18516600" cy="14620875"/>
          </a:xfrm>
          <a:prstGeom prst="rect">
            <a:avLst/>
          </a:prstGeom>
          <a:noFill/>
          <a:ln>
            <a:noFill/>
          </a:ln>
        </p:spPr>
        <p:txBody>
          <a:bodyPr anchorCtr="0" anchor="t" bIns="45700" lIns="91425" spcFirstLastPara="1" rIns="91425" wrap="square" tIns="45700">
            <a:normAutofit/>
          </a:bodyPr>
          <a:lstStyle>
            <a:lvl1pPr indent="-838200" lvl="0" marL="457200" algn="l">
              <a:lnSpc>
                <a:spcPct val="90000"/>
              </a:lnSpc>
              <a:spcBef>
                <a:spcPts val="3000"/>
              </a:spcBef>
              <a:spcAft>
                <a:spcPts val="0"/>
              </a:spcAft>
              <a:buClr>
                <a:schemeClr val="dk1"/>
              </a:buClr>
              <a:buSzPts val="9600"/>
              <a:buChar char="•"/>
              <a:defRPr sz="9600"/>
            </a:lvl1pPr>
            <a:lvl2pPr indent="-762000" lvl="1" marL="914400" algn="l">
              <a:lnSpc>
                <a:spcPct val="90000"/>
              </a:lnSpc>
              <a:spcBef>
                <a:spcPts val="1500"/>
              </a:spcBef>
              <a:spcAft>
                <a:spcPts val="0"/>
              </a:spcAft>
              <a:buClr>
                <a:schemeClr val="dk1"/>
              </a:buClr>
              <a:buSzPts val="8400"/>
              <a:buChar char="•"/>
              <a:defRPr sz="8400"/>
            </a:lvl2pPr>
            <a:lvl3pPr indent="-685800" lvl="2" marL="1371600" algn="l">
              <a:lnSpc>
                <a:spcPct val="90000"/>
              </a:lnSpc>
              <a:spcBef>
                <a:spcPts val="1500"/>
              </a:spcBef>
              <a:spcAft>
                <a:spcPts val="0"/>
              </a:spcAft>
              <a:buClr>
                <a:schemeClr val="dk1"/>
              </a:buClr>
              <a:buSzPts val="7200"/>
              <a:buChar char="•"/>
              <a:defRPr sz="7200"/>
            </a:lvl3pPr>
            <a:lvl4pPr indent="-609600" lvl="3" marL="1828800" algn="l">
              <a:lnSpc>
                <a:spcPct val="90000"/>
              </a:lnSpc>
              <a:spcBef>
                <a:spcPts val="1500"/>
              </a:spcBef>
              <a:spcAft>
                <a:spcPts val="0"/>
              </a:spcAft>
              <a:buClr>
                <a:schemeClr val="dk1"/>
              </a:buClr>
              <a:buSzPts val="6000"/>
              <a:buChar char="•"/>
              <a:defRPr sz="6000"/>
            </a:lvl4pPr>
            <a:lvl5pPr indent="-609600" lvl="4" marL="2286000" algn="l">
              <a:lnSpc>
                <a:spcPct val="90000"/>
              </a:lnSpc>
              <a:spcBef>
                <a:spcPts val="1500"/>
              </a:spcBef>
              <a:spcAft>
                <a:spcPts val="0"/>
              </a:spcAft>
              <a:buClr>
                <a:schemeClr val="dk1"/>
              </a:buClr>
              <a:buSzPts val="6000"/>
              <a:buChar char="•"/>
              <a:defRPr sz="6000"/>
            </a:lvl5pPr>
            <a:lvl6pPr indent="-609600" lvl="5" marL="2743200" algn="l">
              <a:lnSpc>
                <a:spcPct val="90000"/>
              </a:lnSpc>
              <a:spcBef>
                <a:spcPts val="1500"/>
              </a:spcBef>
              <a:spcAft>
                <a:spcPts val="0"/>
              </a:spcAft>
              <a:buClr>
                <a:schemeClr val="dk1"/>
              </a:buClr>
              <a:buSzPts val="6000"/>
              <a:buChar char="•"/>
              <a:defRPr sz="6000"/>
            </a:lvl6pPr>
            <a:lvl7pPr indent="-609600" lvl="6" marL="3200400" algn="l">
              <a:lnSpc>
                <a:spcPct val="90000"/>
              </a:lnSpc>
              <a:spcBef>
                <a:spcPts val="1500"/>
              </a:spcBef>
              <a:spcAft>
                <a:spcPts val="0"/>
              </a:spcAft>
              <a:buClr>
                <a:schemeClr val="dk1"/>
              </a:buClr>
              <a:buSzPts val="6000"/>
              <a:buChar char="•"/>
              <a:defRPr sz="6000"/>
            </a:lvl7pPr>
            <a:lvl8pPr indent="-609600" lvl="7" marL="3657600" algn="l">
              <a:lnSpc>
                <a:spcPct val="90000"/>
              </a:lnSpc>
              <a:spcBef>
                <a:spcPts val="1500"/>
              </a:spcBef>
              <a:spcAft>
                <a:spcPts val="0"/>
              </a:spcAft>
              <a:buClr>
                <a:schemeClr val="dk1"/>
              </a:buClr>
              <a:buSzPts val="6000"/>
              <a:buChar char="•"/>
              <a:defRPr sz="6000"/>
            </a:lvl8pPr>
            <a:lvl9pPr indent="-609600" lvl="8" marL="4114800" algn="l">
              <a:lnSpc>
                <a:spcPct val="90000"/>
              </a:lnSpc>
              <a:spcBef>
                <a:spcPts val="1500"/>
              </a:spcBef>
              <a:spcAft>
                <a:spcPts val="0"/>
              </a:spcAft>
              <a:buClr>
                <a:schemeClr val="dk1"/>
              </a:buClr>
              <a:buSzPts val="6000"/>
              <a:buChar char="•"/>
              <a:defRPr sz="6000"/>
            </a:lvl9pPr>
          </a:lstStyle>
          <a:p/>
        </p:txBody>
      </p:sp>
      <p:sp>
        <p:nvSpPr>
          <p:cNvPr id="58" name="Google Shape;58;p24"/>
          <p:cNvSpPr txBox="1"/>
          <p:nvPr>
            <p:ph idx="2" type="body"/>
          </p:nvPr>
        </p:nvSpPr>
        <p:spPr>
          <a:xfrm>
            <a:off x="2519366" y="6172200"/>
            <a:ext cx="11796711" cy="114347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4800"/>
              <a:buNone/>
              <a:defRPr sz="4800"/>
            </a:lvl1pPr>
            <a:lvl2pPr indent="-228600" lvl="1" marL="914400" algn="l">
              <a:lnSpc>
                <a:spcPct val="90000"/>
              </a:lnSpc>
              <a:spcBef>
                <a:spcPts val="1500"/>
              </a:spcBef>
              <a:spcAft>
                <a:spcPts val="0"/>
              </a:spcAft>
              <a:buClr>
                <a:schemeClr val="dk1"/>
              </a:buClr>
              <a:buSzPts val="4200"/>
              <a:buNone/>
              <a:defRPr sz="4200"/>
            </a:lvl2pPr>
            <a:lvl3pPr indent="-228600" lvl="2" marL="1371600" algn="l">
              <a:lnSpc>
                <a:spcPct val="90000"/>
              </a:lnSpc>
              <a:spcBef>
                <a:spcPts val="1500"/>
              </a:spcBef>
              <a:spcAft>
                <a:spcPts val="0"/>
              </a:spcAft>
              <a:buClr>
                <a:schemeClr val="dk1"/>
              </a:buClr>
              <a:buSzPts val="3600"/>
              <a:buNone/>
              <a:defRPr sz="3600"/>
            </a:lvl3pPr>
            <a:lvl4pPr indent="-228600" lvl="3" marL="1828800" algn="l">
              <a:lnSpc>
                <a:spcPct val="90000"/>
              </a:lnSpc>
              <a:spcBef>
                <a:spcPts val="1500"/>
              </a:spcBef>
              <a:spcAft>
                <a:spcPts val="0"/>
              </a:spcAft>
              <a:buClr>
                <a:schemeClr val="dk1"/>
              </a:buClr>
              <a:buSzPts val="3000"/>
              <a:buNone/>
              <a:defRPr sz="3000"/>
            </a:lvl4pPr>
            <a:lvl5pPr indent="-228600" lvl="4" marL="2286000" algn="l">
              <a:lnSpc>
                <a:spcPct val="90000"/>
              </a:lnSpc>
              <a:spcBef>
                <a:spcPts val="1500"/>
              </a:spcBef>
              <a:spcAft>
                <a:spcPts val="0"/>
              </a:spcAft>
              <a:buClr>
                <a:schemeClr val="dk1"/>
              </a:buClr>
              <a:buSzPts val="3000"/>
              <a:buNone/>
              <a:defRPr sz="3000"/>
            </a:lvl5pPr>
            <a:lvl6pPr indent="-228600" lvl="5" marL="2743200" algn="l">
              <a:lnSpc>
                <a:spcPct val="90000"/>
              </a:lnSpc>
              <a:spcBef>
                <a:spcPts val="1500"/>
              </a:spcBef>
              <a:spcAft>
                <a:spcPts val="0"/>
              </a:spcAft>
              <a:buClr>
                <a:schemeClr val="dk1"/>
              </a:buClr>
              <a:buSzPts val="3000"/>
              <a:buNone/>
              <a:defRPr sz="3000"/>
            </a:lvl6pPr>
            <a:lvl7pPr indent="-228600" lvl="6" marL="3200400" algn="l">
              <a:lnSpc>
                <a:spcPct val="90000"/>
              </a:lnSpc>
              <a:spcBef>
                <a:spcPts val="1500"/>
              </a:spcBef>
              <a:spcAft>
                <a:spcPts val="0"/>
              </a:spcAft>
              <a:buClr>
                <a:schemeClr val="dk1"/>
              </a:buClr>
              <a:buSzPts val="3000"/>
              <a:buNone/>
              <a:defRPr sz="3000"/>
            </a:lvl7pPr>
            <a:lvl8pPr indent="-228600" lvl="7" marL="3657600" algn="l">
              <a:lnSpc>
                <a:spcPct val="90000"/>
              </a:lnSpc>
              <a:spcBef>
                <a:spcPts val="1500"/>
              </a:spcBef>
              <a:spcAft>
                <a:spcPts val="0"/>
              </a:spcAft>
              <a:buClr>
                <a:schemeClr val="dk1"/>
              </a:buClr>
              <a:buSzPts val="3000"/>
              <a:buNone/>
              <a:defRPr sz="3000"/>
            </a:lvl8pPr>
            <a:lvl9pPr indent="-228600" lvl="8" marL="4114800" algn="l">
              <a:lnSpc>
                <a:spcPct val="90000"/>
              </a:lnSpc>
              <a:spcBef>
                <a:spcPts val="1500"/>
              </a:spcBef>
              <a:spcAft>
                <a:spcPts val="0"/>
              </a:spcAft>
              <a:buClr>
                <a:schemeClr val="dk1"/>
              </a:buClr>
              <a:buSzPts val="3000"/>
              <a:buNone/>
              <a:defRPr sz="3000"/>
            </a:lvl9pPr>
          </a:lstStyle>
          <a:p/>
        </p:txBody>
      </p:sp>
      <p:sp>
        <p:nvSpPr>
          <p:cNvPr id="59" name="Google Shape;59;p24"/>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4"/>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25"/>
          <p:cNvSpPr txBox="1"/>
          <p:nvPr>
            <p:ph type="title"/>
          </p:nvPr>
        </p:nvSpPr>
        <p:spPr>
          <a:xfrm>
            <a:off x="2519366" y="1371600"/>
            <a:ext cx="11796711" cy="4800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p:nvPr>
            <p:ph idx="2" type="pic"/>
          </p:nvPr>
        </p:nvSpPr>
        <p:spPr>
          <a:xfrm>
            <a:off x="15549564" y="2962277"/>
            <a:ext cx="18516600" cy="14620875"/>
          </a:xfrm>
          <a:prstGeom prst="rect">
            <a:avLst/>
          </a:prstGeom>
          <a:noFill/>
          <a:ln>
            <a:noFill/>
          </a:ln>
        </p:spPr>
      </p:sp>
      <p:sp>
        <p:nvSpPr>
          <p:cNvPr id="65" name="Google Shape;65;p25"/>
          <p:cNvSpPr txBox="1"/>
          <p:nvPr>
            <p:ph idx="1" type="body"/>
          </p:nvPr>
        </p:nvSpPr>
        <p:spPr>
          <a:xfrm>
            <a:off x="2519366" y="6172200"/>
            <a:ext cx="11796711" cy="114347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4800"/>
              <a:buNone/>
              <a:defRPr sz="4800"/>
            </a:lvl1pPr>
            <a:lvl2pPr indent="-228600" lvl="1" marL="914400" algn="l">
              <a:lnSpc>
                <a:spcPct val="90000"/>
              </a:lnSpc>
              <a:spcBef>
                <a:spcPts val="1500"/>
              </a:spcBef>
              <a:spcAft>
                <a:spcPts val="0"/>
              </a:spcAft>
              <a:buClr>
                <a:schemeClr val="dk1"/>
              </a:buClr>
              <a:buSzPts val="4200"/>
              <a:buNone/>
              <a:defRPr sz="4200"/>
            </a:lvl2pPr>
            <a:lvl3pPr indent="-228600" lvl="2" marL="1371600" algn="l">
              <a:lnSpc>
                <a:spcPct val="90000"/>
              </a:lnSpc>
              <a:spcBef>
                <a:spcPts val="1500"/>
              </a:spcBef>
              <a:spcAft>
                <a:spcPts val="0"/>
              </a:spcAft>
              <a:buClr>
                <a:schemeClr val="dk1"/>
              </a:buClr>
              <a:buSzPts val="3600"/>
              <a:buNone/>
              <a:defRPr sz="3600"/>
            </a:lvl3pPr>
            <a:lvl4pPr indent="-228600" lvl="3" marL="1828800" algn="l">
              <a:lnSpc>
                <a:spcPct val="90000"/>
              </a:lnSpc>
              <a:spcBef>
                <a:spcPts val="1500"/>
              </a:spcBef>
              <a:spcAft>
                <a:spcPts val="0"/>
              </a:spcAft>
              <a:buClr>
                <a:schemeClr val="dk1"/>
              </a:buClr>
              <a:buSzPts val="3000"/>
              <a:buNone/>
              <a:defRPr sz="3000"/>
            </a:lvl4pPr>
            <a:lvl5pPr indent="-228600" lvl="4" marL="2286000" algn="l">
              <a:lnSpc>
                <a:spcPct val="90000"/>
              </a:lnSpc>
              <a:spcBef>
                <a:spcPts val="1500"/>
              </a:spcBef>
              <a:spcAft>
                <a:spcPts val="0"/>
              </a:spcAft>
              <a:buClr>
                <a:schemeClr val="dk1"/>
              </a:buClr>
              <a:buSzPts val="3000"/>
              <a:buNone/>
              <a:defRPr sz="3000"/>
            </a:lvl5pPr>
            <a:lvl6pPr indent="-228600" lvl="5" marL="2743200" algn="l">
              <a:lnSpc>
                <a:spcPct val="90000"/>
              </a:lnSpc>
              <a:spcBef>
                <a:spcPts val="1500"/>
              </a:spcBef>
              <a:spcAft>
                <a:spcPts val="0"/>
              </a:spcAft>
              <a:buClr>
                <a:schemeClr val="dk1"/>
              </a:buClr>
              <a:buSzPts val="3000"/>
              <a:buNone/>
              <a:defRPr sz="3000"/>
            </a:lvl6pPr>
            <a:lvl7pPr indent="-228600" lvl="6" marL="3200400" algn="l">
              <a:lnSpc>
                <a:spcPct val="90000"/>
              </a:lnSpc>
              <a:spcBef>
                <a:spcPts val="1500"/>
              </a:spcBef>
              <a:spcAft>
                <a:spcPts val="0"/>
              </a:spcAft>
              <a:buClr>
                <a:schemeClr val="dk1"/>
              </a:buClr>
              <a:buSzPts val="3000"/>
              <a:buNone/>
              <a:defRPr sz="3000"/>
            </a:lvl7pPr>
            <a:lvl8pPr indent="-228600" lvl="7" marL="3657600" algn="l">
              <a:lnSpc>
                <a:spcPct val="90000"/>
              </a:lnSpc>
              <a:spcBef>
                <a:spcPts val="1500"/>
              </a:spcBef>
              <a:spcAft>
                <a:spcPts val="0"/>
              </a:spcAft>
              <a:buClr>
                <a:schemeClr val="dk1"/>
              </a:buClr>
              <a:buSzPts val="3000"/>
              <a:buNone/>
              <a:defRPr sz="3000"/>
            </a:lvl8pPr>
            <a:lvl9pPr indent="-228600" lvl="8" marL="4114800" algn="l">
              <a:lnSpc>
                <a:spcPct val="90000"/>
              </a:lnSpc>
              <a:spcBef>
                <a:spcPts val="1500"/>
              </a:spcBef>
              <a:spcAft>
                <a:spcPts val="0"/>
              </a:spcAft>
              <a:buClr>
                <a:schemeClr val="dk1"/>
              </a:buClr>
              <a:buSzPts val="3000"/>
              <a:buNone/>
              <a:defRPr sz="3000"/>
            </a:lvl9pPr>
          </a:lstStyle>
          <a:p/>
        </p:txBody>
      </p:sp>
      <p:sp>
        <p:nvSpPr>
          <p:cNvPr id="66" name="Google Shape;66;p25"/>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5"/>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26"/>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 type="body"/>
          </p:nvPr>
        </p:nvSpPr>
        <p:spPr>
          <a:xfrm rot="5400000">
            <a:off x="11760993" y="-3769518"/>
            <a:ext cx="13054014" cy="31546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72" name="Google Shape;72;p26"/>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27"/>
          <p:cNvSpPr txBox="1"/>
          <p:nvPr>
            <p:ph type="title"/>
          </p:nvPr>
        </p:nvSpPr>
        <p:spPr>
          <a:xfrm rot="5400000">
            <a:off x="21400293" y="5869782"/>
            <a:ext cx="17435514" cy="7886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 type="body"/>
          </p:nvPr>
        </p:nvSpPr>
        <p:spPr>
          <a:xfrm rot="5400000">
            <a:off x="5398293" y="-1788318"/>
            <a:ext cx="17435514" cy="232029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78" name="Google Shape;78;p27"/>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3200"/>
              <a:buFont typeface="Play"/>
              <a:buNone/>
              <a:defRPr b="0" i="0" sz="132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6"/>
          <p:cNvSpPr txBox="1"/>
          <p:nvPr>
            <p:ph idx="1" type="body"/>
          </p:nvPr>
        </p:nvSpPr>
        <p:spPr>
          <a:xfrm>
            <a:off x="2514600" y="5476875"/>
            <a:ext cx="31546800" cy="13054014"/>
          </a:xfrm>
          <a:prstGeom prst="rect">
            <a:avLst/>
          </a:prstGeom>
          <a:noFill/>
          <a:ln>
            <a:noFill/>
          </a:ln>
        </p:spPr>
        <p:txBody>
          <a:bodyPr anchorCtr="0" anchor="t" bIns="45700" lIns="91425" spcFirstLastPara="1" rIns="91425" wrap="square" tIns="45700">
            <a:normAutofit/>
          </a:bodyPr>
          <a:lstStyle>
            <a:lvl1pPr indent="-762000" lvl="0" marL="457200" marR="0" rtl="0" algn="l">
              <a:lnSpc>
                <a:spcPct val="90000"/>
              </a:lnSpc>
              <a:spcBef>
                <a:spcPts val="3000"/>
              </a:spcBef>
              <a:spcAft>
                <a:spcPts val="0"/>
              </a:spcAft>
              <a:buClr>
                <a:schemeClr val="dk1"/>
              </a:buClr>
              <a:buSzPts val="8400"/>
              <a:buFont typeface="Arial"/>
              <a:buChar char="•"/>
              <a:defRPr b="0" i="0" sz="8400" u="none" cap="none" strike="noStrike">
                <a:solidFill>
                  <a:schemeClr val="dk1"/>
                </a:solidFill>
                <a:latin typeface="Arial"/>
                <a:ea typeface="Arial"/>
                <a:cs typeface="Arial"/>
                <a:sym typeface="Arial"/>
              </a:defRPr>
            </a:lvl1pPr>
            <a:lvl2pPr indent="-685800" lvl="1" marL="914400" marR="0" rtl="0" algn="l">
              <a:lnSpc>
                <a:spcPct val="90000"/>
              </a:lnSpc>
              <a:spcBef>
                <a:spcPts val="1500"/>
              </a:spcBef>
              <a:spcAft>
                <a:spcPts val="0"/>
              </a:spcAft>
              <a:buClr>
                <a:schemeClr val="dk1"/>
              </a:buClr>
              <a:buSzPts val="7200"/>
              <a:buFont typeface="Arial"/>
              <a:buChar char="•"/>
              <a:defRPr b="0" i="0" sz="7200" u="none" cap="none" strike="noStrike">
                <a:solidFill>
                  <a:schemeClr val="dk1"/>
                </a:solidFill>
                <a:latin typeface="Arial"/>
                <a:ea typeface="Arial"/>
                <a:cs typeface="Arial"/>
                <a:sym typeface="Arial"/>
              </a:defRPr>
            </a:lvl2pPr>
            <a:lvl3pPr indent="-609600" lvl="2" marL="1371600" marR="0" rtl="0" algn="l">
              <a:lnSpc>
                <a:spcPct val="90000"/>
              </a:lnSpc>
              <a:spcBef>
                <a:spcPts val="1500"/>
              </a:spcBef>
              <a:spcAft>
                <a:spcPts val="0"/>
              </a:spcAft>
              <a:buClr>
                <a:schemeClr val="dk1"/>
              </a:buClr>
              <a:buSzPts val="6000"/>
              <a:buFont typeface="Arial"/>
              <a:buChar char="•"/>
              <a:defRPr b="0" i="0" sz="6000" u="none" cap="none" strike="noStrike">
                <a:solidFill>
                  <a:schemeClr val="dk1"/>
                </a:solidFill>
                <a:latin typeface="Arial"/>
                <a:ea typeface="Arial"/>
                <a:cs typeface="Arial"/>
                <a:sym typeface="Arial"/>
              </a:defRPr>
            </a:lvl3pPr>
            <a:lvl4pPr indent="-571500" lvl="3" marL="18288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4pPr>
            <a:lvl5pPr indent="-571500" lvl="4" marL="22860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5pPr>
            <a:lvl6pPr indent="-571500" lvl="5" marL="27432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6pPr>
            <a:lvl7pPr indent="-571500" lvl="6" marL="32004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7pPr>
            <a:lvl8pPr indent="-571500" lvl="7" marL="36576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8pPr>
            <a:lvl9pPr indent="-571500" lvl="8" marL="41148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9pPr>
          </a:lstStyle>
          <a:p/>
        </p:txBody>
      </p:sp>
      <p:sp>
        <p:nvSpPr>
          <p:cNvPr id="12" name="Google Shape;12;p16"/>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6"/>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6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6"/>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grpSp>
        <p:nvGrpSpPr>
          <p:cNvPr id="15" name="Google Shape;15;p16"/>
          <p:cNvGrpSpPr/>
          <p:nvPr/>
        </p:nvGrpSpPr>
        <p:grpSpPr>
          <a:xfrm>
            <a:off x="34046160" y="-120443"/>
            <a:ext cx="1701166" cy="2361085"/>
            <a:chOff x="33588959" y="-120443"/>
            <a:chExt cx="2346273" cy="3256443"/>
          </a:xfrm>
        </p:grpSpPr>
        <p:sp>
          <p:nvSpPr>
            <p:cNvPr id="16" name="Google Shape;16;p16"/>
            <p:cNvSpPr/>
            <p:nvPr/>
          </p:nvSpPr>
          <p:spPr>
            <a:xfrm rot="10800000">
              <a:off x="33588959" y="-120443"/>
              <a:ext cx="2346273" cy="3256443"/>
            </a:xfrm>
            <a:prstGeom prst="round2SameRect">
              <a:avLst>
                <a:gd fmla="val 50000" name="adj1"/>
                <a:gd fmla="val 0" name="adj2"/>
              </a:avLst>
            </a:prstGeom>
            <a:solidFill>
              <a:schemeClr val="dk1"/>
            </a:solidFill>
            <a:ln cap="flat" cmpd="sng" w="19050">
              <a:solidFill>
                <a:srgbClr val="7F7F7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white circle with a black letter in it&#10;&#10;AI-generated content may be incorrect." id="17" name="Google Shape;17;p16"/>
            <p:cNvPicPr preferRelativeResize="0"/>
            <p:nvPr/>
          </p:nvPicPr>
          <p:blipFill rotWithShape="1">
            <a:blip r:embed="rId2">
              <a:alphaModFix/>
            </a:blip>
            <a:srcRect b="0" l="0" r="0" t="0"/>
            <a:stretch/>
          </p:blipFill>
          <p:spPr>
            <a:xfrm>
              <a:off x="33822708" y="872172"/>
              <a:ext cx="1878774" cy="1878774"/>
            </a:xfrm>
            <a:prstGeom prst="rect">
              <a:avLst/>
            </a:prstGeom>
            <a:noFill/>
            <a:ln>
              <a:noFill/>
            </a:ln>
          </p:spPr>
        </p:pic>
      </p:gr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Gupta Administration</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dirty="0">
                <a:solidFill>
                  <a:srgbClr val="FFFFFF"/>
                </a:solidFill>
                <a:latin typeface="Poppins"/>
                <a:cs typeface="Noto Sans Devanagari"/>
                <a:ea typeface="Noto Sans Devanagari"/>
              </a:rPr>
              <a:t>The Gupta period saw the gradual disappearance of the Republican form of government. However, unlike the Mauryan Empire, the Gupta administration was decentralised in nature. It means that feudatories, i.e., local kings and smallar chiefs ruled a large part of the empire. These chiefs and rulers adopted the titles like raja and maharaja, whereas the imperial Gupta rulers adopted pompous titles like *parameshvara*, *maharajadhiraja* and *paramabhattaraka*.</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Monarchy</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dirty="0">
                <a:solidFill>
                  <a:srgbClr val="FFFFFF"/>
                </a:solidFill>
                <a:latin typeface="Poppins"/>
                <a:cs typeface="Noto Sans Devanagari"/>
                <a:ea typeface="Noto Sans Devanagari"/>
              </a:rPr>
              <a:t>Monarchy was the prevailing form of government during the Gupta period. The theory of the divinity of kings became popular during this period. The Gupta Kings were compared to different Gods such as *Yama*, *Varuna*, *Indra* and *Kubera*. They were compared to Vishnu as regards their function of preserving and protecting the people. Lakshmi, the goddess of prosperity, appears on many Gupta coins.</a:t>
            </a:r>
          </a:p>
          <a:p>
            <a:pPr indent="0" marL="0">
              <a:lnSpc>
                <a:spcPct val="150000"/>
              </a:lnSpc>
            </a:pPr>
            <a:r>
              <a:rPr lang="en-US" sz="5600" dirty="0">
                <a:solidFill>
                  <a:srgbClr val="FFFFFF"/>
                </a:solidFill>
                <a:latin typeface="Poppins"/>
                <a:cs typeface="Noto Sans Devanagari"/>
                <a:ea typeface="Noto Sans Devanagari"/>
              </a:rPr>
              <a:t>The Gupta kings enjoyed a large number of powers which covered the political, administrative, military and judicial fields. They were the commanders-in-chief of the army. Samudragupta, Chandragupta II and Skandagupta personally led their armies. The kings appointed all the governors and important military and civil officers. The governors and their officers had to work under the control and guidance of the king.</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Monarchy (Continued)</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dirty="0">
                <a:solidFill>
                  <a:srgbClr val="FFFFFF"/>
                </a:solidFill>
                <a:latin typeface="Poppins"/>
                <a:cs typeface="Noto Sans Devanagari"/>
                <a:ea typeface="Noto Sans Devanagari"/>
              </a:rPr>
              <a:t>Likewise, the central secretariat also worked under the supervision of the king. The king was the source of all honours and titles. All land in the country was the property of the king who could give away the same to anybody he pleased. He could construct dams, give shelter to foreigners, impose, recover and remit taxes and give justice. If any property was unclaimed, that went into the coffers of the king.</a:t>
            </a:r>
          </a:p>
          <a:p>
            <a:pPr indent="0" marL="0">
              <a:lnSpc>
                <a:spcPct val="150000"/>
              </a:lnSpc>
            </a:pPr>
            <a:r>
              <a:rPr lang="en-US" sz="5600" dirty="0">
                <a:solidFill>
                  <a:srgbClr val="FFFFFF"/>
                </a:solidFill>
                <a:latin typeface="Poppins"/>
                <a:cs typeface="Noto Sans Devanagari"/>
                <a:ea typeface="Noto Sans Devanagari"/>
              </a:rPr>
              <a:t>Despite the divine elements attributed to Gupta kings, the brahmans as the chief custodians and interpreters of laws, exercised a check on royal power.</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The Council of Ministers</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dirty="0">
                <a:solidFill>
                  <a:srgbClr val="FFFFFF"/>
                </a:solidFill>
                <a:latin typeface="Poppins"/>
                <a:cs typeface="Noto Sans Devanagari"/>
                <a:ea typeface="Noto Sans Devanagari"/>
              </a:rPr>
              <a:t>The Gupta rulers had their councils. Kalidasa, the renowned poet, refers to the *Mantri-Parishad*. It consisted of the prince, the high officials and the feudatories. Among the high officers were the *kumaramatya* and the *sandhivigrahika*. The kumaramatyas formed the chief cadre for recruiting high functionaries. Some of the kumaramatyas functioned in their own right and maintained their regular office.</a:t>
            </a:r>
          </a:p>
          <a:p>
            <a:pPr indent="0" marL="0">
              <a:lnSpc>
                <a:spcPct val="150000"/>
              </a:lnSpc>
            </a:pPr>
            <a:r>
              <a:rPr lang="en-US" sz="5600" dirty="0">
                <a:solidFill>
                  <a:srgbClr val="FFFFFF"/>
                </a:solidFill>
                <a:latin typeface="Poppins"/>
                <a:cs typeface="Noto Sans Devanagari"/>
                <a:ea typeface="Noto Sans Devanagari"/>
              </a:rPr>
              <a:t>The office of the *sandhivigrahika* (minister of peace and war) first appeared under Samudragupta and Harisena held this title. The main duty of sandhivigrahika was to deal with the feudatories. In addition to these officers, there are references to a dozen other officers engaged in managing military, fiscal and rural matters.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The Council of Ministers (Continued)</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dirty="0">
                <a:solidFill>
                  <a:srgbClr val="FFFFFF"/>
                </a:solidFill>
                <a:latin typeface="Poppins"/>
                <a:cs typeface="Noto Sans Devanagari"/>
                <a:ea typeface="Noto Sans Devanagari"/>
              </a:rPr>
              <a:t>The growing importance of cavalry is supported by seals and inscriptions. Civil officials such as *amatyas*, *kumaramatyas*, etc., performed military functions or were promoted to the rank of high military officers.</a:t>
            </a:r>
          </a:p>
          <a:p>
            <a:pPr indent="0" marL="0">
              <a:lnSpc>
                <a:spcPct val="150000"/>
              </a:lnSpc>
            </a:pPr>
            <a:r>
              <a:rPr lang="en-US" sz="5600" dirty="0">
                <a:solidFill>
                  <a:srgbClr val="FFFFFF"/>
                </a:solidFill>
                <a:latin typeface="Poppins"/>
                <a:cs typeface="Noto Sans Devanagari"/>
                <a:ea typeface="Noto Sans Devanagari"/>
              </a:rPr>
              <a:t>There were officers connected with land transaction. Some of these maintained records of land, sales and other records connected with land.</a:t>
            </a:r>
          </a:p>
          <a:p>
            <a:pPr indent="0" marL="0">
              <a:lnSpc>
                <a:spcPct val="150000"/>
              </a:lnSpc>
            </a:pPr>
            <a:r>
              <a:rPr lang="en-US" sz="5600" dirty="0">
                <a:solidFill>
                  <a:srgbClr val="FFFFFF"/>
                </a:solidFill>
                <a:latin typeface="Poppins"/>
                <a:cs typeface="Noto Sans Devanagari"/>
                <a:ea typeface="Noto Sans Devanagari"/>
              </a:rPr>
              <a:t>Revenues might have been collected mostly in kind; but rich peasants probably paid in cash. The officer connected with the collection of tolls on commodities is known as *shaulkika*.</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dirty="0">
                <a:solidFill>
                  <a:srgbClr val="FFFFFF"/>
                </a:solidFill>
                <a:latin typeface="Poppins"/>
                <a:cs typeface="Noto Sans Devanagari"/>
                <a:ea typeface="Noto Sans Devanagari"/>
              </a:rPr>
              <a:t>The Gupta rulers evolved the first systematic provincial and local administration, which was primarily concerned with the collection of revenues and maintenance of law and order.</a:t>
            </a:r>
          </a:p>
          <a:p>
            <a:pPr indent="0" marL="0">
              <a:lnSpc>
                <a:spcPct val="150000"/>
              </a:lnSpc>
            </a:pPr>
            <a:r>
              <a:rPr lang="en-US" sz="5600" b="1" dirty="0">
                <a:solidFill>
                  <a:srgbClr val="FFFFFF"/>
                </a:solidFill>
                <a:latin typeface="Poppins"/>
                <a:cs typeface="Noto Sans Devanagari"/>
                <a:ea typeface="Noto Sans Devanagari"/>
              </a:rPr>
              <a:t>Provincial Administration:</a:t>
            </a:r>
            <a:r>
              <a:rPr lang="en-US" sz="5600" dirty="0">
                <a:solidFill>
                  <a:srgbClr val="FFFFFF"/>
                </a:solidFill>
                <a:latin typeface="Poppins"/>
                <a:cs typeface="Noto Sans Devanagari"/>
                <a:ea typeface="Noto Sans Devanagari"/>
              </a:rPr>
              <a:t> The core of the Empire directly controlled by the Guptas was divided into *bhuktis*, each of which was placed under the charge of an *uparika*. The *uparika* was a governor appointed by the king.</a:t>
            </a:r>
          </a:p>
        </p:txBody>
      </p:sp>
      <p:sp>
        <p:nvSpPr>
          <p:cNvPr id="6" name="Google Shape;89;p4"/>
          <p:cNvSpPr txBox="1"/>
          <p:nvPr/>
        </p:nvSpPr>
        <p:spPr>
          <a:xfrm>
            <a:off x="914400" y="4711025"/>
            <a:ext cx="29260560" cy="17393675"/>
          </a:xfrm>
          <a:prstGeom prst="rect">
            <a:avLst/>
          </a:prstGeom>
          <a:noFill/>
          <a:ln>
            <a:noFill/>
          </a:ln>
        </p:spPr>
        <p:txBody>
          <a:bodyPr anchorCtr="0" anchor="ctr" bIns="45700" lIns="91425" spcFirstLastPara="1" rIns="91425" wrap="square" tIns="45700" rtlCol="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Provincial and Local Administration</a:t>
            </a:r>
            <a:endParaRPr b="1" i="0" sz="8000" u="none" cap="none" strike="noStrike">
              <a:solidFill>
                <a:srgbClr val="000000"/>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Village Administration</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b="1" dirty="0">
                <a:solidFill>
                  <a:srgbClr val="FFFFFF"/>
                </a:solidFill>
                <a:latin typeface="Poppins"/>
                <a:cs typeface="Noto Sans Devanagari"/>
                <a:ea typeface="Noto Sans Devanagari"/>
              </a:rPr>
              <a:t>Village Administration:</a:t>
            </a:r>
            <a:r>
              <a:rPr lang="en-US" sz="5600" dirty="0">
                <a:solidFill>
                  <a:srgbClr val="FFFFFF"/>
                </a:solidFill>
                <a:latin typeface="Poppins"/>
                <a:cs typeface="Noto Sans Devanagari"/>
                <a:ea typeface="Noto Sans Devanagari"/>
              </a:rPr>
              <a:t> The village administration was managed by the village headman. The Gupta inscriptions refer to the participation of leading local elements in the administration of the village or small towns called *vithis*. No land transactions could be effected without their consent and this may have been also true of other important affairs. Thus, while villages in Mauryan times were managed from above, those in the Gupta times seem to have been managed from the grassroot level.</a:t>
            </a:r>
          </a:p>
          <a:p>
            <a:pPr indent="0" marL="0">
              <a:lnSpc>
                <a:spcPct val="150000"/>
              </a:lnSpc>
            </a:pPr>
            <a:r>
              <a:rPr lang="en-US" sz="5600" b="1" dirty="0">
                <a:solidFill>
                  <a:srgbClr val="FFFFFF"/>
                </a:solidFill>
                <a:latin typeface="Poppins"/>
                <a:cs typeface="Noto Sans Devanagari"/>
                <a:ea typeface="Noto Sans Devanagari"/>
              </a:rPr>
              <a:t>Town Administration:</a:t>
            </a:r>
            <a:r>
              <a:rPr lang="en-US" sz="5600" dirty="0">
                <a:solidFill>
                  <a:srgbClr val="FFFFFF"/>
                </a:solidFill>
                <a:latin typeface="Poppins"/>
                <a:cs typeface="Noto Sans Devanagari"/>
                <a:ea typeface="Noto Sans Devanagari"/>
              </a:rPr>
              <a:t> There were various *towns (janapadas)*, which issued their seals and coins. They were administered by a committee of five. Some towns were being administered by some kind of *parishads*.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Village Administration (Continued)</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dirty="0">
                <a:solidFill>
                  <a:srgbClr val="FFFFFF"/>
                </a:solidFill>
                <a:latin typeface="Poppins"/>
                <a:cs typeface="Noto Sans Devanagari"/>
                <a:ea typeface="Noto Sans Devanagari"/>
              </a:rPr>
              <a:t>The towns in the Gupta Empire were usually placed under an officer called *purapala*. The leading local men were also associated with the work of administration in towns. Such people belonged to the guilds of artisans and traders which flourished during the Gupta age. Vaishali in Bihar was an important town where there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Feudal Nature of Polity</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b="1" dirty="0">
                <a:solidFill>
                  <a:srgbClr val="FFFFFF"/>
                </a:solidFill>
                <a:latin typeface="Poppins"/>
                <a:cs typeface="Noto Sans Devanagari"/>
                <a:ea typeface="Noto Sans Devanagari"/>
              </a:rPr>
              <a:t>Feudal Nature of Polity</a:t>
            </a:r>
          </a:p>
          <a:p>
            <a:pPr indent="0" marL="0">
              <a:lnSpc>
                <a:spcPct val="150000"/>
              </a:lnSpc>
            </a:pPr>
            <a:r>
              <a:rPr lang="en-US" sz="5600" dirty="0">
                <a:solidFill>
                  <a:srgbClr val="FFFFFF"/>
                </a:solidFill>
                <a:latin typeface="Poppins"/>
                <a:cs typeface="Noto Sans Devanagari"/>
                <a:ea typeface="Noto Sans Devanagari"/>
              </a:rPr>
              <a:t>The system of administration underwent several changes under the Guptas.</a:t>
            </a:r>
          </a:p>
          <a:p>
            <a:pPr indent="0" marL="0">
              <a:lnSpc>
                <a:spcPct val="150000"/>
              </a:lnSpc>
            </a:pPr>
            <a:r>
              <a:rPr lang="en-US" sz="5600" dirty="0">
                <a:solidFill>
                  <a:srgbClr val="FFFFFF"/>
                </a:solidFill>
                <a:latin typeface="Poppins"/>
                <a:cs typeface="Noto Sans Devanagari"/>
                <a:ea typeface="Noto Sans Devanagari"/>
              </a:rPr>
              <a:t>The Mauryan state is credited with 'comprehensive competence based on centralised control', which may have been true of its rule in the core area of the middle Ganga plains. The Gupta period shows the process of the devolution of the state authority. The functions of collection of taxes, regulation of mines, agriculture etc., together with those of the maintenance of law and order and defence, which were earlier performed by the state officials, were now gradually delegated, first to the priestly class and later to the warrior class.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4. Iron was better than copper or bronze because it was</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harder</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cheaper</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available in plenty</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All of the above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5. The use of iron gave rise to new occupations, which one of the following is NOT one of them?</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farming</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tool-making</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pottery</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shipping</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6. What is referred to as PGW or Painted Grey Ware pottery?</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Rugged grey pottery</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Very fine, smooth and even-coloured pottery</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Bead-encrusted black pottery</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All of the above</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7. During Rig Vedic times the king was advised by:</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Sabha</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Samiti</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Vidhtha</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All of the above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8. 'Vidatha' the assembly did NOT perform which of the following functions?</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Economic</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Social</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Religious</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Administrative</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9. What was the life expectancy of a person in the Vedic Age</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25 years</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50 years</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75 years</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100 years</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10. The Rig Vedic economy was primarily</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Purandara</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Varuna</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Jitendra</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Rain god</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11. The Rig Vedic economy was primarily</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Agricultura</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Military</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Pastoral</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Nomadic</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12. Family, the fundamental unit of society, was patriarchal and was headed by</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Vishapati</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Purohita</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Grihapati</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Gramini</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1. Name the two categories of Early Vedic Literature. Why was the Early Vedic Literature known as Shruti ?</a:t>
            </a:r>
          </a:p>
          <a:p>
            <a:pPr indent="0" marL="0"/>
            <a:r>
              <a:rPr lang="en-US" sz="5600" dirty="0">
                <a:solidFill>
                  <a:srgbClr val="FFC000"/>
                </a:solidFill>
                <a:latin typeface="Poppins"/>
                <a:cs typeface="Noto Sans Devanagari"/>
                <a:ea typeface="Noto Sans Devanagari"/>
              </a:rPr>
              <a:t>Ans. Vedic literature is divided into two parts, namely the Shruti and the Smriti. The Early Vedic Literature was known as 'Shruti', because it was conveyed by the God to the great sages by hearing (by 'Shravan') and so it was called 'Shruti'.</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2. Name the four Vedas.</a:t>
            </a:r>
          </a:p>
          <a:p>
            <a:pPr indent="0" marL="0"/>
            <a:r>
              <a:rPr lang="en-US" sz="5600" dirty="0">
                <a:solidFill>
                  <a:srgbClr val="FFC000"/>
                </a:solidFill>
                <a:latin typeface="Poppins"/>
                <a:cs typeface="Noto Sans Devanagari"/>
                <a:ea typeface="Noto Sans Devanagari"/>
              </a:rPr>
              <a:t>Ans. (a) The Rig Veda : It is the oldest religious text in the world. It contains 1028 hymns divided into 10 mandalas.</a:t>
            </a:r>
          </a:p>
          <a:p>
            <a:pPr indent="0" marL="0"/>
            <a:r>
              <a:rPr lang="en-US" sz="5600" dirty="0">
                <a:solidFill>
                  <a:srgbClr val="FFC000"/>
                </a:solidFill>
                <a:latin typeface="Poppins"/>
                <a:cs typeface="Noto Sans Devanagari"/>
                <a:ea typeface="Noto Sans Devanagari"/>
              </a:rPr>
              <a:t>(b) The Sama Veda : It contains 1875 hymns, some of which are borrowed from the Rig Veda.</a:t>
            </a:r>
          </a:p>
          <a:p>
            <a:pPr indent="0" marL="0"/>
            <a:r>
              <a:rPr lang="en-US" sz="5600" dirty="0">
                <a:solidFill>
                  <a:srgbClr val="FFC000"/>
                </a:solidFill>
                <a:latin typeface="Poppins"/>
                <a:cs typeface="Noto Sans Devanagari"/>
                <a:ea typeface="Noto Sans Devanagari"/>
              </a:rPr>
              <a:t>(c) The Yajur Veda : It deals with rituals.</a:t>
            </a:r>
          </a:p>
          <a:p>
            <a:pPr indent="0" marL="0"/>
            <a:r>
              <a:rPr lang="en-US" sz="5600" dirty="0">
                <a:solidFill>
                  <a:srgbClr val="FFC000"/>
                </a:solidFill>
                <a:latin typeface="Poppins"/>
                <a:cs typeface="Noto Sans Devanagari"/>
                <a:ea typeface="Noto Sans Devanagari"/>
              </a:rPr>
              <a:t>(d) The Atharva Veda : It contains 731 hymns dealing with magic and charm.</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4. What are the Upanishads ? Name any two Upanishads.</a:t>
            </a:r>
          </a:p>
          <a:p>
            <a:pPr indent="0" marL="0"/>
            <a:r>
              <a:rPr lang="en-US" sz="5600" dirty="0">
                <a:solidFill>
                  <a:srgbClr val="FFC000"/>
                </a:solidFill>
                <a:latin typeface="Poppins"/>
                <a:cs typeface="Noto Sans Devanagari"/>
                <a:ea typeface="Noto Sans Devanagari"/>
              </a:rPr>
              <a:t>Ans. The Upanishads are philosophical commentaries on the Vedas. These form the basic source of Indian philosophy. These were composed between 1000 BC–800 BC by different sages, they are said to form the foundation on which later additions to Vedic Literature rest. The most famous of Upanishads are Chandogya Upanishad, Kena Upanishad, Aitareya Upanishad and Taittiriya Upanishad.</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5. What are the Dharmashastras ?</a:t>
            </a:r>
          </a:p>
          <a:p>
            <a:pPr indent="0" marL="0"/>
            <a:r>
              <a:rPr lang="en-US" sz="5600" dirty="0">
                <a:solidFill>
                  <a:srgbClr val="FFC000"/>
                </a:solidFill>
                <a:latin typeface="Poppins"/>
                <a:cs typeface="Noto Sans Devanagari"/>
                <a:ea typeface="Noto Sans Devanagari"/>
              </a:rPr>
              <a:t>Ans. The law-books are called the Dharmasutras and the Samritis together with their commentaries are called Dharamashastras. Manusmriti, which gives the description of Hindu code of law is a Dharmashastra.</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17. State two important changes that took place in the society in the process of its transition from the Early Vedic Period to the Later Vedic Period.</a:t>
            </a:r>
          </a:p>
          <a:p>
            <a:pPr indent="0" marL="0"/>
            <a:r>
              <a:rPr lang="en-US" sz="5600" dirty="0">
                <a:solidFill>
                  <a:srgbClr val="FFC000"/>
                </a:solidFill>
                <a:latin typeface="Poppins"/>
                <a:cs typeface="Noto Sans Devanagari"/>
                <a:ea typeface="Noto Sans Devanagari"/>
              </a:rPr>
              <a:t>Ans. Three important changes that take place in the society are:</a:t>
            </a:r>
          </a:p>
          <a:p>
            <a:pPr indent="0" marL="0"/>
            <a:r>
              <a:rPr lang="en-US" sz="5600" dirty="0">
                <a:solidFill>
                  <a:srgbClr val="FFC000"/>
                </a:solidFill>
                <a:latin typeface="Poppins"/>
                <a:cs typeface="Noto Sans Devanagari"/>
                <a:ea typeface="Noto Sans Devanagari"/>
              </a:rPr>
              <a:t>(i) Single family system converted to Joint family system.</a:t>
            </a:r>
          </a:p>
          <a:p>
            <a:pPr indent="0" marL="0"/>
            <a:r>
              <a:rPr lang="en-US" sz="5600" dirty="0">
                <a:solidFill>
                  <a:srgbClr val="FFC000"/>
                </a:solidFill>
                <a:latin typeface="Poppins"/>
                <a:cs typeface="Noto Sans Devanagari"/>
                <a:ea typeface="Noto Sans Devanagari"/>
              </a:rPr>
              <a:t>(ii) Equal rights enjoyed by women changed to declination in the status of women.</a:t>
            </a:r>
          </a:p>
          <a:p>
            <a:pPr indent="0" marL="0"/>
            <a:r>
              <a:rPr lang="en-US" sz="5600" dirty="0">
                <a:solidFill>
                  <a:srgbClr val="FFC000"/>
                </a:solidFill>
                <a:latin typeface="Poppins"/>
                <a:cs typeface="Noto Sans Devanagari"/>
                <a:ea typeface="Noto Sans Devanagari"/>
              </a:rPr>
              <a:t>(iii) General caste system converted to rigid caste system.</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2025-09-20T11:39:58Z</dcterms:created>
  <dc:creator>PW Office 86</dc:creator>
</cp:coreProperties>
</file>