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143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93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472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256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Google Shape;133;p29"/>
          <p:cNvSpPr/>
          <p:nvPr/>
        </p:nvSpPr>
        <p:spPr>
          <a:xfrm>
            <a:off x="1039499" y="11373307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732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40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48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03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406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