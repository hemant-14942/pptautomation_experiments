
<file path=[Content_Types].xml><?xml version="1.0" encoding="utf-8"?>
<Types xmlns="http://schemas.openxmlformats.org/package/2006/content-types">
  <Default Extension="fntdata" ContentType="application/x-fontdata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metadata" ContentType="application/binary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core-properties" Target="docProps/core.xml"/><Relationship Id="rId3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embedTrueTypeFonts="1" saveSubsetFonts="1" autoCompressPictures="0">
  <p:sldMasterIdLst>
    <p:sldMasterId id="2147483648" r:id="rId1"/>
  </p:sldMasterIdLst>
  <p:notesMasterIdLst>
    <p:notesMasterId r:id="rId9"/>
  </p:notesMasterIdLst>
  <p:sldIdLst>
    <p:sldId id="264" r:id="rId32"/>
    <p:sldId id="265" r:id="rId33"/>
    <p:sldId id="266" r:id="rId34"/>
    <p:sldId id="267" r:id="rId35"/>
    <p:sldId id="268" r:id="rId36"/>
    <p:sldId id="269" r:id="rId37"/>
    <p:sldId id="270" r:id="rId38"/>
    <p:sldId id="271" r:id="rId39"/>
    <p:sldId id="272" r:id="rId40"/>
    <p:sldId id="273" r:id="rId41"/>
    <p:sldId id="274" r:id="rId42"/>
    <p:sldId id="275" r:id="rId43"/>
    <p:sldId id="276" r:id="rId44"/>
    <p:sldId id="277" r:id="rId45"/>
    <p:sldId id="278" r:id="rId46"/>
    <p:sldId id="279" r:id="rId47"/>
    <p:sldId id="280" r:id="rId48"/>
    <p:sldId id="281" r:id="rId49"/>
    <p:sldId id="282" r:id="rId50"/>
    <p:sldId id="283" r:id="rId51"/>
    <p:sldId id="284" r:id="rId52"/>
    <p:sldId id="285" r:id="rId53"/>
    <p:sldId id="286" r:id="rId54"/>
    <p:sldId id="287" r:id="rId55"/>
    <p:sldId id="288" r:id="rId56"/>
    <p:sldId id="289" r:id="rId57"/>
    <p:sldId id="290" r:id="rId58"/>
    <p:sldId id="291" r:id="rId59"/>
    <p:sldId id="292" r:id="rId60"/>
    <p:sldId id="293" r:id="rId61"/>
    <p:sldId id="294" r:id="rId62"/>
    <p:sldId id="295" r:id="rId63"/>
    <p:sldId id="296" r:id="rId64"/>
    <p:sldId id="297" r:id="rId65"/>
    <p:sldId id="298" r:id="rId66"/>
  </p:sldIdLst>
  <p:sldSz cx="36576000" cy="20574000"/>
  <p:notesSz cx="6858000" cy="9144000"/>
  <p:embeddedFontLst>
    <p:embeddedFont>
      <p:font typeface="Cambria" panose="02040503050406030204" pitchFamily="18" charset="0"/>
      <p:regular r:id="rId10"/>
      <p:bold r:id="rId11"/>
      <p:italic r:id="rId12"/>
      <p:boldItalic r:id="rId13"/>
    </p:embeddedFont>
    <p:embeddedFont>
      <p:font typeface="Play" panose="020B0604020202020204" charset="0"/>
      <p:regular r:id="rId14"/>
      <p:bold r:id="rId15"/>
    </p:embeddedFont>
    <p:embeddedFont>
      <p:font typeface="Poppins" panose="00000500000000000000" pitchFamily="2" charset="0"/>
      <p:regular r:id="rId16"/>
      <p:bold r:id="rId17"/>
      <p:italic r:id="rId18"/>
      <p:boldItalic r:id="rId19"/>
    </p:embeddedFont>
  </p:embeddedFontLst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>
        <p15:guide id="1" orient="horz" pos="12264">
          <p15:clr>
            <a:srgbClr val="A4A3A4"/>
          </p15:clr>
        </p15:guide>
        <p15:guide id="2" pos="552">
          <p15:clr>
            <a:srgbClr val="A4A3A4"/>
          </p15:clr>
        </p15:guide>
      </p15:sldGuideLst>
    </p:ext>
    <p:ext uri="GoogleSlidesCustomDataVersion2">
      <go:slidesCustomData xmlns="" xmlns:mc="http://schemas.openxmlformats.org/markup-compatibility/2006" xmlns:mv="urn:schemas-microsoft-com:mac:vml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xmlns:go="http://customooxmlschemas.google.com/" r:id="rId27" roundtripDataSignature="AMtx7mhTXF3oIDNHmtEeAXsM8Of30ZXpMQ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29" d="100"/>
          <a:sy n="29" d="100"/>
        </p:scale>
        <p:origin x="490" y="101"/>
      </p:cViewPr>
      <p:guideLst>
        <p:guide orient="horz" pos="12264"/>
        <p:guide pos="552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9" Type="http://schemas.openxmlformats.org/officeDocument/2006/relationships/notesMaster" Target="notesMasters/notesMaster1.xml"/><Relationship Id="rId10" Type="http://schemas.openxmlformats.org/officeDocument/2006/relationships/font" Target="fonts/font1.fntdata"/><Relationship Id="rId11" Type="http://schemas.openxmlformats.org/officeDocument/2006/relationships/font" Target="fonts/font2.fntdata"/><Relationship Id="rId12" Type="http://schemas.openxmlformats.org/officeDocument/2006/relationships/font" Target="fonts/font3.fntdata"/><Relationship Id="rId13" Type="http://schemas.openxmlformats.org/officeDocument/2006/relationships/font" Target="fonts/font4.fntdata"/><Relationship Id="rId14" Type="http://schemas.openxmlformats.org/officeDocument/2006/relationships/font" Target="fonts/font5.fntdata"/><Relationship Id="rId15" Type="http://schemas.openxmlformats.org/officeDocument/2006/relationships/font" Target="fonts/font6.fntdata"/><Relationship Id="rId16" Type="http://schemas.openxmlformats.org/officeDocument/2006/relationships/font" Target="fonts/font7.fntdata"/><Relationship Id="rId17" Type="http://schemas.openxmlformats.org/officeDocument/2006/relationships/font" Target="fonts/font8.fntdata"/><Relationship Id="rId18" Type="http://schemas.openxmlformats.org/officeDocument/2006/relationships/font" Target="fonts/font9.fntdata"/><Relationship Id="rId19" Type="http://schemas.openxmlformats.org/officeDocument/2006/relationships/font" Target="fonts/font10.fntdata"/><Relationship Id="rId27" Type="http://customschemas.google.com/relationships/presentationmetadata" Target="metadata"/><Relationship Id="rId28" Type="http://schemas.openxmlformats.org/officeDocument/2006/relationships/presProps" Target="presProps.xml"/><Relationship Id="rId29" Type="http://schemas.openxmlformats.org/officeDocument/2006/relationships/viewProps" Target="viewProps.xml"/><Relationship Id="rId30" Type="http://schemas.openxmlformats.org/officeDocument/2006/relationships/theme" Target="theme/theme1.xml"/><Relationship Id="rId31" Type="http://schemas.openxmlformats.org/officeDocument/2006/relationships/tableStyles" Target="tableStyles.xml"/><Relationship Id="rId32" Type="http://schemas.openxmlformats.org/officeDocument/2006/relationships/slide" Target="slides/slide1.xml"/><Relationship Id="rId33" Type="http://schemas.openxmlformats.org/officeDocument/2006/relationships/slide" Target="slides/slide2.xml"/><Relationship Id="rId34" Type="http://schemas.openxmlformats.org/officeDocument/2006/relationships/slide" Target="slides/slide3.xml"/><Relationship Id="rId35" Type="http://schemas.openxmlformats.org/officeDocument/2006/relationships/slide" Target="slides/slide4.xml"/><Relationship Id="rId36" Type="http://schemas.openxmlformats.org/officeDocument/2006/relationships/slide" Target="slides/slide5.xml"/><Relationship Id="rId37" Type="http://schemas.openxmlformats.org/officeDocument/2006/relationships/slide" Target="slides/slide6.xml"/><Relationship Id="rId38" Type="http://schemas.openxmlformats.org/officeDocument/2006/relationships/slide" Target="slides/slide7.xml"/><Relationship Id="rId39" Type="http://schemas.openxmlformats.org/officeDocument/2006/relationships/slide" Target="slides/slide8.xml"/><Relationship Id="rId40" Type="http://schemas.openxmlformats.org/officeDocument/2006/relationships/slide" Target="slides/slide9.xml"/><Relationship Id="rId41" Type="http://schemas.openxmlformats.org/officeDocument/2006/relationships/slide" Target="slides/slide10.xml"/><Relationship Id="rId42" Type="http://schemas.openxmlformats.org/officeDocument/2006/relationships/slide" Target="slides/slide11.xml"/><Relationship Id="rId43" Type="http://schemas.openxmlformats.org/officeDocument/2006/relationships/slide" Target="slides/slide12.xml"/><Relationship Id="rId44" Type="http://schemas.openxmlformats.org/officeDocument/2006/relationships/slide" Target="slides/slide13.xml"/><Relationship Id="rId45" Type="http://schemas.openxmlformats.org/officeDocument/2006/relationships/slide" Target="slides/slide14.xml"/><Relationship Id="rId46" Type="http://schemas.openxmlformats.org/officeDocument/2006/relationships/slide" Target="slides/slide15.xml"/><Relationship Id="rId47" Type="http://schemas.openxmlformats.org/officeDocument/2006/relationships/slide" Target="slides/slide16.xml"/><Relationship Id="rId48" Type="http://schemas.openxmlformats.org/officeDocument/2006/relationships/slide" Target="slides/slide17.xml"/><Relationship Id="rId49" Type="http://schemas.openxmlformats.org/officeDocument/2006/relationships/slide" Target="slides/slide18.xml"/><Relationship Id="rId50" Type="http://schemas.openxmlformats.org/officeDocument/2006/relationships/slide" Target="slides/slide19.xml"/><Relationship Id="rId51" Type="http://schemas.openxmlformats.org/officeDocument/2006/relationships/slide" Target="slides/slide20.xml"/><Relationship Id="rId52" Type="http://schemas.openxmlformats.org/officeDocument/2006/relationships/slide" Target="slides/slide21.xml"/><Relationship Id="rId53" Type="http://schemas.openxmlformats.org/officeDocument/2006/relationships/slide" Target="slides/slide22.xml"/><Relationship Id="rId54" Type="http://schemas.openxmlformats.org/officeDocument/2006/relationships/slide" Target="slides/slide23.xml"/><Relationship Id="rId55" Type="http://schemas.openxmlformats.org/officeDocument/2006/relationships/slide" Target="slides/slide24.xml"/><Relationship Id="rId56" Type="http://schemas.openxmlformats.org/officeDocument/2006/relationships/slide" Target="slides/slide25.xml"/><Relationship Id="rId57" Type="http://schemas.openxmlformats.org/officeDocument/2006/relationships/slide" Target="slides/slide26.xml"/><Relationship Id="rId58" Type="http://schemas.openxmlformats.org/officeDocument/2006/relationships/slide" Target="slides/slide27.xml"/><Relationship Id="rId59" Type="http://schemas.openxmlformats.org/officeDocument/2006/relationships/slide" Target="slides/slide28.xml"/><Relationship Id="rId60" Type="http://schemas.openxmlformats.org/officeDocument/2006/relationships/slide" Target="slides/slide29.xml"/><Relationship Id="rId61" Type="http://schemas.openxmlformats.org/officeDocument/2006/relationships/slide" Target="slides/slide30.xml"/><Relationship Id="rId62" Type="http://schemas.openxmlformats.org/officeDocument/2006/relationships/slide" Target="slides/slide31.xml"/><Relationship Id="rId63" Type="http://schemas.openxmlformats.org/officeDocument/2006/relationships/slide" Target="slides/slide32.xml"/><Relationship Id="rId64" Type="http://schemas.openxmlformats.org/officeDocument/2006/relationships/slide" Target="slides/slide33.xml"/><Relationship Id="rId65" Type="http://schemas.openxmlformats.org/officeDocument/2006/relationships/slide" Target="slides/slide34.xml"/><Relationship Id="rId66" Type="http://schemas.openxmlformats.org/officeDocument/2006/relationships/slide" Target="slides/slide35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 txBox="1">
            <a:spLocks noGrp="1"/>
          </p:cNvSpPr>
          <p:nvPr>
            <p:ph type="hdr" idx="2"/>
          </p:nvPr>
        </p:nvSpPr>
        <p:spPr>
          <a:xfrm>
            <a:off x="0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4" name="Google Shape;4;n"/>
          <p:cNvSpPr txBox="1">
            <a:spLocks noGrp="1"/>
          </p:cNvSpPr>
          <p:nvPr>
            <p:ph type="dt" idx="10"/>
          </p:nvPr>
        </p:nvSpPr>
        <p:spPr>
          <a:xfrm>
            <a:off x="3884613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5" name="Google Shape;5;n"/>
          <p:cNvSpPr>
            <a:spLocks noGrp="1" noRot="1" noChangeAspect="1"/>
          </p:cNvSpPr>
          <p:nvPr>
            <p:ph type="sldImg" idx="3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6" name="Google Shape;6;n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36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36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36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36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36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36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36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36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36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7" name="Google Shape;7;n"/>
          <p:cNvSpPr txBox="1">
            <a:spLocks noGrp="1"/>
          </p:cNvSpPr>
          <p:nvPr>
            <p:ph type="ftr" idx="11"/>
          </p:nvPr>
        </p:nvSpPr>
        <p:spPr>
          <a:xfrm>
            <a:off x="0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8" name="Google Shape;8;n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fld id="{00000000-1234-1234-1234-123412341234}" type="slidenum">
              <a:rPr lang="en-IN"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sz="1200" b="0" i="0" u="none" strike="noStrik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spTree>
      <p:nvGrpSpPr>
        <p:cNvPr id="1" name="Shape 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Google Shape;19;p17"/>
          <p:cNvSpPr txBox="1">
            <a:spLocks noGrp="1"/>
          </p:cNvSpPr>
          <p:nvPr>
            <p:ph type="dt" idx="10"/>
          </p:nvPr>
        </p:nvSpPr>
        <p:spPr>
          <a:xfrm>
            <a:off x="2514600" y="19069052"/>
            <a:ext cx="8229600" cy="10953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0" name="Google Shape;20;p17"/>
          <p:cNvSpPr txBox="1">
            <a:spLocks noGrp="1"/>
          </p:cNvSpPr>
          <p:nvPr>
            <p:ph type="ftr" idx="11"/>
          </p:nvPr>
        </p:nvSpPr>
        <p:spPr>
          <a:xfrm>
            <a:off x="12115800" y="19069052"/>
            <a:ext cx="12344400" cy="10953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1" name="Google Shape;21;p17"/>
          <p:cNvSpPr txBox="1">
            <a:spLocks noGrp="1"/>
          </p:cNvSpPr>
          <p:nvPr>
            <p:ph type="sldNum" idx="12"/>
          </p:nvPr>
        </p:nvSpPr>
        <p:spPr>
          <a:xfrm>
            <a:off x="25831800" y="19069052"/>
            <a:ext cx="8229600" cy="10953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Arial"/>
              <a:buNone/>
              <a:defRPr sz="36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Arial"/>
              <a:buNone/>
              <a:defRPr sz="36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Arial"/>
              <a:buNone/>
              <a:defRPr sz="36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Arial"/>
              <a:buNone/>
              <a:defRPr sz="36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Arial"/>
              <a:buNone/>
              <a:defRPr sz="36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Arial"/>
              <a:buNone/>
              <a:defRPr sz="36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Arial"/>
              <a:buNone/>
              <a:defRPr sz="36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Arial"/>
              <a:buNone/>
              <a:defRPr sz="36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Arial"/>
              <a:buNone/>
              <a:defRPr sz="36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/>
              <a:t>‹#›</a:t>
            </a:fld>
            <a:endParaRPr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900">
        <p14:warp dir="in"/>
      </p:transition>
    </mc:Choice>
    <mc:Fallback xmlns="" xmlns:mv="urn:schemas-microsoft-com:mac:vml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5="http://schemas.microsoft.com/office/powerpoint/2012/main" xmlns:ahyp="http://schemas.microsoft.com/office/drawing/2018/hyperlinkcolor">
      <p:transition spd="med">
        <p:fade/>
      </p:transition>
    </mc:Fallback>
  </mc:AlternateConten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type="title">
  <p:cSld name="TITLE">
    <p:spTree>
      <p:nvGrpSpPr>
        <p:cNvPr id="1" name="Shape 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Google Shape;23;p18"/>
          <p:cNvSpPr txBox="1">
            <a:spLocks noGrp="1"/>
          </p:cNvSpPr>
          <p:nvPr>
            <p:ph type="ctrTitle"/>
          </p:nvPr>
        </p:nvSpPr>
        <p:spPr>
          <a:xfrm>
            <a:off x="4572000" y="3367089"/>
            <a:ext cx="27432000" cy="7162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0"/>
              <a:buFont typeface="Play"/>
              <a:buNone/>
              <a:defRPr sz="180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4" name="Google Shape;24;p18"/>
          <p:cNvSpPr txBox="1">
            <a:spLocks noGrp="1"/>
          </p:cNvSpPr>
          <p:nvPr>
            <p:ph type="subTitle" idx="1"/>
          </p:nvPr>
        </p:nvSpPr>
        <p:spPr>
          <a:xfrm>
            <a:off x="4572000" y="10806114"/>
            <a:ext cx="27432000" cy="496728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lvl="0" algn="ctr">
              <a:lnSpc>
                <a:spcPct val="90000"/>
              </a:lnSpc>
              <a:spcBef>
                <a:spcPts val="3000"/>
              </a:spcBef>
              <a:spcAft>
                <a:spcPts val="0"/>
              </a:spcAft>
              <a:buClr>
                <a:schemeClr val="dk1"/>
              </a:buClr>
              <a:buSzPts val="7200"/>
              <a:buNone/>
              <a:defRPr sz="7200"/>
            </a:lvl1pPr>
            <a:lvl2pPr lvl="1" algn="ctr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6000"/>
              <a:buNone/>
              <a:defRPr sz="6000"/>
            </a:lvl2pPr>
            <a:lvl3pPr lvl="2" algn="ctr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5400"/>
              <a:buNone/>
              <a:defRPr sz="5400"/>
            </a:lvl3pPr>
            <a:lvl4pPr lvl="3" algn="ctr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4800"/>
              <a:buNone/>
              <a:defRPr sz="4800"/>
            </a:lvl4pPr>
            <a:lvl5pPr lvl="4" algn="ctr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4800"/>
              <a:buNone/>
              <a:defRPr sz="4800"/>
            </a:lvl5pPr>
            <a:lvl6pPr lvl="5" algn="ctr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4800"/>
              <a:buNone/>
              <a:defRPr sz="4800"/>
            </a:lvl6pPr>
            <a:lvl7pPr lvl="6" algn="ctr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4800"/>
              <a:buNone/>
              <a:defRPr sz="4800"/>
            </a:lvl7pPr>
            <a:lvl8pPr lvl="7" algn="ctr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4800"/>
              <a:buNone/>
              <a:defRPr sz="4800"/>
            </a:lvl8pPr>
            <a:lvl9pPr lvl="8" algn="ctr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4800"/>
              <a:buNone/>
              <a:defRPr sz="4800"/>
            </a:lvl9pPr>
          </a:lstStyle>
          <a:p>
            <a:endParaRPr/>
          </a:p>
        </p:txBody>
      </p:sp>
      <p:sp>
        <p:nvSpPr>
          <p:cNvPr id="25" name="Google Shape;25;p18"/>
          <p:cNvSpPr txBox="1">
            <a:spLocks noGrp="1"/>
          </p:cNvSpPr>
          <p:nvPr>
            <p:ph type="dt" idx="10"/>
          </p:nvPr>
        </p:nvSpPr>
        <p:spPr>
          <a:xfrm>
            <a:off x="2514600" y="19069052"/>
            <a:ext cx="8229600" cy="10953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6" name="Google Shape;26;p18"/>
          <p:cNvSpPr txBox="1">
            <a:spLocks noGrp="1"/>
          </p:cNvSpPr>
          <p:nvPr>
            <p:ph type="ftr" idx="11"/>
          </p:nvPr>
        </p:nvSpPr>
        <p:spPr>
          <a:xfrm>
            <a:off x="12115800" y="19069052"/>
            <a:ext cx="12344400" cy="10953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7" name="Google Shape;27;p18"/>
          <p:cNvSpPr txBox="1">
            <a:spLocks noGrp="1"/>
          </p:cNvSpPr>
          <p:nvPr>
            <p:ph type="sldNum" idx="12"/>
          </p:nvPr>
        </p:nvSpPr>
        <p:spPr>
          <a:xfrm>
            <a:off x="25831800" y="19069052"/>
            <a:ext cx="8229600" cy="10953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Arial"/>
              <a:buNone/>
              <a:defRPr sz="36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Arial"/>
              <a:buNone/>
              <a:defRPr sz="36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Arial"/>
              <a:buNone/>
              <a:defRPr sz="36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Arial"/>
              <a:buNone/>
              <a:defRPr sz="36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Arial"/>
              <a:buNone/>
              <a:defRPr sz="36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Arial"/>
              <a:buNone/>
              <a:defRPr sz="36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Arial"/>
              <a:buNone/>
              <a:defRPr sz="36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Arial"/>
              <a:buNone/>
              <a:defRPr sz="36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Arial"/>
              <a:buNone/>
              <a:defRPr sz="36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/>
              <a:t>‹#›</a:t>
            </a:fld>
            <a:endParaRPr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900">
        <p14:warp dir="in"/>
      </p:transition>
    </mc:Choice>
    <mc:Fallback xmlns="" xmlns:mv="urn:schemas-microsoft-com:mac:vml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5="http://schemas.microsoft.com/office/powerpoint/2012/main" xmlns:ahyp="http://schemas.microsoft.com/office/drawing/2018/hyperlinkcolor">
      <p:transition spd="med">
        <p:fade/>
      </p:transition>
    </mc:Fallback>
  </mc:AlternateContent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Content" type="obj">
  <p:cSld name="OBJECT">
    <p:spTree>
      <p:nvGrpSpPr>
        <p:cNvPr id="1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19"/>
          <p:cNvSpPr txBox="1">
            <a:spLocks noGrp="1"/>
          </p:cNvSpPr>
          <p:nvPr>
            <p:ph type="title"/>
          </p:nvPr>
        </p:nvSpPr>
        <p:spPr>
          <a:xfrm>
            <a:off x="2514600" y="1095377"/>
            <a:ext cx="31546800" cy="397668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0" name="Google Shape;30;p19"/>
          <p:cNvSpPr txBox="1">
            <a:spLocks noGrp="1"/>
          </p:cNvSpPr>
          <p:nvPr>
            <p:ph type="body" idx="1"/>
          </p:nvPr>
        </p:nvSpPr>
        <p:spPr>
          <a:xfrm>
            <a:off x="2514600" y="5476875"/>
            <a:ext cx="31546800" cy="1305401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3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31" name="Google Shape;31;p19"/>
          <p:cNvSpPr txBox="1">
            <a:spLocks noGrp="1"/>
          </p:cNvSpPr>
          <p:nvPr>
            <p:ph type="dt" idx="10"/>
          </p:nvPr>
        </p:nvSpPr>
        <p:spPr>
          <a:xfrm>
            <a:off x="2514600" y="19069052"/>
            <a:ext cx="8229600" cy="10953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2" name="Google Shape;32;p19"/>
          <p:cNvSpPr txBox="1">
            <a:spLocks noGrp="1"/>
          </p:cNvSpPr>
          <p:nvPr>
            <p:ph type="ftr" idx="11"/>
          </p:nvPr>
        </p:nvSpPr>
        <p:spPr>
          <a:xfrm>
            <a:off x="12115800" y="19069052"/>
            <a:ext cx="12344400" cy="10953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3" name="Google Shape;33;p19"/>
          <p:cNvSpPr txBox="1">
            <a:spLocks noGrp="1"/>
          </p:cNvSpPr>
          <p:nvPr>
            <p:ph type="sldNum" idx="12"/>
          </p:nvPr>
        </p:nvSpPr>
        <p:spPr>
          <a:xfrm>
            <a:off x="25831800" y="19069052"/>
            <a:ext cx="8229600" cy="10953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Arial"/>
              <a:buNone/>
              <a:defRPr sz="36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Arial"/>
              <a:buNone/>
              <a:defRPr sz="36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Arial"/>
              <a:buNone/>
              <a:defRPr sz="36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Arial"/>
              <a:buNone/>
              <a:defRPr sz="36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Arial"/>
              <a:buNone/>
              <a:defRPr sz="36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Arial"/>
              <a:buNone/>
              <a:defRPr sz="36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Arial"/>
              <a:buNone/>
              <a:defRPr sz="36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Arial"/>
              <a:buNone/>
              <a:defRPr sz="36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Arial"/>
              <a:buNone/>
              <a:defRPr sz="36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/>
              <a:t>‹#›</a:t>
            </a:fld>
            <a:endParaRPr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900">
        <p14:warp dir="in"/>
      </p:transition>
    </mc:Choice>
    <mc:Fallback xmlns="" xmlns:mv="urn:schemas-microsoft-com:mac:vml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5="http://schemas.microsoft.com/office/powerpoint/2012/main" xmlns:ahyp="http://schemas.microsoft.com/office/drawing/2018/hyperlinkcolor">
      <p:transition spd="med">
        <p:fade/>
      </p:transition>
    </mc:Fallback>
  </mc:AlternateContent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" type="secHead">
  <p:cSld name="SECTION_HEADER">
    <p:spTree>
      <p:nvGrpSpPr>
        <p:cNvPr id="1" name="Shape 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" name="Google Shape;35;p20"/>
          <p:cNvSpPr txBox="1">
            <a:spLocks noGrp="1"/>
          </p:cNvSpPr>
          <p:nvPr>
            <p:ph type="title"/>
          </p:nvPr>
        </p:nvSpPr>
        <p:spPr>
          <a:xfrm>
            <a:off x="2495550" y="5129216"/>
            <a:ext cx="31546800" cy="855821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0"/>
              <a:buFont typeface="Play"/>
              <a:buNone/>
              <a:defRPr sz="180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6" name="Google Shape;36;p20"/>
          <p:cNvSpPr txBox="1">
            <a:spLocks noGrp="1"/>
          </p:cNvSpPr>
          <p:nvPr>
            <p:ph type="body" idx="1"/>
          </p:nvPr>
        </p:nvSpPr>
        <p:spPr>
          <a:xfrm>
            <a:off x="2495550" y="13768391"/>
            <a:ext cx="31546800" cy="450056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3000"/>
              </a:spcBef>
              <a:spcAft>
                <a:spcPts val="0"/>
              </a:spcAft>
              <a:buClr>
                <a:srgbClr val="757575"/>
              </a:buClr>
              <a:buSzPts val="7200"/>
              <a:buNone/>
              <a:defRPr sz="7200">
                <a:solidFill>
                  <a:srgbClr val="757575"/>
                </a:solidFill>
              </a:defRPr>
            </a:lvl1pPr>
            <a:lvl2pPr marL="914400" lvl="1" indent="-228600" algn="l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rgbClr val="757575"/>
              </a:buClr>
              <a:buSzPts val="6000"/>
              <a:buNone/>
              <a:defRPr sz="6000">
                <a:solidFill>
                  <a:srgbClr val="757575"/>
                </a:solidFill>
              </a:defRPr>
            </a:lvl2pPr>
            <a:lvl3pPr marL="1371600" lvl="2" indent="-228600" algn="l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rgbClr val="757575"/>
              </a:buClr>
              <a:buSzPts val="5400"/>
              <a:buNone/>
              <a:defRPr sz="5400">
                <a:solidFill>
                  <a:srgbClr val="757575"/>
                </a:solidFill>
              </a:defRPr>
            </a:lvl3pPr>
            <a:lvl4pPr marL="1828800" lvl="3" indent="-228600" algn="l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rgbClr val="757575"/>
              </a:buClr>
              <a:buSzPts val="4800"/>
              <a:buNone/>
              <a:defRPr sz="4800">
                <a:solidFill>
                  <a:srgbClr val="757575"/>
                </a:solidFill>
              </a:defRPr>
            </a:lvl4pPr>
            <a:lvl5pPr marL="2286000" lvl="4" indent="-228600" algn="l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rgbClr val="757575"/>
              </a:buClr>
              <a:buSzPts val="4800"/>
              <a:buNone/>
              <a:defRPr sz="4800">
                <a:solidFill>
                  <a:srgbClr val="757575"/>
                </a:solidFill>
              </a:defRPr>
            </a:lvl5pPr>
            <a:lvl6pPr marL="2743200" lvl="5" indent="-228600" algn="l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rgbClr val="757575"/>
              </a:buClr>
              <a:buSzPts val="4800"/>
              <a:buNone/>
              <a:defRPr sz="4800">
                <a:solidFill>
                  <a:srgbClr val="757575"/>
                </a:solidFill>
              </a:defRPr>
            </a:lvl6pPr>
            <a:lvl7pPr marL="3200400" lvl="6" indent="-228600" algn="l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rgbClr val="757575"/>
              </a:buClr>
              <a:buSzPts val="4800"/>
              <a:buNone/>
              <a:defRPr sz="4800">
                <a:solidFill>
                  <a:srgbClr val="757575"/>
                </a:solidFill>
              </a:defRPr>
            </a:lvl7pPr>
            <a:lvl8pPr marL="3657600" lvl="7" indent="-228600" algn="l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rgbClr val="757575"/>
              </a:buClr>
              <a:buSzPts val="4800"/>
              <a:buNone/>
              <a:defRPr sz="4800">
                <a:solidFill>
                  <a:srgbClr val="757575"/>
                </a:solidFill>
              </a:defRPr>
            </a:lvl8pPr>
            <a:lvl9pPr marL="4114800" lvl="8" indent="-228600" algn="l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rgbClr val="757575"/>
              </a:buClr>
              <a:buSzPts val="4800"/>
              <a:buNone/>
              <a:defRPr sz="4800">
                <a:solidFill>
                  <a:srgbClr val="757575"/>
                </a:solidFill>
              </a:defRPr>
            </a:lvl9pPr>
          </a:lstStyle>
          <a:p>
            <a:endParaRPr/>
          </a:p>
        </p:txBody>
      </p:sp>
      <p:sp>
        <p:nvSpPr>
          <p:cNvPr id="37" name="Google Shape;37;p20"/>
          <p:cNvSpPr txBox="1">
            <a:spLocks noGrp="1"/>
          </p:cNvSpPr>
          <p:nvPr>
            <p:ph type="dt" idx="10"/>
          </p:nvPr>
        </p:nvSpPr>
        <p:spPr>
          <a:xfrm>
            <a:off x="2514600" y="19069052"/>
            <a:ext cx="8229600" cy="10953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8" name="Google Shape;38;p20"/>
          <p:cNvSpPr txBox="1">
            <a:spLocks noGrp="1"/>
          </p:cNvSpPr>
          <p:nvPr>
            <p:ph type="ftr" idx="11"/>
          </p:nvPr>
        </p:nvSpPr>
        <p:spPr>
          <a:xfrm>
            <a:off x="12115800" y="19069052"/>
            <a:ext cx="12344400" cy="10953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9" name="Google Shape;39;p20"/>
          <p:cNvSpPr txBox="1">
            <a:spLocks noGrp="1"/>
          </p:cNvSpPr>
          <p:nvPr>
            <p:ph type="sldNum" idx="12"/>
          </p:nvPr>
        </p:nvSpPr>
        <p:spPr>
          <a:xfrm>
            <a:off x="25831800" y="19069052"/>
            <a:ext cx="8229600" cy="10953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Arial"/>
              <a:buNone/>
              <a:defRPr sz="36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Arial"/>
              <a:buNone/>
              <a:defRPr sz="36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Arial"/>
              <a:buNone/>
              <a:defRPr sz="36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Arial"/>
              <a:buNone/>
              <a:defRPr sz="36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Arial"/>
              <a:buNone/>
              <a:defRPr sz="36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Arial"/>
              <a:buNone/>
              <a:defRPr sz="36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Arial"/>
              <a:buNone/>
              <a:defRPr sz="36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Arial"/>
              <a:buNone/>
              <a:defRPr sz="36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Arial"/>
              <a:buNone/>
              <a:defRPr sz="36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/>
              <a:t>‹#›</a:t>
            </a:fld>
            <a:endParaRPr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900">
        <p14:warp dir="in"/>
      </p:transition>
    </mc:Choice>
    <mc:Fallback xmlns="" xmlns:mv="urn:schemas-microsoft-com:mac:vml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5="http://schemas.microsoft.com/office/powerpoint/2012/main" xmlns:ahyp="http://schemas.microsoft.com/office/drawing/2018/hyperlinkcolor">
      <p:transition spd="med">
        <p:fade/>
      </p:transition>
    </mc:Fallback>
  </mc:AlternateContent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wo Content" type="twoObj">
  <p:cSld name="TWO_OBJECTS">
    <p:spTree>
      <p:nvGrpSpPr>
        <p:cNvPr id="1" name="Shape 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Google Shape;41;p21"/>
          <p:cNvSpPr txBox="1">
            <a:spLocks noGrp="1"/>
          </p:cNvSpPr>
          <p:nvPr>
            <p:ph type="title"/>
          </p:nvPr>
        </p:nvSpPr>
        <p:spPr>
          <a:xfrm>
            <a:off x="2514600" y="1095377"/>
            <a:ext cx="31546800" cy="397668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2" name="Google Shape;42;p21"/>
          <p:cNvSpPr txBox="1">
            <a:spLocks noGrp="1"/>
          </p:cNvSpPr>
          <p:nvPr>
            <p:ph type="body" idx="1"/>
          </p:nvPr>
        </p:nvSpPr>
        <p:spPr>
          <a:xfrm>
            <a:off x="2514600" y="5476875"/>
            <a:ext cx="15544800" cy="1305401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3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43" name="Google Shape;43;p21"/>
          <p:cNvSpPr txBox="1">
            <a:spLocks noGrp="1"/>
          </p:cNvSpPr>
          <p:nvPr>
            <p:ph type="body" idx="2"/>
          </p:nvPr>
        </p:nvSpPr>
        <p:spPr>
          <a:xfrm>
            <a:off x="18516600" y="5476875"/>
            <a:ext cx="15544800" cy="1305401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3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44" name="Google Shape;44;p21"/>
          <p:cNvSpPr txBox="1">
            <a:spLocks noGrp="1"/>
          </p:cNvSpPr>
          <p:nvPr>
            <p:ph type="dt" idx="10"/>
          </p:nvPr>
        </p:nvSpPr>
        <p:spPr>
          <a:xfrm>
            <a:off x="2514600" y="19069052"/>
            <a:ext cx="8229600" cy="10953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5" name="Google Shape;45;p21"/>
          <p:cNvSpPr txBox="1">
            <a:spLocks noGrp="1"/>
          </p:cNvSpPr>
          <p:nvPr>
            <p:ph type="ftr" idx="11"/>
          </p:nvPr>
        </p:nvSpPr>
        <p:spPr>
          <a:xfrm>
            <a:off x="12115800" y="19069052"/>
            <a:ext cx="12344400" cy="10953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6" name="Google Shape;46;p21"/>
          <p:cNvSpPr txBox="1">
            <a:spLocks noGrp="1"/>
          </p:cNvSpPr>
          <p:nvPr>
            <p:ph type="sldNum" idx="12"/>
          </p:nvPr>
        </p:nvSpPr>
        <p:spPr>
          <a:xfrm>
            <a:off x="25831800" y="19069052"/>
            <a:ext cx="8229600" cy="10953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Arial"/>
              <a:buNone/>
              <a:defRPr sz="36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Arial"/>
              <a:buNone/>
              <a:defRPr sz="36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Arial"/>
              <a:buNone/>
              <a:defRPr sz="36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Arial"/>
              <a:buNone/>
              <a:defRPr sz="36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Arial"/>
              <a:buNone/>
              <a:defRPr sz="36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Arial"/>
              <a:buNone/>
              <a:defRPr sz="36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Arial"/>
              <a:buNone/>
              <a:defRPr sz="36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Arial"/>
              <a:buNone/>
              <a:defRPr sz="36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Arial"/>
              <a:buNone/>
              <a:defRPr sz="36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/>
              <a:t>‹#›</a:t>
            </a:fld>
            <a:endParaRPr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900">
        <p14:warp dir="in"/>
      </p:transition>
    </mc:Choice>
    <mc:Fallback xmlns="" xmlns:mv="urn:schemas-microsoft-com:mac:vml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5="http://schemas.microsoft.com/office/powerpoint/2012/main" xmlns:ahyp="http://schemas.microsoft.com/office/drawing/2018/hyperlinkcolor">
      <p:transition spd="med">
        <p:fade/>
      </p:transition>
    </mc:Fallback>
  </mc:AlternateContent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mparison" type="twoTxTwoObj">
  <p:cSld name="TWO_OBJECTS_WITH_TEXT">
    <p:spTree>
      <p:nvGrpSpPr>
        <p:cNvPr id="1" name="Shape 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" name="Google Shape;48;p22"/>
          <p:cNvSpPr txBox="1">
            <a:spLocks noGrp="1"/>
          </p:cNvSpPr>
          <p:nvPr>
            <p:ph type="title"/>
          </p:nvPr>
        </p:nvSpPr>
        <p:spPr>
          <a:xfrm>
            <a:off x="2519364" y="1095377"/>
            <a:ext cx="31546800" cy="397668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9" name="Google Shape;49;p22"/>
          <p:cNvSpPr txBox="1">
            <a:spLocks noGrp="1"/>
          </p:cNvSpPr>
          <p:nvPr>
            <p:ph type="body" idx="1"/>
          </p:nvPr>
        </p:nvSpPr>
        <p:spPr>
          <a:xfrm>
            <a:off x="2519366" y="5043489"/>
            <a:ext cx="15473361" cy="247173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3000"/>
              </a:spcBef>
              <a:spcAft>
                <a:spcPts val="0"/>
              </a:spcAft>
              <a:buClr>
                <a:schemeClr val="dk1"/>
              </a:buClr>
              <a:buSzPts val="7200"/>
              <a:buNone/>
              <a:defRPr sz="7200" b="1"/>
            </a:lvl1pPr>
            <a:lvl2pPr marL="914400" lvl="1" indent="-228600" algn="l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6000"/>
              <a:buNone/>
              <a:defRPr sz="6000" b="1"/>
            </a:lvl2pPr>
            <a:lvl3pPr marL="1371600" lvl="2" indent="-228600" algn="l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5400"/>
              <a:buNone/>
              <a:defRPr sz="5400" b="1"/>
            </a:lvl3pPr>
            <a:lvl4pPr marL="1828800" lvl="3" indent="-228600" algn="l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4800"/>
              <a:buNone/>
              <a:defRPr sz="4800" b="1"/>
            </a:lvl4pPr>
            <a:lvl5pPr marL="2286000" lvl="4" indent="-228600" algn="l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4800"/>
              <a:buNone/>
              <a:defRPr sz="4800" b="1"/>
            </a:lvl5pPr>
            <a:lvl6pPr marL="2743200" lvl="5" indent="-228600" algn="l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4800"/>
              <a:buNone/>
              <a:defRPr sz="4800" b="1"/>
            </a:lvl6pPr>
            <a:lvl7pPr marL="3200400" lvl="6" indent="-228600" algn="l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4800"/>
              <a:buNone/>
              <a:defRPr sz="4800" b="1"/>
            </a:lvl7pPr>
            <a:lvl8pPr marL="3657600" lvl="7" indent="-228600" algn="l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4800"/>
              <a:buNone/>
              <a:defRPr sz="4800" b="1"/>
            </a:lvl8pPr>
            <a:lvl9pPr marL="4114800" lvl="8" indent="-228600" algn="l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4800"/>
              <a:buNone/>
              <a:defRPr sz="4800" b="1"/>
            </a:lvl9pPr>
          </a:lstStyle>
          <a:p>
            <a:endParaRPr/>
          </a:p>
        </p:txBody>
      </p:sp>
      <p:sp>
        <p:nvSpPr>
          <p:cNvPr id="50" name="Google Shape;50;p22"/>
          <p:cNvSpPr txBox="1">
            <a:spLocks noGrp="1"/>
          </p:cNvSpPr>
          <p:nvPr>
            <p:ph type="body" idx="2"/>
          </p:nvPr>
        </p:nvSpPr>
        <p:spPr>
          <a:xfrm>
            <a:off x="2519366" y="7515225"/>
            <a:ext cx="15473361" cy="1105376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3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51" name="Google Shape;51;p22"/>
          <p:cNvSpPr txBox="1">
            <a:spLocks noGrp="1"/>
          </p:cNvSpPr>
          <p:nvPr>
            <p:ph type="body" idx="3"/>
          </p:nvPr>
        </p:nvSpPr>
        <p:spPr>
          <a:xfrm>
            <a:off x="18516600" y="5043489"/>
            <a:ext cx="15549564" cy="247173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3000"/>
              </a:spcBef>
              <a:spcAft>
                <a:spcPts val="0"/>
              </a:spcAft>
              <a:buClr>
                <a:schemeClr val="dk1"/>
              </a:buClr>
              <a:buSzPts val="7200"/>
              <a:buNone/>
              <a:defRPr sz="7200" b="1"/>
            </a:lvl1pPr>
            <a:lvl2pPr marL="914400" lvl="1" indent="-228600" algn="l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6000"/>
              <a:buNone/>
              <a:defRPr sz="6000" b="1"/>
            </a:lvl2pPr>
            <a:lvl3pPr marL="1371600" lvl="2" indent="-228600" algn="l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5400"/>
              <a:buNone/>
              <a:defRPr sz="5400" b="1"/>
            </a:lvl3pPr>
            <a:lvl4pPr marL="1828800" lvl="3" indent="-228600" algn="l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4800"/>
              <a:buNone/>
              <a:defRPr sz="4800" b="1"/>
            </a:lvl4pPr>
            <a:lvl5pPr marL="2286000" lvl="4" indent="-228600" algn="l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4800"/>
              <a:buNone/>
              <a:defRPr sz="4800" b="1"/>
            </a:lvl5pPr>
            <a:lvl6pPr marL="2743200" lvl="5" indent="-228600" algn="l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4800"/>
              <a:buNone/>
              <a:defRPr sz="4800" b="1"/>
            </a:lvl6pPr>
            <a:lvl7pPr marL="3200400" lvl="6" indent="-228600" algn="l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4800"/>
              <a:buNone/>
              <a:defRPr sz="4800" b="1"/>
            </a:lvl7pPr>
            <a:lvl8pPr marL="3657600" lvl="7" indent="-228600" algn="l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4800"/>
              <a:buNone/>
              <a:defRPr sz="4800" b="1"/>
            </a:lvl8pPr>
            <a:lvl9pPr marL="4114800" lvl="8" indent="-228600" algn="l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4800"/>
              <a:buNone/>
              <a:defRPr sz="4800" b="1"/>
            </a:lvl9pPr>
          </a:lstStyle>
          <a:p>
            <a:endParaRPr/>
          </a:p>
        </p:txBody>
      </p:sp>
      <p:sp>
        <p:nvSpPr>
          <p:cNvPr id="52" name="Google Shape;52;p22"/>
          <p:cNvSpPr txBox="1">
            <a:spLocks noGrp="1"/>
          </p:cNvSpPr>
          <p:nvPr>
            <p:ph type="body" idx="4"/>
          </p:nvPr>
        </p:nvSpPr>
        <p:spPr>
          <a:xfrm>
            <a:off x="18516600" y="7515225"/>
            <a:ext cx="15549564" cy="1105376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3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53" name="Google Shape;53;p22"/>
          <p:cNvSpPr txBox="1">
            <a:spLocks noGrp="1"/>
          </p:cNvSpPr>
          <p:nvPr>
            <p:ph type="dt" idx="10"/>
          </p:nvPr>
        </p:nvSpPr>
        <p:spPr>
          <a:xfrm>
            <a:off x="2514600" y="19069052"/>
            <a:ext cx="8229600" cy="10953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4" name="Google Shape;54;p22"/>
          <p:cNvSpPr txBox="1">
            <a:spLocks noGrp="1"/>
          </p:cNvSpPr>
          <p:nvPr>
            <p:ph type="ftr" idx="11"/>
          </p:nvPr>
        </p:nvSpPr>
        <p:spPr>
          <a:xfrm>
            <a:off x="12115800" y="19069052"/>
            <a:ext cx="12344400" cy="10953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5" name="Google Shape;55;p22"/>
          <p:cNvSpPr txBox="1">
            <a:spLocks noGrp="1"/>
          </p:cNvSpPr>
          <p:nvPr>
            <p:ph type="sldNum" idx="12"/>
          </p:nvPr>
        </p:nvSpPr>
        <p:spPr>
          <a:xfrm>
            <a:off x="25831800" y="19069052"/>
            <a:ext cx="8229600" cy="10953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Arial"/>
              <a:buNone/>
              <a:defRPr sz="36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Arial"/>
              <a:buNone/>
              <a:defRPr sz="36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Arial"/>
              <a:buNone/>
              <a:defRPr sz="36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Arial"/>
              <a:buNone/>
              <a:defRPr sz="36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Arial"/>
              <a:buNone/>
              <a:defRPr sz="36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Arial"/>
              <a:buNone/>
              <a:defRPr sz="36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Arial"/>
              <a:buNone/>
              <a:defRPr sz="36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Arial"/>
              <a:buNone/>
              <a:defRPr sz="36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Arial"/>
              <a:buNone/>
              <a:defRPr sz="36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/>
              <a:t>‹#›</a:t>
            </a:fld>
            <a:endParaRPr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900">
        <p14:warp dir="in"/>
      </p:transition>
    </mc:Choice>
    <mc:Fallback xmlns="" xmlns:mv="urn:schemas-microsoft-com:mac:vml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5="http://schemas.microsoft.com/office/powerpoint/2012/main" xmlns:ahyp="http://schemas.microsoft.com/office/drawing/2018/hyperlinkcolor">
      <p:transition spd="med">
        <p:fade/>
      </p:transition>
    </mc:Fallback>
  </mc:AlternateContent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 type="titleOnly">
  <p:cSld name="TITLE_ONLY">
    <p:spTree>
      <p:nvGrpSpPr>
        <p:cNvPr id="1" name="Shape 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" name="Google Shape;57;p23"/>
          <p:cNvSpPr txBox="1">
            <a:spLocks noGrp="1"/>
          </p:cNvSpPr>
          <p:nvPr>
            <p:ph type="title"/>
          </p:nvPr>
        </p:nvSpPr>
        <p:spPr>
          <a:xfrm>
            <a:off x="2514600" y="1095377"/>
            <a:ext cx="31546800" cy="397668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8" name="Google Shape;58;p23"/>
          <p:cNvSpPr txBox="1">
            <a:spLocks noGrp="1"/>
          </p:cNvSpPr>
          <p:nvPr>
            <p:ph type="dt" idx="10"/>
          </p:nvPr>
        </p:nvSpPr>
        <p:spPr>
          <a:xfrm>
            <a:off x="2514600" y="19069052"/>
            <a:ext cx="8229600" cy="10953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9" name="Google Shape;59;p23"/>
          <p:cNvSpPr txBox="1">
            <a:spLocks noGrp="1"/>
          </p:cNvSpPr>
          <p:nvPr>
            <p:ph type="ftr" idx="11"/>
          </p:nvPr>
        </p:nvSpPr>
        <p:spPr>
          <a:xfrm>
            <a:off x="12115800" y="19069052"/>
            <a:ext cx="12344400" cy="10953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0" name="Google Shape;60;p23"/>
          <p:cNvSpPr txBox="1">
            <a:spLocks noGrp="1"/>
          </p:cNvSpPr>
          <p:nvPr>
            <p:ph type="sldNum" idx="12"/>
          </p:nvPr>
        </p:nvSpPr>
        <p:spPr>
          <a:xfrm>
            <a:off x="25831800" y="19069052"/>
            <a:ext cx="8229600" cy="10953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Arial"/>
              <a:buNone/>
              <a:defRPr sz="36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Arial"/>
              <a:buNone/>
              <a:defRPr sz="36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Arial"/>
              <a:buNone/>
              <a:defRPr sz="36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Arial"/>
              <a:buNone/>
              <a:defRPr sz="36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Arial"/>
              <a:buNone/>
              <a:defRPr sz="36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Arial"/>
              <a:buNone/>
              <a:defRPr sz="36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Arial"/>
              <a:buNone/>
              <a:defRPr sz="36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Arial"/>
              <a:buNone/>
              <a:defRPr sz="36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Arial"/>
              <a:buNone/>
              <a:defRPr sz="36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/>
              <a:t>‹#›</a:t>
            </a:fld>
            <a:endParaRPr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900">
        <p14:warp dir="in"/>
      </p:transition>
    </mc:Choice>
    <mc:Fallback xmlns="" xmlns:mv="urn:schemas-microsoft-com:mac:vml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5="http://schemas.microsoft.com/office/powerpoint/2012/main" xmlns:ahyp="http://schemas.microsoft.com/office/drawing/2018/hyperlinkcolor">
      <p:transition spd="med">
        <p:fade/>
      </p:transition>
    </mc:Fallback>
  </mc:AlternateContent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ntent with Caption" type="objTx">
  <p:cSld name="OBJECT_WITH_CAPTION_TEXT">
    <p:spTree>
      <p:nvGrpSpPr>
        <p:cNvPr id="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p24"/>
          <p:cNvSpPr txBox="1">
            <a:spLocks noGrp="1"/>
          </p:cNvSpPr>
          <p:nvPr>
            <p:ph type="title"/>
          </p:nvPr>
        </p:nvSpPr>
        <p:spPr>
          <a:xfrm>
            <a:off x="2519366" y="1371600"/>
            <a:ext cx="11796711" cy="4800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600"/>
              <a:buFont typeface="Play"/>
              <a:buNone/>
              <a:defRPr sz="96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3" name="Google Shape;63;p24"/>
          <p:cNvSpPr txBox="1">
            <a:spLocks noGrp="1"/>
          </p:cNvSpPr>
          <p:nvPr>
            <p:ph type="body" idx="1"/>
          </p:nvPr>
        </p:nvSpPr>
        <p:spPr>
          <a:xfrm>
            <a:off x="15549564" y="2962277"/>
            <a:ext cx="18516600" cy="146208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838200" algn="l">
              <a:lnSpc>
                <a:spcPct val="90000"/>
              </a:lnSpc>
              <a:spcBef>
                <a:spcPts val="3000"/>
              </a:spcBef>
              <a:spcAft>
                <a:spcPts val="0"/>
              </a:spcAft>
              <a:buClr>
                <a:schemeClr val="dk1"/>
              </a:buClr>
              <a:buSzPts val="9600"/>
              <a:buChar char="•"/>
              <a:defRPr sz="9600"/>
            </a:lvl1pPr>
            <a:lvl2pPr marL="914400" lvl="1" indent="-762000" algn="l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8400"/>
              <a:buChar char="•"/>
              <a:defRPr sz="8400"/>
            </a:lvl2pPr>
            <a:lvl3pPr marL="1371600" lvl="2" indent="-685800" algn="l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7200"/>
              <a:buChar char="•"/>
              <a:defRPr sz="7200"/>
            </a:lvl3pPr>
            <a:lvl4pPr marL="1828800" lvl="3" indent="-609600" algn="l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6000"/>
              <a:buChar char="•"/>
              <a:defRPr sz="6000"/>
            </a:lvl4pPr>
            <a:lvl5pPr marL="2286000" lvl="4" indent="-609600" algn="l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6000"/>
              <a:buChar char="•"/>
              <a:defRPr sz="6000"/>
            </a:lvl5pPr>
            <a:lvl6pPr marL="2743200" lvl="5" indent="-609600" algn="l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6000"/>
              <a:buChar char="•"/>
              <a:defRPr sz="6000"/>
            </a:lvl6pPr>
            <a:lvl7pPr marL="3200400" lvl="6" indent="-609600" algn="l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6000"/>
              <a:buChar char="•"/>
              <a:defRPr sz="6000"/>
            </a:lvl7pPr>
            <a:lvl8pPr marL="3657600" lvl="7" indent="-609600" algn="l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6000"/>
              <a:buChar char="•"/>
              <a:defRPr sz="6000"/>
            </a:lvl8pPr>
            <a:lvl9pPr marL="4114800" lvl="8" indent="-609600" algn="l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6000"/>
              <a:buChar char="•"/>
              <a:defRPr sz="6000"/>
            </a:lvl9pPr>
          </a:lstStyle>
          <a:p>
            <a:endParaRPr/>
          </a:p>
        </p:txBody>
      </p:sp>
      <p:sp>
        <p:nvSpPr>
          <p:cNvPr id="64" name="Google Shape;64;p24"/>
          <p:cNvSpPr txBox="1">
            <a:spLocks noGrp="1"/>
          </p:cNvSpPr>
          <p:nvPr>
            <p:ph type="body" idx="2"/>
          </p:nvPr>
        </p:nvSpPr>
        <p:spPr>
          <a:xfrm>
            <a:off x="2519366" y="6172200"/>
            <a:ext cx="11796711" cy="1143476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3000"/>
              </a:spcBef>
              <a:spcAft>
                <a:spcPts val="0"/>
              </a:spcAft>
              <a:buClr>
                <a:schemeClr val="dk1"/>
              </a:buClr>
              <a:buSzPts val="4800"/>
              <a:buNone/>
              <a:defRPr sz="4800"/>
            </a:lvl1pPr>
            <a:lvl2pPr marL="914400" lvl="1" indent="-228600" algn="l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4200"/>
              <a:buNone/>
              <a:defRPr sz="4200"/>
            </a:lvl2pPr>
            <a:lvl3pPr marL="1371600" lvl="2" indent="-228600" algn="l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3600"/>
              <a:buNone/>
              <a:defRPr sz="3600"/>
            </a:lvl3pPr>
            <a:lvl4pPr marL="1828800" lvl="3" indent="-228600" algn="l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3000"/>
              <a:buNone/>
              <a:defRPr sz="3000"/>
            </a:lvl4pPr>
            <a:lvl5pPr marL="2286000" lvl="4" indent="-228600" algn="l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3000"/>
              <a:buNone/>
              <a:defRPr sz="3000"/>
            </a:lvl5pPr>
            <a:lvl6pPr marL="2743200" lvl="5" indent="-228600" algn="l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3000"/>
              <a:buNone/>
              <a:defRPr sz="3000"/>
            </a:lvl6pPr>
            <a:lvl7pPr marL="3200400" lvl="6" indent="-228600" algn="l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3000"/>
              <a:buNone/>
              <a:defRPr sz="3000"/>
            </a:lvl7pPr>
            <a:lvl8pPr marL="3657600" lvl="7" indent="-228600" algn="l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3000"/>
              <a:buNone/>
              <a:defRPr sz="3000"/>
            </a:lvl8pPr>
            <a:lvl9pPr marL="4114800" lvl="8" indent="-228600" algn="l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3000"/>
              <a:buNone/>
              <a:defRPr sz="3000"/>
            </a:lvl9pPr>
          </a:lstStyle>
          <a:p>
            <a:endParaRPr/>
          </a:p>
        </p:txBody>
      </p:sp>
      <p:sp>
        <p:nvSpPr>
          <p:cNvPr id="65" name="Google Shape;65;p24"/>
          <p:cNvSpPr txBox="1">
            <a:spLocks noGrp="1"/>
          </p:cNvSpPr>
          <p:nvPr>
            <p:ph type="dt" idx="10"/>
          </p:nvPr>
        </p:nvSpPr>
        <p:spPr>
          <a:xfrm>
            <a:off x="2514600" y="19069052"/>
            <a:ext cx="8229600" cy="10953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6" name="Google Shape;66;p24"/>
          <p:cNvSpPr txBox="1">
            <a:spLocks noGrp="1"/>
          </p:cNvSpPr>
          <p:nvPr>
            <p:ph type="ftr" idx="11"/>
          </p:nvPr>
        </p:nvSpPr>
        <p:spPr>
          <a:xfrm>
            <a:off x="12115800" y="19069052"/>
            <a:ext cx="12344400" cy="10953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7" name="Google Shape;67;p24"/>
          <p:cNvSpPr txBox="1">
            <a:spLocks noGrp="1"/>
          </p:cNvSpPr>
          <p:nvPr>
            <p:ph type="sldNum" idx="12"/>
          </p:nvPr>
        </p:nvSpPr>
        <p:spPr>
          <a:xfrm>
            <a:off x="25831800" y="19069052"/>
            <a:ext cx="8229600" cy="10953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Arial"/>
              <a:buNone/>
              <a:defRPr sz="36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Arial"/>
              <a:buNone/>
              <a:defRPr sz="36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Arial"/>
              <a:buNone/>
              <a:defRPr sz="36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Arial"/>
              <a:buNone/>
              <a:defRPr sz="36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Arial"/>
              <a:buNone/>
              <a:defRPr sz="36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Arial"/>
              <a:buNone/>
              <a:defRPr sz="36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Arial"/>
              <a:buNone/>
              <a:defRPr sz="36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Arial"/>
              <a:buNone/>
              <a:defRPr sz="36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Arial"/>
              <a:buNone/>
              <a:defRPr sz="36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/>
              <a:t>‹#›</a:t>
            </a:fld>
            <a:endParaRPr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900">
        <p14:warp dir="in"/>
      </p:transition>
    </mc:Choice>
    <mc:Fallback xmlns="" xmlns:mv="urn:schemas-microsoft-com:mac:vml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5="http://schemas.microsoft.com/office/powerpoint/2012/main" xmlns:ahyp="http://schemas.microsoft.com/office/drawing/2018/hyperlinkcolor">
      <p:transition spd="med">
        <p:fade/>
      </p:transition>
    </mc:Fallback>
  </mc:AlternateContent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Picture with Caption" type="picTx">
  <p:cSld name="PICTURE_WITH_CAPTION_TEXT">
    <p:spTree>
      <p:nvGrpSpPr>
        <p:cNvPr id="1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Google Shape;69;p25"/>
          <p:cNvSpPr txBox="1">
            <a:spLocks noGrp="1"/>
          </p:cNvSpPr>
          <p:nvPr>
            <p:ph type="title"/>
          </p:nvPr>
        </p:nvSpPr>
        <p:spPr>
          <a:xfrm>
            <a:off x="2519366" y="1371600"/>
            <a:ext cx="11796711" cy="4800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600"/>
              <a:buFont typeface="Play"/>
              <a:buNone/>
              <a:defRPr sz="96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0" name="Google Shape;70;p25"/>
          <p:cNvSpPr>
            <a:spLocks noGrp="1"/>
          </p:cNvSpPr>
          <p:nvPr>
            <p:ph type="pic" idx="2"/>
          </p:nvPr>
        </p:nvSpPr>
        <p:spPr>
          <a:xfrm>
            <a:off x="15549564" y="2962277"/>
            <a:ext cx="18516600" cy="14620875"/>
          </a:xfrm>
          <a:prstGeom prst="rect">
            <a:avLst/>
          </a:prstGeom>
          <a:noFill/>
          <a:ln>
            <a:noFill/>
          </a:ln>
        </p:spPr>
      </p:sp>
      <p:sp>
        <p:nvSpPr>
          <p:cNvPr id="71" name="Google Shape;71;p25"/>
          <p:cNvSpPr txBox="1">
            <a:spLocks noGrp="1"/>
          </p:cNvSpPr>
          <p:nvPr>
            <p:ph type="body" idx="1"/>
          </p:nvPr>
        </p:nvSpPr>
        <p:spPr>
          <a:xfrm>
            <a:off x="2519366" y="6172200"/>
            <a:ext cx="11796711" cy="1143476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3000"/>
              </a:spcBef>
              <a:spcAft>
                <a:spcPts val="0"/>
              </a:spcAft>
              <a:buClr>
                <a:schemeClr val="dk1"/>
              </a:buClr>
              <a:buSzPts val="4800"/>
              <a:buNone/>
              <a:defRPr sz="4800"/>
            </a:lvl1pPr>
            <a:lvl2pPr marL="914400" lvl="1" indent="-228600" algn="l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4200"/>
              <a:buNone/>
              <a:defRPr sz="4200"/>
            </a:lvl2pPr>
            <a:lvl3pPr marL="1371600" lvl="2" indent="-228600" algn="l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3600"/>
              <a:buNone/>
              <a:defRPr sz="3600"/>
            </a:lvl3pPr>
            <a:lvl4pPr marL="1828800" lvl="3" indent="-228600" algn="l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3000"/>
              <a:buNone/>
              <a:defRPr sz="3000"/>
            </a:lvl4pPr>
            <a:lvl5pPr marL="2286000" lvl="4" indent="-228600" algn="l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3000"/>
              <a:buNone/>
              <a:defRPr sz="3000"/>
            </a:lvl5pPr>
            <a:lvl6pPr marL="2743200" lvl="5" indent="-228600" algn="l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3000"/>
              <a:buNone/>
              <a:defRPr sz="3000"/>
            </a:lvl6pPr>
            <a:lvl7pPr marL="3200400" lvl="6" indent="-228600" algn="l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3000"/>
              <a:buNone/>
              <a:defRPr sz="3000"/>
            </a:lvl7pPr>
            <a:lvl8pPr marL="3657600" lvl="7" indent="-228600" algn="l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3000"/>
              <a:buNone/>
              <a:defRPr sz="3000"/>
            </a:lvl8pPr>
            <a:lvl9pPr marL="4114800" lvl="8" indent="-228600" algn="l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3000"/>
              <a:buNone/>
              <a:defRPr sz="3000"/>
            </a:lvl9pPr>
          </a:lstStyle>
          <a:p>
            <a:endParaRPr/>
          </a:p>
        </p:txBody>
      </p:sp>
      <p:sp>
        <p:nvSpPr>
          <p:cNvPr id="72" name="Google Shape;72;p25"/>
          <p:cNvSpPr txBox="1">
            <a:spLocks noGrp="1"/>
          </p:cNvSpPr>
          <p:nvPr>
            <p:ph type="dt" idx="10"/>
          </p:nvPr>
        </p:nvSpPr>
        <p:spPr>
          <a:xfrm>
            <a:off x="2514600" y="19069052"/>
            <a:ext cx="8229600" cy="10953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3" name="Google Shape;73;p25"/>
          <p:cNvSpPr txBox="1">
            <a:spLocks noGrp="1"/>
          </p:cNvSpPr>
          <p:nvPr>
            <p:ph type="ftr" idx="11"/>
          </p:nvPr>
        </p:nvSpPr>
        <p:spPr>
          <a:xfrm>
            <a:off x="12115800" y="19069052"/>
            <a:ext cx="12344400" cy="10953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4" name="Google Shape;74;p25"/>
          <p:cNvSpPr txBox="1">
            <a:spLocks noGrp="1"/>
          </p:cNvSpPr>
          <p:nvPr>
            <p:ph type="sldNum" idx="12"/>
          </p:nvPr>
        </p:nvSpPr>
        <p:spPr>
          <a:xfrm>
            <a:off x="25831800" y="19069052"/>
            <a:ext cx="8229600" cy="10953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Arial"/>
              <a:buNone/>
              <a:defRPr sz="36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Arial"/>
              <a:buNone/>
              <a:defRPr sz="36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Arial"/>
              <a:buNone/>
              <a:defRPr sz="36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Arial"/>
              <a:buNone/>
              <a:defRPr sz="36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Arial"/>
              <a:buNone/>
              <a:defRPr sz="36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Arial"/>
              <a:buNone/>
              <a:defRPr sz="36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Arial"/>
              <a:buNone/>
              <a:defRPr sz="36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Arial"/>
              <a:buNone/>
              <a:defRPr sz="36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Arial"/>
              <a:buNone/>
              <a:defRPr sz="36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/>
              <a:t>‹#›</a:t>
            </a:fld>
            <a:endParaRPr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900">
        <p14:warp dir="in"/>
      </p:transition>
    </mc:Choice>
    <mc:Fallback xmlns="" xmlns:mv="urn:schemas-microsoft-com:mac:vml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5="http://schemas.microsoft.com/office/powerpoint/2012/main" xmlns:ahyp="http://schemas.microsoft.com/office/drawing/2018/hyperlinkcolor">
      <p:transition spd="med">
        <p:fade/>
      </p:transition>
    </mc:Fallback>
  </mc:AlternateContent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Vertical Text" type="vertTx">
  <p:cSld name="VERTICAL_TEXT">
    <p:spTree>
      <p:nvGrpSpPr>
        <p:cNvPr id="1" name="Shape 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" name="Google Shape;76;p26"/>
          <p:cNvSpPr txBox="1">
            <a:spLocks noGrp="1"/>
          </p:cNvSpPr>
          <p:nvPr>
            <p:ph type="title"/>
          </p:nvPr>
        </p:nvSpPr>
        <p:spPr>
          <a:xfrm>
            <a:off x="2514600" y="1095377"/>
            <a:ext cx="31546800" cy="397668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7" name="Google Shape;77;p26"/>
          <p:cNvSpPr txBox="1">
            <a:spLocks noGrp="1"/>
          </p:cNvSpPr>
          <p:nvPr>
            <p:ph type="body" idx="1"/>
          </p:nvPr>
        </p:nvSpPr>
        <p:spPr>
          <a:xfrm rot="5400000">
            <a:off x="11760993" y="-3769518"/>
            <a:ext cx="13054014" cy="31546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3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78" name="Google Shape;78;p26"/>
          <p:cNvSpPr txBox="1">
            <a:spLocks noGrp="1"/>
          </p:cNvSpPr>
          <p:nvPr>
            <p:ph type="dt" idx="10"/>
          </p:nvPr>
        </p:nvSpPr>
        <p:spPr>
          <a:xfrm>
            <a:off x="2514600" y="19069052"/>
            <a:ext cx="8229600" cy="10953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9" name="Google Shape;79;p26"/>
          <p:cNvSpPr txBox="1">
            <a:spLocks noGrp="1"/>
          </p:cNvSpPr>
          <p:nvPr>
            <p:ph type="ftr" idx="11"/>
          </p:nvPr>
        </p:nvSpPr>
        <p:spPr>
          <a:xfrm>
            <a:off x="12115800" y="19069052"/>
            <a:ext cx="12344400" cy="10953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80" name="Google Shape;80;p26"/>
          <p:cNvSpPr txBox="1">
            <a:spLocks noGrp="1"/>
          </p:cNvSpPr>
          <p:nvPr>
            <p:ph type="sldNum" idx="12"/>
          </p:nvPr>
        </p:nvSpPr>
        <p:spPr>
          <a:xfrm>
            <a:off x="25831800" y="19069052"/>
            <a:ext cx="8229600" cy="10953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Arial"/>
              <a:buNone/>
              <a:defRPr sz="36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Arial"/>
              <a:buNone/>
              <a:defRPr sz="36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Arial"/>
              <a:buNone/>
              <a:defRPr sz="36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Arial"/>
              <a:buNone/>
              <a:defRPr sz="36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Arial"/>
              <a:buNone/>
              <a:defRPr sz="36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Arial"/>
              <a:buNone/>
              <a:defRPr sz="36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Arial"/>
              <a:buNone/>
              <a:defRPr sz="36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Arial"/>
              <a:buNone/>
              <a:defRPr sz="36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Arial"/>
              <a:buNone/>
              <a:defRPr sz="36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/>
              <a:t>‹#›</a:t>
            </a:fld>
            <a:endParaRPr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900">
        <p14:warp dir="in"/>
      </p:transition>
    </mc:Choice>
    <mc:Fallback xmlns="" xmlns:mv="urn:schemas-microsoft-com:mac:vml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5="http://schemas.microsoft.com/office/powerpoint/2012/main" xmlns:ahyp="http://schemas.microsoft.com/office/drawing/2018/hyperlinkcolor">
      <p:transition spd="med">
        <p:fade/>
      </p:transition>
    </mc:Fallback>
  </mc:AlternateContent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Vertical Title and Text" type="vertTitleAndTx">
  <p:cSld name="VERTICAL_TITLE_AND_VERTICAL_TEXT">
    <p:spTree>
      <p:nvGrpSpPr>
        <p:cNvPr id="1" name="Shape 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" name="Google Shape;82;p27"/>
          <p:cNvSpPr txBox="1">
            <a:spLocks noGrp="1"/>
          </p:cNvSpPr>
          <p:nvPr>
            <p:ph type="title"/>
          </p:nvPr>
        </p:nvSpPr>
        <p:spPr>
          <a:xfrm rot="5400000">
            <a:off x="21400293" y="5869782"/>
            <a:ext cx="17435514" cy="7886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83" name="Google Shape;83;p27"/>
          <p:cNvSpPr txBox="1">
            <a:spLocks noGrp="1"/>
          </p:cNvSpPr>
          <p:nvPr>
            <p:ph type="body" idx="1"/>
          </p:nvPr>
        </p:nvSpPr>
        <p:spPr>
          <a:xfrm rot="5400000">
            <a:off x="5398293" y="-1788318"/>
            <a:ext cx="17435514" cy="23202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3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84" name="Google Shape;84;p27"/>
          <p:cNvSpPr txBox="1">
            <a:spLocks noGrp="1"/>
          </p:cNvSpPr>
          <p:nvPr>
            <p:ph type="dt" idx="10"/>
          </p:nvPr>
        </p:nvSpPr>
        <p:spPr>
          <a:xfrm>
            <a:off x="2514600" y="19069052"/>
            <a:ext cx="8229600" cy="10953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85" name="Google Shape;85;p27"/>
          <p:cNvSpPr txBox="1">
            <a:spLocks noGrp="1"/>
          </p:cNvSpPr>
          <p:nvPr>
            <p:ph type="ftr" idx="11"/>
          </p:nvPr>
        </p:nvSpPr>
        <p:spPr>
          <a:xfrm>
            <a:off x="12115800" y="19069052"/>
            <a:ext cx="12344400" cy="10953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86" name="Google Shape;86;p27"/>
          <p:cNvSpPr txBox="1">
            <a:spLocks noGrp="1"/>
          </p:cNvSpPr>
          <p:nvPr>
            <p:ph type="sldNum" idx="12"/>
          </p:nvPr>
        </p:nvSpPr>
        <p:spPr>
          <a:xfrm>
            <a:off x="25831800" y="19069052"/>
            <a:ext cx="8229600" cy="10953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Arial"/>
              <a:buNone/>
              <a:defRPr sz="36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Arial"/>
              <a:buNone/>
              <a:defRPr sz="36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Arial"/>
              <a:buNone/>
              <a:defRPr sz="36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Arial"/>
              <a:buNone/>
              <a:defRPr sz="36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Arial"/>
              <a:buNone/>
              <a:defRPr sz="36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Arial"/>
              <a:buNone/>
              <a:defRPr sz="36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Arial"/>
              <a:buNone/>
              <a:defRPr sz="36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Arial"/>
              <a:buNone/>
              <a:defRPr sz="36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Arial"/>
              <a:buNone/>
              <a:defRPr sz="36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/>
              <a:t>‹#›</a:t>
            </a:fld>
            <a:endParaRPr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900">
        <p14:warp dir="in"/>
      </p:transition>
    </mc:Choice>
    <mc:Fallback xmlns="" xmlns:mv="urn:schemas-microsoft-com:mac:vml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5="http://schemas.microsoft.com/office/powerpoint/2012/main" xmlns:ahyp="http://schemas.microsoft.com/office/drawing/2018/hyperlinkcolor">
      <p:transition spd="med">
        <p:fade/>
      </p:transition>
    </mc:Fallback>
  </mc:AlternateContent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Relationship Id="rId13" Type="http://schemas.openxmlformats.org/officeDocument/2006/relationships/image" Target="../media/image1.png"/><Relationship Id="rId14" Type="http://schemas.openxmlformats.org/officeDocument/2006/relationships/image" Target="../media/image2.pn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13">
            <a:alphaModFix/>
          </a:blip>
          <a:stretch>
            <a:fillRect/>
          </a:stretch>
        </a:blipFill>
        <a:effectLst/>
      </p:bgPr>
    </p:bg>
    <p:spTree>
      <p:nvGrpSpPr>
        <p:cNvPr id="1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16"/>
          <p:cNvSpPr txBox="1">
            <a:spLocks noGrp="1"/>
          </p:cNvSpPr>
          <p:nvPr>
            <p:ph type="title"/>
          </p:nvPr>
        </p:nvSpPr>
        <p:spPr>
          <a:xfrm>
            <a:off x="2514600" y="1095377"/>
            <a:ext cx="31546800" cy="397668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marR="0"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200"/>
              <a:buFont typeface="Play"/>
              <a:buNone/>
              <a:defRPr sz="13200" b="0" i="0" u="none" strike="noStrike" cap="none">
                <a:solidFill>
                  <a:schemeClr val="dk1"/>
                </a:solidFill>
                <a:latin typeface="Play"/>
                <a:ea typeface="Play"/>
                <a:cs typeface="Play"/>
                <a:sym typeface="Play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11" name="Google Shape;11;p16"/>
          <p:cNvSpPr txBox="1">
            <a:spLocks noGrp="1"/>
          </p:cNvSpPr>
          <p:nvPr>
            <p:ph type="body" idx="1"/>
          </p:nvPr>
        </p:nvSpPr>
        <p:spPr>
          <a:xfrm>
            <a:off x="2514600" y="5476875"/>
            <a:ext cx="31546800" cy="1305401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marR="0" lvl="0" indent="-762000" algn="l" rtl="0">
              <a:lnSpc>
                <a:spcPct val="90000"/>
              </a:lnSpc>
              <a:spcBef>
                <a:spcPts val="3000"/>
              </a:spcBef>
              <a:spcAft>
                <a:spcPts val="0"/>
              </a:spcAft>
              <a:buClr>
                <a:schemeClr val="dk1"/>
              </a:buClr>
              <a:buSzPts val="8400"/>
              <a:buFont typeface="Arial"/>
              <a:buChar char="•"/>
              <a:defRPr sz="8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685800" algn="l" rtl="0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7200"/>
              <a:buFont typeface="Arial"/>
              <a:buChar char="•"/>
              <a:defRPr sz="7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609600" algn="l" rtl="0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Arial"/>
              <a:buChar char="•"/>
              <a:defRPr sz="60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571500" algn="l" rtl="0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5400"/>
              <a:buFont typeface="Arial"/>
              <a:buChar char="•"/>
              <a:defRPr sz="5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571500" algn="l" rtl="0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5400"/>
              <a:buFont typeface="Arial"/>
              <a:buChar char="•"/>
              <a:defRPr sz="5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571500" algn="l" rtl="0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5400"/>
              <a:buFont typeface="Arial"/>
              <a:buChar char="•"/>
              <a:defRPr sz="5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571500" algn="l" rtl="0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5400"/>
              <a:buFont typeface="Arial"/>
              <a:buChar char="•"/>
              <a:defRPr sz="5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571500" algn="l" rtl="0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5400"/>
              <a:buFont typeface="Arial"/>
              <a:buChar char="•"/>
              <a:defRPr sz="5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571500" algn="l" rtl="0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5400"/>
              <a:buFont typeface="Arial"/>
              <a:buChar char="•"/>
              <a:defRPr sz="5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12" name="Google Shape;12;p16"/>
          <p:cNvSpPr txBox="1">
            <a:spLocks noGrp="1"/>
          </p:cNvSpPr>
          <p:nvPr>
            <p:ph type="dt" idx="10"/>
          </p:nvPr>
        </p:nvSpPr>
        <p:spPr>
          <a:xfrm>
            <a:off x="2514600" y="19069052"/>
            <a:ext cx="8229600" cy="10953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36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13" name="Google Shape;13;p16"/>
          <p:cNvSpPr txBox="1">
            <a:spLocks noGrp="1"/>
          </p:cNvSpPr>
          <p:nvPr>
            <p:ph type="ftr" idx="11"/>
          </p:nvPr>
        </p:nvSpPr>
        <p:spPr>
          <a:xfrm>
            <a:off x="12115800" y="19069052"/>
            <a:ext cx="12344400" cy="10953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36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14" name="Google Shape;14;p16"/>
          <p:cNvSpPr txBox="1">
            <a:spLocks noGrp="1"/>
          </p:cNvSpPr>
          <p:nvPr>
            <p:ph type="sldNum" idx="12"/>
          </p:nvPr>
        </p:nvSpPr>
        <p:spPr>
          <a:xfrm>
            <a:off x="25831800" y="19069052"/>
            <a:ext cx="8229600" cy="10953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Arial"/>
              <a:buNone/>
              <a:defRPr sz="36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Arial"/>
              <a:buNone/>
              <a:defRPr sz="36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Arial"/>
              <a:buNone/>
              <a:defRPr sz="36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Arial"/>
              <a:buNone/>
              <a:defRPr sz="36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Arial"/>
              <a:buNone/>
              <a:defRPr sz="36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Arial"/>
              <a:buNone/>
              <a:defRPr sz="36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Arial"/>
              <a:buNone/>
              <a:defRPr sz="36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Arial"/>
              <a:buNone/>
              <a:defRPr sz="36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Arial"/>
              <a:buNone/>
              <a:defRPr sz="36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/>
              <a:t>‹#›</a:t>
            </a:fld>
            <a:endParaRPr/>
          </a:p>
        </p:txBody>
      </p:sp>
      <p:grpSp>
        <p:nvGrpSpPr>
          <p:cNvPr id="15" name="Google Shape;15;p16"/>
          <p:cNvGrpSpPr/>
          <p:nvPr/>
        </p:nvGrpSpPr>
        <p:grpSpPr>
          <a:xfrm>
            <a:off x="33712347" y="-2"/>
            <a:ext cx="2057358" cy="2669535"/>
            <a:chOff x="11306724" y="96065"/>
            <a:chExt cx="685786" cy="889845"/>
          </a:xfrm>
        </p:grpSpPr>
        <p:sp>
          <p:nvSpPr>
            <p:cNvPr id="16" name="Google Shape;16;p16"/>
            <p:cNvSpPr/>
            <p:nvPr/>
          </p:nvSpPr>
          <p:spPr>
            <a:xfrm rot="10800000" flipH="1">
              <a:off x="11306724" y="96065"/>
              <a:ext cx="685786" cy="889845"/>
            </a:xfrm>
            <a:prstGeom prst="round2SameRect">
              <a:avLst>
                <a:gd name="adj1" fmla="val 50000"/>
                <a:gd name="adj2" fmla="val 0"/>
              </a:avLst>
            </a:prstGeom>
            <a:solidFill>
              <a:schemeClr val="lt1"/>
            </a:solidFill>
            <a:ln>
              <a:noFill/>
            </a:ln>
            <a:effectLst>
              <a:outerShdw blurRad="50800" dist="38100" dir="5400000" algn="t" rotWithShape="0">
                <a:srgbClr val="000000">
                  <a:alpha val="69411"/>
                </a:srgbClr>
              </a:outerShdw>
            </a:effectLst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6200"/>
                <a:buFont typeface="Arial"/>
                <a:buNone/>
              </a:pPr>
              <a:endParaRPr sz="162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pic>
          <p:nvPicPr>
            <p:cNvPr id="17" name="Google Shape;17;p16"/>
            <p:cNvPicPr preferRelativeResize="0"/>
            <p:nvPr/>
          </p:nvPicPr>
          <p:blipFill rotWithShape="1">
            <a:blip r:embed="rId14">
              <a:alphaModFix/>
            </a:blip>
            <a:srcRect l="8081" t="7836" r="10621" b="9836"/>
            <a:stretch/>
          </p:blipFill>
          <p:spPr>
            <a:xfrm>
              <a:off x="11373763" y="365125"/>
              <a:ext cx="551707" cy="546550"/>
            </a:xfrm>
            <a:prstGeom prst="ellipse">
              <a:avLst/>
            </a:prstGeom>
            <a:noFill/>
            <a:ln>
              <a:noFill/>
            </a:ln>
          </p:spPr>
        </p:pic>
      </p:grp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mc:AlternateContent xmlns:mc="http://schemas.openxmlformats.org/markup-compatibility/2006" xmlns:p14="http://schemas.microsoft.com/office/powerpoint/2010/main">
    <mc:Choice Requires="p14">
      <p:transition spd="slow" p14:dur="900">
        <p14:warp dir="in"/>
      </p:transition>
    </mc:Choice>
    <mc:Fallback xmlns="" xmlns:mv="urn:schemas-microsoft-com:mac:vml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5="http://schemas.microsoft.com/office/powerpoint/2012/main" xmlns:ahyp="http://schemas.microsoft.com/office/drawing/2018/hyperlinkcolor">
      <p:transition spd="med">
        <p:fade/>
      </p:transition>
    </mc:Fallback>
  </mc:AlternateConten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3" Type="http://schemas.openxmlformats.org/officeDocument/2006/relationships/image" Target="../media/image4.jpg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Google Shape;129;p29"/>
          <p:cNvSpPr txBox="1"/>
          <p:nvPr/>
        </p:nvSpPr>
        <p:spPr>
          <a:xfrm>
            <a:off x="1104806" y="2396709"/>
            <a:ext cx="34747200" cy="25603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algn="l" marL="0" lvl="0" indent="0">
              <a:buSzPts val="8400"/>
              <a:buFont typeface="Arial"/>
              <a:buNone/>
            </a:pPr>
            <a:r>
              <a:rPr lang="en-IN" sz="6000" b="1" dirty="0">
                <a:solidFill>
                  <a:schemeClr val="lt1"/>
                </a:solidFill>
                <a:latin typeface="Cambria"/>
                <a:ea typeface="Cambria"/>
                <a:sym typeface="Cambria"/>
              </a:rPr>
              <a:t>1. Match List-I with List-II.</a:t>
            </a:r>
          </a:p>
          <a:p>
            <a:pPr algn="l" marL="0" lvl="0" indent="0">
              <a:buSzPts val="8400"/>
              <a:buFont typeface="Arial"/>
              <a:buNone/>
            </a:pPr>
            <a:r>
              <a:rPr lang="en-IN" sz="6000" b="1" dirty="0">
                <a:solidFill>
                  <a:schemeClr val="lt1"/>
                </a:solidFill>
                <a:latin typeface="Cambria"/>
                <a:ea typeface="Cambria"/>
                <a:sym typeface="Cambria"/>
              </a:rPr>
              <a:t>Choose the correct answer from the options given below: [02 April, 2025 (Shift-II)]</a:t>
            </a:r>
          </a:p>
        </p:txBody>
      </p:sp>
      <p:sp>
        <p:nvSpPr>
          <p:cNvPr id="3" name="Google Shape;130;p29"/>
          <p:cNvSpPr txBox="1"/>
          <p:nvPr/>
        </p:nvSpPr>
        <p:spPr>
          <a:xfrm>
            <a:off x="3107605" y="11663909"/>
            <a:ext cx="32744401" cy="15973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algn="l" marL="0" indent="0">
              <a:buSzPts val="8400"/>
            </a:pPr>
            <a:r>
              <a:rPr lang="en-IN" sz="6000" b="1" dirty="0">
                <a:solidFill>
                  <a:schemeClr val="lt1"/>
                </a:solidFill>
                <a:latin typeface="Cambria"/>
                <a:ea typeface="Cambria"/>
                <a:sym typeface="Cambria"/>
              </a:rPr>
              <a:t>(A)-(III), (B)-(I), (C)-(II), (D)-(IV)</a:t>
            </a:r>
            <a:endParaRPr sz="6000" b="1" dirty="0">
              <a:solidFill>
                <a:schemeClr val="lt1"/>
              </a:solidFill>
              <a:latin typeface="Cambria"/>
              <a:ea typeface="Cambria"/>
            </a:endParaRPr>
          </a:p>
        </p:txBody>
      </p:sp>
      <p:sp>
        <p:nvSpPr>
          <p:cNvPr id="4" name="Google Shape;131;p29"/>
          <p:cNvSpPr/>
          <p:nvPr/>
        </p:nvSpPr>
        <p:spPr>
          <a:xfrm>
            <a:off x="-1864528" y="681774"/>
            <a:ext cx="7081988" cy="1569660"/>
          </a:xfrm>
          <a:prstGeom prst="roundRect">
            <a:avLst>
              <a:gd name="adj" fmla="val 50000"/>
            </a:avLst>
          </a:prstGeom>
          <a:gradFill>
            <a:gsLst>
              <a:gs pos="0">
                <a:srgbClr val="07213C"/>
              </a:gs>
              <a:gs pos="50000">
                <a:srgbClr val="0A3258"/>
              </a:gs>
              <a:gs pos="100000">
                <a:srgbClr val="0E3B69"/>
              </a:gs>
            </a:gsLst>
            <a:lin ang="16200000" scaled="0"/>
          </a:gradFill>
          <a:ln w="57150" cap="flat" cmpd="sng">
            <a:solidFill>
              <a:schemeClr val="lt1"/>
            </a:solidFill>
            <a:prstDash val="solid"/>
            <a:round/>
            <a:headEnd type="none" w="sm" len="sm"/>
            <a:tailEnd type="none" w="sm" len="sm"/>
          </a:ln>
          <a:effectLst>
            <a:outerShdw blurRad="50800" dist="38100" dir="10800000" algn="r" rotWithShape="0">
              <a:srgbClr val="000000">
                <a:alpha val="40000"/>
              </a:srgb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algn="l" marL="0" marR="0" lvl="0" indent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8400" b="1" i="0" u="none" strike="noStrike" cap="none">
              <a:solidFill>
                <a:schemeClr val="lt1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5" name="Google Shape;132;p29"/>
          <p:cNvSpPr txBox="1"/>
          <p:nvPr/>
        </p:nvSpPr>
        <p:spPr>
          <a:xfrm>
            <a:off x="1039500" y="827049"/>
            <a:ext cx="4562190" cy="101562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algn="l">
              <a:buSzPts val="8400"/>
            </a:pPr>
            <a:r>
              <a:rPr lang="en-IN" sz="6000" b="1" dirty="0">
                <a:solidFill>
                  <a:schemeClr val="lt1"/>
                </a:solidFill>
                <a:latin typeface="Cambria"/>
                <a:ea typeface="Cambria"/>
                <a:sym typeface="Cambria"/>
              </a:rPr>
              <a:t>Question</a:t>
            </a:r>
            <a:endParaRPr sz="6000" b="1" dirty="0">
              <a:solidFill>
                <a:schemeClr val="lt1"/>
              </a:solidFill>
              <a:latin typeface="Cambria"/>
              <a:ea typeface="Cambria"/>
            </a:endParaRPr>
          </a:p>
        </p:txBody>
      </p:sp>
      <p:sp>
        <p:nvSpPr>
          <p:cNvPr id="6" name="Google Shape;133;p29"/>
          <p:cNvSpPr/>
          <p:nvPr/>
        </p:nvSpPr>
        <p:spPr>
          <a:xfrm>
            <a:off x="1039499" y="11373120"/>
            <a:ext cx="1597200" cy="1597200"/>
          </a:xfrm>
          <a:prstGeom prst="ellipse">
            <a:avLst/>
          </a:prstGeom>
          <a:gradFill>
            <a:gsLst>
              <a:gs pos="0">
                <a:srgbClr val="07213C"/>
              </a:gs>
              <a:gs pos="50000">
                <a:srgbClr val="0A3258"/>
              </a:gs>
              <a:gs pos="100000">
                <a:srgbClr val="0E3B69"/>
              </a:gs>
            </a:gsLst>
            <a:lin ang="16200000" scaled="0"/>
          </a:gradFill>
          <a:ln w="57150" cap="flat" cmpd="sng">
            <a:solidFill>
              <a:schemeClr val="lt1"/>
            </a:solidFill>
            <a:prstDash val="solid"/>
            <a:round/>
            <a:headEnd type="none" w="sm" len="sm"/>
            <a:tailEnd type="none" w="sm" len="sm"/>
          </a:ln>
          <a:effectLst>
            <a:outerShdw blurRad="50800" dist="38100" dir="10800000" algn="r" rotWithShape="0">
              <a:srgbClr val="000000">
                <a:alpha val="40000"/>
              </a:srgb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algn="l" marL="0" marR="0" lvl="0" indent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400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" name="Google Shape;134;p29"/>
          <p:cNvSpPr txBox="1"/>
          <p:nvPr/>
        </p:nvSpPr>
        <p:spPr>
          <a:xfrm>
            <a:off x="1104807" y="11571625"/>
            <a:ext cx="1466700" cy="116951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lvl="0" indent="0" algn="ctr">
              <a:buSzPts val="8400"/>
              <a:buFont typeface="Arial"/>
              <a:buNone/>
            </a:pPr>
            <a:r>
              <a:rPr lang="en-IN" sz="7000" b="1" dirty="0">
                <a:solidFill>
                  <a:schemeClr val="lt1"/>
                </a:solidFill>
                <a:latin typeface="Cambria"/>
                <a:ea typeface="Cambria"/>
                <a:sym typeface="Poppins"/>
              </a:rPr>
              <a:t>A</a:t>
            </a:r>
            <a:endParaRPr sz="7000" b="1" dirty="0">
              <a:solidFill>
                <a:schemeClr val="lt1"/>
              </a:solidFill>
              <a:latin typeface="Cambria"/>
              <a:ea typeface="Cambria"/>
            </a:endParaRPr>
          </a:p>
        </p:txBody>
      </p:sp>
      <p:grpSp>
        <p:nvGrpSpPr>
          <p:cNvPr id="8" name="Group 3">
            <a:extLst>
              <a:ext uri="{FF2B5EF4-FFF2-40B4-BE49-F238E27FC236}">
                <a16:creationId xmlns:a16="http://schemas.microsoft.com/office/drawing/2014/main" id="{E7A8D3A8-3CB4-6749-CCFA-38CA3F055B3C}"/>
              </a:ext>
            </a:extLst>
          </p:cNvPr>
          <p:cNvGrpSpPr/>
          <p:nvPr/>
        </p:nvGrpSpPr>
        <p:grpSpPr>
          <a:xfrm>
            <a:off x="1039499" y="13490460"/>
            <a:ext cx="1597200" cy="1597200"/>
            <a:chOff x="1039499" y="8887793"/>
            <a:chExt cx="1597200" cy="1597200"/>
          </a:xfrm>
        </p:grpSpPr>
        <p:sp>
          <p:nvSpPr>
            <p:cNvPr id="9" name="Google Shape;135;p29"/>
            <p:cNvSpPr/>
            <p:nvPr/>
          </p:nvSpPr>
          <p:spPr>
            <a:xfrm>
              <a:off x="1039499" y="8887793"/>
              <a:ext cx="1597200" cy="1597200"/>
            </a:xfrm>
            <a:prstGeom prst="ellipse">
              <a:avLst/>
            </a:prstGeom>
            <a:gradFill>
              <a:gsLst>
                <a:gs pos="0">
                  <a:srgbClr val="07213C"/>
                </a:gs>
                <a:gs pos="50000">
                  <a:srgbClr val="0A3258"/>
                </a:gs>
                <a:gs pos="100000">
                  <a:srgbClr val="0E3B69"/>
                </a:gs>
              </a:gsLst>
              <a:lin ang="16200000" scaled="0"/>
            </a:gradFill>
            <a:ln w="5715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  <a:effectLst>
              <a:outerShdw blurRad="50800" dist="38100" dir="10800000" algn="r" rotWithShape="0">
                <a:srgbClr val="000000">
                  <a:alpha val="40000"/>
                </a:srgbClr>
              </a:outerShdw>
            </a:effectLst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algn="l" marL="0" marR="0" lvl="0" indent="0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4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0" name="Google Shape;136;p29"/>
            <p:cNvSpPr txBox="1"/>
            <p:nvPr/>
          </p:nvSpPr>
          <p:spPr>
            <a:xfrm>
              <a:off x="1104806" y="9086298"/>
              <a:ext cx="1466700" cy="12006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pPr algn="ctr">
                <a:buSzPts val="8400"/>
              </a:pPr>
              <a:r>
                <a:rPr lang="en-IN" sz="7000" b="1" dirty="0">
                  <a:solidFill>
                    <a:schemeClr val="lt1"/>
                  </a:solidFill>
                  <a:latin typeface="Cambria"/>
                  <a:ea typeface="Cambria"/>
                  <a:sym typeface="Poppins"/>
                </a:rPr>
                <a:t>B</a:t>
              </a:r>
              <a:endParaRPr sz="7000" b="1" dirty="0">
                <a:solidFill>
                  <a:schemeClr val="lt1"/>
                </a:solidFill>
                <a:latin typeface="Cambria"/>
                <a:ea typeface="Cambria"/>
              </a:endParaRPr>
            </a:p>
          </p:txBody>
        </p:sp>
      </p:grpSp>
      <p:grpSp>
        <p:nvGrpSpPr>
          <p:cNvPr id="11" name="Group 2">
            <a:extLst>
              <a:ext uri="{FF2B5EF4-FFF2-40B4-BE49-F238E27FC236}">
                <a16:creationId xmlns:a16="http://schemas.microsoft.com/office/drawing/2014/main" id="{1929EFE0-7899-C986-6D22-F9305746025F}"/>
              </a:ext>
            </a:extLst>
          </p:cNvPr>
          <p:cNvGrpSpPr/>
          <p:nvPr/>
        </p:nvGrpSpPr>
        <p:grpSpPr>
          <a:xfrm>
            <a:off x="1039499" y="15607800"/>
            <a:ext cx="1597200" cy="1597200"/>
            <a:chOff x="1039499" y="11392904"/>
            <a:chExt cx="1597200" cy="1597200"/>
          </a:xfrm>
        </p:grpSpPr>
        <p:sp>
          <p:nvSpPr>
            <p:cNvPr id="12" name="Google Shape;137;p29"/>
            <p:cNvSpPr/>
            <p:nvPr/>
          </p:nvSpPr>
          <p:spPr>
            <a:xfrm>
              <a:off x="1039499" y="11392904"/>
              <a:ext cx="1597200" cy="1597200"/>
            </a:xfrm>
            <a:prstGeom prst="ellipse">
              <a:avLst/>
            </a:prstGeom>
            <a:gradFill>
              <a:gsLst>
                <a:gs pos="0">
                  <a:srgbClr val="07213C"/>
                </a:gs>
                <a:gs pos="50000">
                  <a:srgbClr val="0A3258"/>
                </a:gs>
                <a:gs pos="100000">
                  <a:srgbClr val="0E3B69"/>
                </a:gs>
              </a:gsLst>
              <a:lin ang="16200000" scaled="0"/>
            </a:gradFill>
            <a:ln w="5715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  <a:effectLst>
              <a:outerShdw blurRad="50800" dist="38100" dir="10800000" algn="r" rotWithShape="0">
                <a:srgbClr val="000000">
                  <a:alpha val="40000"/>
                </a:srgbClr>
              </a:outerShdw>
            </a:effectLst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algn="l" marL="0" marR="0" lvl="0" indent="0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4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3" name="Google Shape;138;p29"/>
            <p:cNvSpPr txBox="1"/>
            <p:nvPr/>
          </p:nvSpPr>
          <p:spPr>
            <a:xfrm>
              <a:off x="1104806" y="11591409"/>
              <a:ext cx="1466700" cy="12006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pPr algn="ctr">
                <a:buSzPts val="8400"/>
              </a:pPr>
              <a:r>
                <a:rPr lang="en-IN" sz="7000" b="1" dirty="0">
                  <a:solidFill>
                    <a:schemeClr val="lt1"/>
                  </a:solidFill>
                  <a:latin typeface="Cambria"/>
                  <a:ea typeface="Cambria"/>
                  <a:sym typeface="Poppins"/>
                </a:rPr>
                <a:t>C</a:t>
              </a:r>
              <a:endParaRPr sz="7000" b="1" dirty="0">
                <a:solidFill>
                  <a:schemeClr val="lt1"/>
                </a:solidFill>
                <a:latin typeface="Cambria"/>
                <a:ea typeface="Cambria"/>
              </a:endParaRPr>
            </a:p>
          </p:txBody>
        </p:sp>
      </p:grpSp>
      <p:grpSp>
        <p:nvGrpSpPr>
          <p:cNvPr id="14" name="Group 1">
            <a:extLst>
              <a:ext uri="{FF2B5EF4-FFF2-40B4-BE49-F238E27FC236}">
                <a16:creationId xmlns:a16="http://schemas.microsoft.com/office/drawing/2014/main" id="{2EFF441D-B1EA-669C-64B0-91C1D604A467}"/>
              </a:ext>
            </a:extLst>
          </p:cNvPr>
          <p:cNvGrpSpPr/>
          <p:nvPr/>
        </p:nvGrpSpPr>
        <p:grpSpPr>
          <a:xfrm>
            <a:off x="1039499" y="17725140"/>
            <a:ext cx="1597200" cy="1597200"/>
            <a:chOff x="1039499" y="13898015"/>
            <a:chExt cx="1597200" cy="1597200"/>
          </a:xfrm>
        </p:grpSpPr>
        <p:sp>
          <p:nvSpPr>
            <p:cNvPr id="15" name="Google Shape;139;p29"/>
            <p:cNvSpPr/>
            <p:nvPr/>
          </p:nvSpPr>
          <p:spPr>
            <a:xfrm>
              <a:off x="1039499" y="13898015"/>
              <a:ext cx="1597200" cy="1597200"/>
            </a:xfrm>
            <a:prstGeom prst="ellipse">
              <a:avLst/>
            </a:prstGeom>
            <a:gradFill>
              <a:gsLst>
                <a:gs pos="0">
                  <a:srgbClr val="07213C"/>
                </a:gs>
                <a:gs pos="50000">
                  <a:srgbClr val="0A3258"/>
                </a:gs>
                <a:gs pos="100000">
                  <a:srgbClr val="0E3B69"/>
                </a:gs>
              </a:gsLst>
              <a:lin ang="16200000" scaled="0"/>
            </a:gradFill>
            <a:ln w="5715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  <a:effectLst>
              <a:outerShdw blurRad="50800" dist="38100" dir="10800000" algn="r" rotWithShape="0">
                <a:srgbClr val="000000">
                  <a:alpha val="40000"/>
                </a:srgbClr>
              </a:outerShdw>
            </a:effectLst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algn="l" marL="0" marR="0" lvl="0" indent="0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4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6" name="Google Shape;140;p29"/>
            <p:cNvSpPr txBox="1"/>
            <p:nvPr/>
          </p:nvSpPr>
          <p:spPr>
            <a:xfrm>
              <a:off x="1104806" y="14096520"/>
              <a:ext cx="1466700" cy="12006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pPr algn="ctr">
                <a:buSzPts val="8400"/>
              </a:pPr>
              <a:r>
                <a:rPr lang="en-IN" sz="7000" b="1" dirty="0">
                  <a:solidFill>
                    <a:schemeClr val="lt1"/>
                  </a:solidFill>
                  <a:latin typeface="Cambria"/>
                  <a:ea typeface="Cambria"/>
                  <a:sym typeface="Poppins"/>
                </a:rPr>
                <a:t>D</a:t>
              </a:r>
              <a:endParaRPr sz="7000" b="1" dirty="0">
                <a:solidFill>
                  <a:schemeClr val="lt1"/>
                </a:solidFill>
                <a:latin typeface="Cambria"/>
                <a:ea typeface="Cambria"/>
              </a:endParaRPr>
            </a:p>
          </p:txBody>
        </p:sp>
      </p:grpSp>
      <p:sp>
        <p:nvSpPr>
          <p:cNvPr id="17" name="Google Shape;130;p29">
            <a:extLst>
              <a:ext uri="{FF2B5EF4-FFF2-40B4-BE49-F238E27FC236}">
                <a16:creationId xmlns:a16="http://schemas.microsoft.com/office/drawing/2014/main" id="{359EC1B9-8B0A-CB48-A9AA-6F6EAF44500B}"/>
              </a:ext>
            </a:extLst>
          </p:cNvPr>
          <p:cNvSpPr txBox="1"/>
          <p:nvPr/>
        </p:nvSpPr>
        <p:spPr>
          <a:xfrm>
            <a:off x="3107605" y="13721051"/>
            <a:ext cx="32744401" cy="15973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algn="l" marL="0" indent="0">
              <a:buSzPts val="8400"/>
            </a:pPr>
            <a:r>
              <a:rPr lang="en-IN" sz="6000" b="1" dirty="0">
                <a:solidFill>
                  <a:schemeClr val="lt1"/>
                </a:solidFill>
                <a:latin typeface="Cambria"/>
                <a:ea typeface="Cambria"/>
                <a:sym typeface="Cambria"/>
              </a:rPr>
              <a:t>(A)-(IV), (B)-(III), (C)-(II), (D)-(I)</a:t>
            </a:r>
            <a:endParaRPr sz="6000" b="1" dirty="0">
              <a:solidFill>
                <a:schemeClr val="lt1"/>
              </a:solidFill>
              <a:latin typeface="Cambria"/>
              <a:ea typeface="Cambria"/>
            </a:endParaRPr>
          </a:p>
        </p:txBody>
      </p:sp>
      <p:sp>
        <p:nvSpPr>
          <p:cNvPr id="18" name="Google Shape;130;p29">
            <a:extLst>
              <a:ext uri="{FF2B5EF4-FFF2-40B4-BE49-F238E27FC236}">
                <a16:creationId xmlns:a16="http://schemas.microsoft.com/office/drawing/2014/main" id="{7A900CAF-02A4-EA2C-D5AE-61E805D388DB}"/>
              </a:ext>
            </a:extLst>
          </p:cNvPr>
          <p:cNvSpPr txBox="1"/>
          <p:nvPr/>
        </p:nvSpPr>
        <p:spPr>
          <a:xfrm>
            <a:off x="3107605" y="15788366"/>
            <a:ext cx="32744401" cy="15973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algn="l" marL="0" indent="0">
              <a:buSzPts val="8400"/>
            </a:pPr>
            <a:r>
              <a:rPr lang="en-IN" sz="6000" b="1" dirty="0">
                <a:solidFill>
                  <a:schemeClr val="lt1"/>
                </a:solidFill>
                <a:latin typeface="Cambria"/>
                <a:ea typeface="Cambria"/>
                <a:sym typeface="Cambria"/>
              </a:rPr>
              <a:t>(A)-(III), (B)-(IV), (C)-(I), (D)-(II)</a:t>
            </a:r>
            <a:endParaRPr sz="6000" b="1" dirty="0">
              <a:solidFill>
                <a:schemeClr val="lt1"/>
              </a:solidFill>
              <a:latin typeface="Cambria"/>
              <a:ea typeface="Cambria"/>
            </a:endParaRPr>
          </a:p>
        </p:txBody>
      </p:sp>
      <p:sp>
        <p:nvSpPr>
          <p:cNvPr id="19" name="Google Shape;130;p29">
            <a:extLst>
              <a:ext uri="{FF2B5EF4-FFF2-40B4-BE49-F238E27FC236}">
                <a16:creationId xmlns:a16="http://schemas.microsoft.com/office/drawing/2014/main" id="{14CC97B5-99F4-9A71-2E1A-0ED3B3F0A5F1}"/>
              </a:ext>
            </a:extLst>
          </p:cNvPr>
          <p:cNvSpPr txBox="1"/>
          <p:nvPr/>
        </p:nvSpPr>
        <p:spPr>
          <a:xfrm>
            <a:off x="3107605" y="17923645"/>
            <a:ext cx="32744401" cy="15973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algn="l" marL="0" indent="0">
              <a:buSzPts val="8400"/>
            </a:pPr>
            <a:r>
              <a:rPr lang="en-IN" sz="6000" b="1" dirty="0">
                <a:solidFill>
                  <a:schemeClr val="lt1"/>
                </a:solidFill>
                <a:latin typeface="Cambria"/>
                <a:ea typeface="Cambria"/>
                <a:sym typeface="Cambria"/>
              </a:rPr>
              <a:t>(A)-(II), (B)-(III), (C)-(I), (D)-(IV)</a:t>
            </a:r>
            <a:endParaRPr sz="6000" b="1" dirty="0">
              <a:solidFill>
                <a:schemeClr val="lt1"/>
              </a:solidFill>
              <a:latin typeface="Cambria"/>
              <a:ea typeface="Cambria"/>
            </a:endParaRPr>
          </a:p>
        </p:txBody>
      </p:sp>
      <p:graphicFrame>
        <p:nvGraphicFramePr>
          <p:cNvPr id="20" name="ContentTable"/>
          <p:cNvGraphicFramePr>
            <a:graphicFrameLocks noGrp="1"/>
          </p:cNvGraphicFramePr>
          <p:nvPr/>
        </p:nvGraphicFramePr>
        <p:xfrm>
          <a:off x="1104806" y="5477029"/>
          <a:ext cx="34747200" cy="4576091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7373600"/>
                <a:gridCol w="17373600"/>
              </a:tblGrid>
              <a:tr h="915219">
                <a:tc>
                  <a:txBody>
                    <a:bodyPr/>
                    <a:lstStyle/>
                    <a:p>
                      <a:pPr algn="l" marL="0" marR="0" lvl="0" indent="0" rtl="0">
                        <a:lnSpc>
                          <a:spcPct val="110000"/>
                        </a:lnSpc>
                        <a:spcBef>
                          <a:spcPts val="60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buNone/>
                      </a:pPr>
                      <a:r>
                        <a:rPr lang="en-IN" sz="4000" b="1" i="0" u="none" strike="noStrike" cap="none" dirty="0">
                          <a:solidFill>
                            <a:schemeClr val="tx1"/>
                          </a:solidFill>
                          <a:latin typeface="Cambria"/>
                          <a:ea typeface="Cambria"/>
                          <a:sym typeface="Arial"/>
                        </a:rPr>
                        <a:t>List-I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marL="0" marR="0" lvl="0" indent="0" rtl="0">
                        <a:lnSpc>
                          <a:spcPct val="110000"/>
                        </a:lnSpc>
                        <a:spcBef>
                          <a:spcPts val="60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buNone/>
                      </a:pPr>
                      <a:r>
                        <a:rPr lang="en-IN" sz="4000" b="1" i="0" u="none" strike="noStrike" cap="none" dirty="0">
                          <a:solidFill>
                            <a:schemeClr val="tx1"/>
                          </a:solidFill>
                          <a:latin typeface="Cambria"/>
                          <a:ea typeface="Cambria"/>
                          <a:sym typeface="Arial"/>
                        </a:rPr>
                        <a:t>List-II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915218">
                <a:tc>
                  <a:txBody>
                    <a:bodyPr/>
                    <a:lstStyle/>
                    <a:p>
                      <a:pPr algn="l" marL="0" marR="0" lvl="0" indent="0" defTabSz="914400" rtl="0" eaLnBrk="1" fontAlgn="auto" latinLnBrk="0" hangingPunct="1">
                        <a:lnSpc>
                          <a:spcPct val="110000"/>
                        </a:lnSpc>
                        <a:spcBef>
                          <a:spcPts val="60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kumimoji="0" lang="en-IN" sz="4000" b="0" i="0" u="none" strike="noStrike" kern="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Cambria"/>
                          <a:ea typeface="Cambria"/>
                          <a:cs typeface="+mn-cs"/>
                          <a:sym typeface="Arial"/>
                        </a:rPr>
                        <a:t>A. Heat capacity of body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marL="0" marR="0" lvl="0" indent="0" defTabSz="914400" rtl="0" eaLnBrk="1" fontAlgn="auto" latinLnBrk="0" hangingPunct="1">
                        <a:lnSpc>
                          <a:spcPct val="110000"/>
                        </a:lnSpc>
                        <a:spcBef>
                          <a:spcPts val="60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kumimoji="0" lang="en-IN" sz="4000" b="0" i="0" u="none" strike="noStrike" kern="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Cambria"/>
                          <a:ea typeface="Cambria"/>
                          <a:cs typeface="+mn-cs"/>
                          <a:sym typeface="Arial"/>
                        </a:rPr>
                        <a:t>I. </a:t>
                      </a:r>
                      <mc:AlternateContent xmlns:mc="http://schemas.openxmlformats.org/markup-compatibility/2006">
                        <mc:Choice xmlns:a14="http://schemas.microsoft.com/office/drawing/2010/main" Requires="a14">
                          <a14:m xmlns:m="http://schemas.openxmlformats.org/officeDocument/2006/math">
                            <m:oMath>
                              <m:r>
                                <a:rPr kumimoji="0" lang="en-IN" sz="4000" b="0" i="0" u="none" strike="noStrike" kern="0" cap="none" spc="0" normalizeH="0" baseline="0" noProof="0" dirty="0">
                                  <a:ln>
                                    <a:noFill/>
                                  </a:ln>
                                  <a:solidFill>
                                    <a:srgbClr val="000000"/>
                                  </a:solidFill>
                                  <a:effectLst/>
                                  <a:uLnTx/>
                                  <a:uFillTx/>
                                  <a:latin typeface="Cambria Math"/>
                                  <a:ea typeface="Cambria Math"/>
                                  <a:cs typeface="Cambria Math"/>
                                  <a:sym typeface="Cambria Math"/>
                                </a:rPr>
                                <m:t xml:space="preserve"> J k</m:t>
                              </m:r>
                              <m:sSup>
                                <m:sSupPr/>
                                <m:e>
                                  <m:r>
                                    <a:rPr kumimoji="0" lang="en-IN" sz="4000" b="0" i="0" u="none" strike="noStrike" kern="0" cap="none" spc="0" normalizeH="0" baseline="0" noProof="0" dirty="0">
                                      <a:ln>
                                        <a:noFill/>
                                      </a:ln>
                                      <a:solidFill>
                                        <a:srgbClr val="000000"/>
                                      </a:solidFill>
                                      <a:effectLst/>
                                      <a:uLnTx/>
                                      <a:uFillTx/>
                                      <a:latin typeface="Cambria Math"/>
                                      <a:ea typeface="Cambria Math"/>
                                      <a:cs typeface="Cambria Math"/>
                                      <a:sym typeface="Cambria Math"/>
                                    </a:rPr>
                                    <m:t xml:space="preserve">g</m:t>
                                  </m:r>
                                </m:e>
                                <m:sup>
                                  <m:r>
                                    <a:rPr kumimoji="0" lang="en-IN" sz="4000" b="0" i="0" u="none" strike="noStrike" kern="0" cap="none" spc="0" normalizeH="0" baseline="0" noProof="0" dirty="0">
                                      <a:ln>
                                        <a:noFill/>
                                      </a:ln>
                                      <a:solidFill>
                                        <a:srgbClr val="000000"/>
                                      </a:solidFill>
                                      <a:effectLst/>
                                      <a:uLnTx/>
                                      <a:uFillTx/>
                                      <a:latin typeface="Cambria Math"/>
                                      <a:ea typeface="Cambria Math"/>
                                      <a:cs typeface="Cambria Math"/>
                                      <a:sym typeface="Cambria Math"/>
                                    </a:rPr>
                                    <m:t xml:space="preserve">-1</m:t>
                                  </m:r>
                                </m:sup>
                              </m:sSup>
                              <m:r>
                                <a:rPr kumimoji="0" lang="en-IN" sz="4000" b="0" i="0" u="none" strike="noStrike" kern="0" cap="none" spc="0" normalizeH="0" baseline="0" noProof="0" dirty="0">
                                  <a:ln>
                                    <a:noFill/>
                                  </a:ln>
                                  <a:solidFill>
                                    <a:srgbClr val="000000"/>
                                  </a:solidFill>
                                  <a:effectLst/>
                                  <a:uLnTx/>
                                  <a:uFillTx/>
                                  <a:latin typeface="Cambria Math"/>
                                  <a:ea typeface="Cambria Math"/>
                                  <a:cs typeface="Cambria Math"/>
                                  <a:sym typeface="Cambria Math"/>
                                </a:rPr>
                                <m:t xml:space="preserve"> </m:t>
                              </m:r>
                            </m:oMath>
                          </a14:m>
                        </mc:Choice>
                        <mc:Fallback>
                          <a:r>
                            <a:rPr kumimoji="0" lang="en-IN" sz="4000" b="0" i="0" u="none" strike="noStrike" kern="0" cap="none" spc="0" normalizeH="0" baseline="0" noProof="0" dirty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uLnTx/>
                              <a:uFillTx/>
                              <a:latin typeface="Cambria"/>
                              <a:ea typeface="Cambria"/>
                              <a:cs typeface="+mn-cs"/>
                              <a:sym typeface="Arial"/>
                            </a:rPr>
                            <a:t> J kg</a:t>
                          </a:r>
                          <a:r>
                            <a:rPr kumimoji="0" lang="en-IN" sz="2880" b="0" i="0" u="none" strike="noStrike" kern="0" cap="none" spc="0" normalizeH="0" baseline="52000" noProof="0" dirty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uLnTx/>
                              <a:uFillTx/>
                              <a:latin typeface="Cambria"/>
                              <a:ea typeface="Cambria"/>
                              <a:cs typeface="+mn-cs"/>
                              <a:sym typeface="Arial"/>
                            </a:rPr>
                            <a:t>-1</a:t>
                          </a:r>
                          <a:r>
                            <a:rPr kumimoji="0" lang="en-IN" sz="4000" b="0" i="0" u="none" strike="noStrike" kern="0" cap="none" spc="0" normalizeH="0" baseline="0" noProof="0" dirty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uLnTx/>
                              <a:uFillTx/>
                              <a:latin typeface="Cambria"/>
                              <a:ea typeface="Cambria"/>
                              <a:cs typeface="+mn-cs"/>
                              <a:sym typeface="Arial"/>
                            </a:rPr>
                            <a:t> </a:t>
                          </a:r>
                        </mc:Fallback>
                      </mc:AlternateContent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915218">
                <a:tc>
                  <a:txBody>
                    <a:bodyPr/>
                    <a:lstStyle/>
                    <a:p>
                      <a:pPr algn="l" marL="0" marR="0" lvl="0" indent="0" defTabSz="914400" rtl="0" eaLnBrk="1" fontAlgn="auto" latinLnBrk="0" hangingPunct="1">
                        <a:lnSpc>
                          <a:spcPct val="110000"/>
                        </a:lnSpc>
                        <a:spcBef>
                          <a:spcPts val="60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kumimoji="0" lang="en-IN" sz="4000" b="0" i="0" u="none" strike="noStrike" kern="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Cambria"/>
                          <a:ea typeface="Cambria"/>
                          <a:cs typeface="+mn-cs"/>
                          <a:sym typeface="Arial"/>
                        </a:rPr>
                        <a:t>B. Specific heat capacity of body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marL="0" marR="0" lvl="0" indent="0" defTabSz="914400" rtl="0" eaLnBrk="1" fontAlgn="auto" latinLnBrk="0" hangingPunct="1">
                        <a:lnSpc>
                          <a:spcPct val="110000"/>
                        </a:lnSpc>
                        <a:spcBef>
                          <a:spcPts val="60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kumimoji="0" lang="en-IN" sz="4000" b="0" i="0" u="none" strike="noStrike" kern="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Cambria"/>
                          <a:ea typeface="Cambria"/>
                          <a:cs typeface="+mn-cs"/>
                          <a:sym typeface="Arial"/>
                        </a:rPr>
                        <a:t>II. </a:t>
                      </a:r>
                      <mc:AlternateContent xmlns:mc="http://schemas.openxmlformats.org/markup-compatibility/2006">
                        <mc:Choice xmlns:a14="http://schemas.microsoft.com/office/drawing/2010/main" Requires="a14">
                          <a14:m xmlns:m="http://schemas.openxmlformats.org/officeDocument/2006/math">
                            <m:oMath>
                              <m:r>
                                <a:rPr kumimoji="0" lang="en-IN" sz="4000" b="0" i="0" u="none" strike="noStrike" kern="0" cap="none" spc="0" normalizeH="0" baseline="0" noProof="0" dirty="0">
                                  <a:ln>
                                    <a:noFill/>
                                  </a:ln>
                                  <a:solidFill>
                                    <a:srgbClr val="000000"/>
                                  </a:solidFill>
                                  <a:effectLst/>
                                  <a:uLnTx/>
                                  <a:uFillTx/>
                                  <a:latin typeface="Cambria Math"/>
                                  <a:ea typeface="Cambria Math"/>
                                  <a:cs typeface="Cambria Math"/>
                                  <a:sym typeface="Cambria Math"/>
                                </a:rPr>
                                <m:t xml:space="preserve"> J</m:t>
                              </m:r>
                              <m:sSup>
                                <m:sSupPr/>
                                <m:e>
                                  <m:r>
                                    <a:rPr kumimoji="0" lang="en-IN" sz="4000" b="0" i="0" u="none" strike="noStrike" kern="0" cap="none" spc="0" normalizeH="0" baseline="0" noProof="0" dirty="0">
                                      <a:ln>
                                        <a:noFill/>
                                      </a:ln>
                                      <a:solidFill>
                                        <a:srgbClr val="000000"/>
                                      </a:solidFill>
                                      <a:effectLst/>
                                      <a:uLnTx/>
                                      <a:uFillTx/>
                                      <a:latin typeface="Cambria Math"/>
                                      <a:ea typeface="Cambria Math"/>
                                      <a:cs typeface="Cambria Math"/>
                                      <a:sym typeface="Cambria Math"/>
                                    </a:rPr>
                                    <m:t xml:space="preserve">K</m:t>
                                  </m:r>
                                </m:e>
                                <m:sup>
                                  <m:r>
                                    <a:rPr kumimoji="0" lang="en-IN" sz="4000" b="0" i="0" u="none" strike="noStrike" kern="0" cap="none" spc="0" normalizeH="0" baseline="0" noProof="0" dirty="0">
                                      <a:ln>
                                        <a:noFill/>
                                      </a:ln>
                                      <a:solidFill>
                                        <a:srgbClr val="000000"/>
                                      </a:solidFill>
                                      <a:effectLst/>
                                      <a:uLnTx/>
                                      <a:uFillTx/>
                                      <a:latin typeface="Cambria Math"/>
                                      <a:ea typeface="Cambria Math"/>
                                      <a:cs typeface="Cambria Math"/>
                                      <a:sym typeface="Cambria Math"/>
                                    </a:rPr>
                                    <m:t xml:space="preserve">-1</m:t>
                                  </m:r>
                                </m:sup>
                              </m:sSup>
                              <m:r>
                                <a:rPr kumimoji="0" lang="en-IN" sz="4000" b="0" i="0" u="none" strike="noStrike" kern="0" cap="none" spc="0" normalizeH="0" baseline="0" noProof="0" dirty="0">
                                  <a:ln>
                                    <a:noFill/>
                                  </a:ln>
                                  <a:solidFill>
                                    <a:srgbClr val="000000"/>
                                  </a:solidFill>
                                  <a:effectLst/>
                                  <a:uLnTx/>
                                  <a:uFillTx/>
                                  <a:latin typeface="Cambria Math"/>
                                  <a:ea typeface="Cambria Math"/>
                                  <a:cs typeface="Cambria Math"/>
                                  <a:sym typeface="Cambria Math"/>
                                </a:rPr>
                                <m:t xml:space="preserve"> </m:t>
                              </m:r>
                            </m:oMath>
                          </a14:m>
                        </mc:Choice>
                        <mc:Fallback>
                          <a:r>
                            <a:rPr kumimoji="0" lang="en-IN" sz="4000" b="0" i="0" u="none" strike="noStrike" kern="0" cap="none" spc="0" normalizeH="0" baseline="0" noProof="0" dirty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uLnTx/>
                              <a:uFillTx/>
                              <a:latin typeface="Cambria"/>
                              <a:ea typeface="Cambria"/>
                              <a:cs typeface="+mn-cs"/>
                              <a:sym typeface="Arial"/>
                            </a:rPr>
                            <a:t> JK</a:t>
                          </a:r>
                          <a:r>
                            <a:rPr kumimoji="0" lang="en-IN" sz="2880" b="0" i="0" u="none" strike="noStrike" kern="0" cap="none" spc="0" normalizeH="0" baseline="52000" noProof="0" dirty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uLnTx/>
                              <a:uFillTx/>
                              <a:latin typeface="Cambria"/>
                              <a:ea typeface="Cambria"/>
                              <a:cs typeface="+mn-cs"/>
                              <a:sym typeface="Arial"/>
                            </a:rPr>
                            <a:t>-1</a:t>
                          </a:r>
                          <a:r>
                            <a:rPr kumimoji="0" lang="en-IN" sz="4000" b="0" i="0" u="none" strike="noStrike" kern="0" cap="none" spc="0" normalizeH="0" baseline="0" noProof="0" dirty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uLnTx/>
                              <a:uFillTx/>
                              <a:latin typeface="Cambria"/>
                              <a:ea typeface="Cambria"/>
                              <a:cs typeface="+mn-cs"/>
                              <a:sym typeface="Arial"/>
                            </a:rPr>
                            <a:t> </a:t>
                          </a:r>
                        </mc:Fallback>
                      </mc:AlternateContent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915218">
                <a:tc>
                  <a:txBody>
                    <a:bodyPr/>
                    <a:lstStyle/>
                    <a:p>
                      <a:pPr algn="l" marL="0" marR="0" lvl="0" indent="0" defTabSz="914400" rtl="0" eaLnBrk="1" fontAlgn="auto" latinLnBrk="0" hangingPunct="1">
                        <a:lnSpc>
                          <a:spcPct val="110000"/>
                        </a:lnSpc>
                        <a:spcBef>
                          <a:spcPts val="60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kumimoji="0" lang="en-IN" sz="4000" b="0" i="0" u="none" strike="noStrike" kern="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Cambria"/>
                          <a:ea typeface="Cambria"/>
                          <a:cs typeface="+mn-cs"/>
                          <a:sym typeface="Arial"/>
                        </a:rPr>
                        <a:t>C. Latent heat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marL="0" marR="0" lvl="0" indent="0" defTabSz="914400" rtl="0" eaLnBrk="1" fontAlgn="auto" latinLnBrk="0" hangingPunct="1">
                        <a:lnSpc>
                          <a:spcPct val="110000"/>
                        </a:lnSpc>
                        <a:spcBef>
                          <a:spcPts val="60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kumimoji="0" lang="en-IN" sz="4000" b="0" i="0" u="none" strike="noStrike" kern="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Cambria"/>
                          <a:ea typeface="Cambria"/>
                          <a:cs typeface="+mn-cs"/>
                          <a:sym typeface="Arial"/>
                        </a:rPr>
                        <a:t>III. </a:t>
                      </a:r>
                      <mc:AlternateContent xmlns:mc="http://schemas.openxmlformats.org/markup-compatibility/2006">
                        <mc:Choice xmlns:a14="http://schemas.microsoft.com/office/drawing/2010/main" Requires="a14">
                          <a14:m xmlns:m="http://schemas.openxmlformats.org/officeDocument/2006/math">
                            <m:oMath>
                              <m:r>
                                <a:rPr kumimoji="0" lang="en-IN" sz="4000" b="0" i="0" u="none" strike="noStrike" kern="0" cap="none" spc="0" normalizeH="0" baseline="0" noProof="0" dirty="0">
                                  <a:ln>
                                    <a:noFill/>
                                  </a:ln>
                                  <a:solidFill>
                                    <a:srgbClr val="000000"/>
                                  </a:solidFill>
                                  <a:effectLst/>
                                  <a:uLnTx/>
                                  <a:uFillTx/>
                                  <a:latin typeface="Cambria Math"/>
                                  <a:ea typeface="Cambria Math"/>
                                  <a:cs typeface="Cambria Math"/>
                                  <a:sym typeface="Cambria Math"/>
                                </a:rPr>
                                <m:t xml:space="preserve"> J k</m:t>
                              </m:r>
                              <m:sSup>
                                <m:sSupPr/>
                                <m:e>
                                  <m:r>
                                    <a:rPr kumimoji="0" lang="en-IN" sz="4000" b="0" i="0" u="none" strike="noStrike" kern="0" cap="none" spc="0" normalizeH="0" baseline="0" noProof="0" dirty="0">
                                      <a:ln>
                                        <a:noFill/>
                                      </a:ln>
                                      <a:solidFill>
                                        <a:srgbClr val="000000"/>
                                      </a:solidFill>
                                      <a:effectLst/>
                                      <a:uLnTx/>
                                      <a:uFillTx/>
                                      <a:latin typeface="Cambria Math"/>
                                      <a:ea typeface="Cambria Math"/>
                                      <a:cs typeface="Cambria Math"/>
                                      <a:sym typeface="Cambria Math"/>
                                    </a:rPr>
                                    <m:t xml:space="preserve">g</m:t>
                                  </m:r>
                                </m:e>
                                <m:sup>
                                  <m:r>
                                    <a:rPr kumimoji="0" lang="en-IN" sz="4000" b="0" i="0" u="none" strike="noStrike" kern="0" cap="none" spc="0" normalizeH="0" baseline="0" noProof="0" dirty="0">
                                      <a:ln>
                                        <a:noFill/>
                                      </a:ln>
                                      <a:solidFill>
                                        <a:srgbClr val="000000"/>
                                      </a:solidFill>
                                      <a:effectLst/>
                                      <a:uLnTx/>
                                      <a:uFillTx/>
                                      <a:latin typeface="Cambria Math"/>
                                      <a:ea typeface="Cambria Math"/>
                                      <a:cs typeface="Cambria Math"/>
                                      <a:sym typeface="Cambria Math"/>
                                    </a:rPr>
                                    <m:t xml:space="preserve">-1</m:t>
                                  </m:r>
                                </m:sup>
                              </m:sSup>
                              <m:r>
                                <a:rPr kumimoji="0" lang="en-IN" sz="4000" b="0" i="0" u="none" strike="noStrike" kern="0" cap="none" spc="0" normalizeH="0" baseline="0" noProof="0" dirty="0">
                                  <a:ln>
                                    <a:noFill/>
                                  </a:ln>
                                  <a:solidFill>
                                    <a:srgbClr val="000000"/>
                                  </a:solidFill>
                                  <a:effectLst/>
                                  <a:uLnTx/>
                                  <a:uFillTx/>
                                  <a:latin typeface="Cambria Math"/>
                                  <a:ea typeface="Cambria Math"/>
                                  <a:cs typeface="Cambria Math"/>
                                  <a:sym typeface="Cambria Math"/>
                                </a:rPr>
                                <m:t xml:space="preserve"> </m:t>
                              </m:r>
                              <m:sSup>
                                <m:sSupPr/>
                                <m:e>
                                  <m:r>
                                    <a:rPr kumimoji="0" lang="en-IN" sz="4000" b="0" i="0" u="none" strike="noStrike" kern="0" cap="none" spc="0" normalizeH="0" baseline="0" noProof="0" dirty="0">
                                      <a:ln>
                                        <a:noFill/>
                                      </a:ln>
                                      <a:solidFill>
                                        <a:srgbClr val="000000"/>
                                      </a:solidFill>
                                      <a:effectLst/>
                                      <a:uLnTx/>
                                      <a:uFillTx/>
                                      <a:latin typeface="Cambria Math"/>
                                      <a:ea typeface="Cambria Math"/>
                                      <a:cs typeface="Cambria Math"/>
                                      <a:sym typeface="Cambria Math"/>
                                    </a:rPr>
                                    <m:t xml:space="preserve">K</m:t>
                                  </m:r>
                                </m:e>
                                <m:sup>
                                  <m:r>
                                    <a:rPr kumimoji="0" lang="en-IN" sz="4000" b="0" i="0" u="none" strike="noStrike" kern="0" cap="none" spc="0" normalizeH="0" baseline="0" noProof="0" dirty="0">
                                      <a:ln>
                                        <a:noFill/>
                                      </a:ln>
                                      <a:solidFill>
                                        <a:srgbClr val="000000"/>
                                      </a:solidFill>
                                      <a:effectLst/>
                                      <a:uLnTx/>
                                      <a:uFillTx/>
                                      <a:latin typeface="Cambria Math"/>
                                      <a:ea typeface="Cambria Math"/>
                                      <a:cs typeface="Cambria Math"/>
                                      <a:sym typeface="Cambria Math"/>
                                    </a:rPr>
                                    <m:t xml:space="preserve">-1</m:t>
                                  </m:r>
                                </m:sup>
                              </m:sSup>
                              <m:r>
                                <a:rPr kumimoji="0" lang="en-IN" sz="4000" b="0" i="0" u="none" strike="noStrike" kern="0" cap="none" spc="0" normalizeH="0" baseline="0" noProof="0" dirty="0">
                                  <a:ln>
                                    <a:noFill/>
                                  </a:ln>
                                  <a:solidFill>
                                    <a:srgbClr val="000000"/>
                                  </a:solidFill>
                                  <a:effectLst/>
                                  <a:uLnTx/>
                                  <a:uFillTx/>
                                  <a:latin typeface="Cambria Math"/>
                                  <a:ea typeface="Cambria Math"/>
                                  <a:cs typeface="Cambria Math"/>
                                  <a:sym typeface="Cambria Math"/>
                                </a:rPr>
                                <m:t xml:space="preserve"> </m:t>
                              </m:r>
                            </m:oMath>
                          </a14:m>
                        </mc:Choice>
                        <mc:Fallback>
                          <a:r>
                            <a:rPr kumimoji="0" lang="en-IN" sz="4000" b="0" i="0" u="none" strike="noStrike" kern="0" cap="none" spc="0" normalizeH="0" baseline="0" noProof="0" dirty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uLnTx/>
                              <a:uFillTx/>
                              <a:latin typeface="Cambria"/>
                              <a:ea typeface="Cambria"/>
                              <a:cs typeface="+mn-cs"/>
                              <a:sym typeface="Arial"/>
                            </a:rPr>
                            <a:t> J kg</a:t>
                          </a:r>
                          <a:r>
                            <a:rPr kumimoji="0" lang="en-IN" sz="2880" b="0" i="0" u="none" strike="noStrike" kern="0" cap="none" spc="0" normalizeH="0" baseline="52000" noProof="0" dirty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uLnTx/>
                              <a:uFillTx/>
                              <a:latin typeface="Cambria"/>
                              <a:ea typeface="Cambria"/>
                              <a:cs typeface="+mn-cs"/>
                              <a:sym typeface="Arial"/>
                            </a:rPr>
                            <a:t>-1</a:t>
                          </a:r>
                          <a:r>
                            <a:rPr kumimoji="0" lang="en-IN" sz="4000" b="0" i="0" u="none" strike="noStrike" kern="0" cap="none" spc="0" normalizeH="0" baseline="0" noProof="0" dirty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uLnTx/>
                              <a:uFillTx/>
                              <a:latin typeface="Cambria"/>
                              <a:ea typeface="Cambria"/>
                              <a:cs typeface="+mn-cs"/>
                              <a:sym typeface="Arial"/>
                            </a:rPr>
                            <a:t> K</a:t>
                          </a:r>
                          <a:r>
                            <a:rPr kumimoji="0" lang="en-IN" sz="2880" b="0" i="0" u="none" strike="noStrike" kern="0" cap="none" spc="0" normalizeH="0" baseline="52000" noProof="0" dirty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uLnTx/>
                              <a:uFillTx/>
                              <a:latin typeface="Cambria"/>
                              <a:ea typeface="Cambria"/>
                              <a:cs typeface="+mn-cs"/>
                              <a:sym typeface="Arial"/>
                            </a:rPr>
                            <a:t>-1</a:t>
                          </a:r>
                          <a:r>
                            <a:rPr kumimoji="0" lang="en-IN" sz="4000" b="0" i="0" u="none" strike="noStrike" kern="0" cap="none" spc="0" normalizeH="0" baseline="0" noProof="0" dirty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uLnTx/>
                              <a:uFillTx/>
                              <a:latin typeface="Cambria"/>
                              <a:ea typeface="Cambria"/>
                              <a:cs typeface="+mn-cs"/>
                              <a:sym typeface="Arial"/>
                            </a:rPr>
                            <a:t> </a:t>
                          </a:r>
                        </mc:Fallback>
                      </mc:AlternateContent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915218">
                <a:tc>
                  <a:txBody>
                    <a:bodyPr/>
                    <a:lstStyle/>
                    <a:p>
                      <a:pPr algn="l" marL="0" marR="0" lvl="0" indent="0" defTabSz="914400" rtl="0" eaLnBrk="1" fontAlgn="auto" latinLnBrk="0" hangingPunct="1">
                        <a:lnSpc>
                          <a:spcPct val="110000"/>
                        </a:lnSpc>
                        <a:spcBef>
                          <a:spcPts val="60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kumimoji="0" lang="en-IN" sz="4000" b="0" i="0" u="none" strike="noStrike" kern="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Cambria"/>
                          <a:ea typeface="Cambria"/>
                          <a:cs typeface="+mn-cs"/>
                          <a:sym typeface="Arial"/>
                        </a:rPr>
                        <a:t>D. Thermal conductivity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marL="0" marR="0" lvl="0" indent="0" defTabSz="914400" rtl="0" eaLnBrk="1" fontAlgn="auto" latinLnBrk="0" hangingPunct="1">
                        <a:lnSpc>
                          <a:spcPct val="110000"/>
                        </a:lnSpc>
                        <a:spcBef>
                          <a:spcPts val="60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kumimoji="0" lang="en-IN" sz="4000" b="0" i="0" u="none" strike="noStrike" kern="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Cambria"/>
                          <a:ea typeface="Cambria"/>
                          <a:cs typeface="+mn-cs"/>
                          <a:sym typeface="Arial"/>
                        </a:rPr>
                        <a:t>IV. </a:t>
                      </a:r>
                      <mc:AlternateContent xmlns:mc="http://schemas.openxmlformats.org/markup-compatibility/2006">
                        <mc:Choice xmlns:a14="http://schemas.microsoft.com/office/drawing/2010/main" Requires="a14">
                          <a14:m xmlns:m="http://schemas.openxmlformats.org/officeDocument/2006/math">
                            <m:oMath>
                              <m:r>
                                <a:rPr kumimoji="0" lang="en-IN" sz="4000" b="0" i="0" u="none" strike="noStrike" kern="0" cap="none" spc="0" normalizeH="0" baseline="0" noProof="0" dirty="0">
                                  <a:ln>
                                    <a:noFill/>
                                  </a:ln>
                                  <a:solidFill>
                                    <a:srgbClr val="000000"/>
                                  </a:solidFill>
                                  <a:effectLst/>
                                  <a:uLnTx/>
                                  <a:uFillTx/>
                                  <a:latin typeface="Cambria Math"/>
                                  <a:ea typeface="Cambria Math"/>
                                  <a:cs typeface="Cambria Math"/>
                                  <a:sym typeface="Cambria Math"/>
                                </a:rPr>
                                <m:t xml:space="preserve"> J</m:t>
                              </m:r>
                              <m:sSup>
                                <m:sSupPr/>
                                <m:e>
                                  <m:r>
                                    <a:rPr kumimoji="0" lang="en-IN" sz="4000" b="0" i="0" u="none" strike="noStrike" kern="0" cap="none" spc="0" normalizeH="0" baseline="0" noProof="0" dirty="0">
                                      <a:ln>
                                        <a:noFill/>
                                      </a:ln>
                                      <a:solidFill>
                                        <a:srgbClr val="000000"/>
                                      </a:solidFill>
                                      <a:effectLst/>
                                      <a:uLnTx/>
                                      <a:uFillTx/>
                                      <a:latin typeface="Cambria Math"/>
                                      <a:ea typeface="Cambria Math"/>
                                      <a:cs typeface="Cambria Math"/>
                                      <a:sym typeface="Cambria Math"/>
                                    </a:rPr>
                                    <m:t xml:space="preserve">m</m:t>
                                  </m:r>
                                </m:e>
                                <m:sup>
                                  <m:r>
                                    <a:rPr kumimoji="0" lang="en-IN" sz="4000" b="0" i="0" u="none" strike="noStrike" kern="0" cap="none" spc="0" normalizeH="0" baseline="0" noProof="0" dirty="0">
                                      <a:ln>
                                        <a:noFill/>
                                      </a:ln>
                                      <a:solidFill>
                                        <a:srgbClr val="000000"/>
                                      </a:solidFill>
                                      <a:effectLst/>
                                      <a:uLnTx/>
                                      <a:uFillTx/>
                                      <a:latin typeface="Cambria Math"/>
                                      <a:ea typeface="Cambria Math"/>
                                      <a:cs typeface="Cambria Math"/>
                                      <a:sym typeface="Cambria Math"/>
                                    </a:rPr>
                                    <m:t xml:space="preserve">-1</m:t>
                                  </m:r>
                                </m:sup>
                              </m:sSup>
                              <m:r>
                                <a:rPr kumimoji="0" lang="en-IN" sz="4000" b="0" i="0" u="none" strike="noStrike" kern="0" cap="none" spc="0" normalizeH="0" baseline="0" noProof="0" dirty="0">
                                  <a:ln>
                                    <a:noFill/>
                                  </a:ln>
                                  <a:solidFill>
                                    <a:srgbClr val="000000"/>
                                  </a:solidFill>
                                  <a:effectLst/>
                                  <a:uLnTx/>
                                  <a:uFillTx/>
                                  <a:latin typeface="Cambria Math"/>
                                  <a:ea typeface="Cambria Math"/>
                                  <a:cs typeface="Cambria Math"/>
                                  <a:sym typeface="Cambria Math"/>
                                </a:rPr>
                                <m:t xml:space="preserve"> </m:t>
                              </m:r>
                              <m:sSup>
                                <m:sSupPr/>
                                <m:e>
                                  <m:r>
                                    <a:rPr kumimoji="0" lang="en-IN" sz="4000" b="0" i="0" u="none" strike="noStrike" kern="0" cap="none" spc="0" normalizeH="0" baseline="0" noProof="0" dirty="0">
                                      <a:ln>
                                        <a:noFill/>
                                      </a:ln>
                                      <a:solidFill>
                                        <a:srgbClr val="000000"/>
                                      </a:solidFill>
                                      <a:effectLst/>
                                      <a:uLnTx/>
                                      <a:uFillTx/>
                                      <a:latin typeface="Cambria Math"/>
                                      <a:ea typeface="Cambria Math"/>
                                      <a:cs typeface="Cambria Math"/>
                                      <a:sym typeface="Cambria Math"/>
                                    </a:rPr>
                                    <m:t xml:space="preserve">K</m:t>
                                  </m:r>
                                </m:e>
                                <m:sup>
                                  <m:r>
                                    <a:rPr kumimoji="0" lang="en-IN" sz="4000" b="0" i="0" u="none" strike="noStrike" kern="0" cap="none" spc="0" normalizeH="0" baseline="0" noProof="0" dirty="0">
                                      <a:ln>
                                        <a:noFill/>
                                      </a:ln>
                                      <a:solidFill>
                                        <a:srgbClr val="000000"/>
                                      </a:solidFill>
                                      <a:effectLst/>
                                      <a:uLnTx/>
                                      <a:uFillTx/>
                                      <a:latin typeface="Cambria Math"/>
                                      <a:ea typeface="Cambria Math"/>
                                      <a:cs typeface="Cambria Math"/>
                                      <a:sym typeface="Cambria Math"/>
                                    </a:rPr>
                                    <m:t xml:space="preserve">-1</m:t>
                                  </m:r>
                                </m:sup>
                              </m:sSup>
                              <m:r>
                                <a:rPr kumimoji="0" lang="en-IN" sz="4000" b="0" i="0" u="none" strike="noStrike" kern="0" cap="none" spc="0" normalizeH="0" baseline="0" noProof="0" dirty="0">
                                  <a:ln>
                                    <a:noFill/>
                                  </a:ln>
                                  <a:solidFill>
                                    <a:srgbClr val="000000"/>
                                  </a:solidFill>
                                  <a:effectLst/>
                                  <a:uLnTx/>
                                  <a:uFillTx/>
                                  <a:latin typeface="Cambria Math"/>
                                  <a:ea typeface="Cambria Math"/>
                                  <a:cs typeface="Cambria Math"/>
                                  <a:sym typeface="Cambria Math"/>
                                </a:rPr>
                                <m:t xml:space="preserve"> </m:t>
                              </m:r>
                              <m:sSup>
                                <m:sSupPr/>
                                <m:e>
                                  <m:r>
                                    <a:rPr kumimoji="0" lang="en-IN" sz="4000" b="0" i="0" u="none" strike="noStrike" kern="0" cap="none" spc="0" normalizeH="0" baseline="0" noProof="0" dirty="0">
                                      <a:ln>
                                        <a:noFill/>
                                      </a:ln>
                                      <a:solidFill>
                                        <a:srgbClr val="000000"/>
                                      </a:solidFill>
                                      <a:effectLst/>
                                      <a:uLnTx/>
                                      <a:uFillTx/>
                                      <a:latin typeface="Cambria Math"/>
                                      <a:ea typeface="Cambria Math"/>
                                      <a:cs typeface="Cambria Math"/>
                                      <a:sym typeface="Cambria Math"/>
                                    </a:rPr>
                                    <m:t xml:space="preserve">s</m:t>
                                  </m:r>
                                </m:e>
                                <m:sup>
                                  <m:r>
                                    <a:rPr kumimoji="0" lang="en-IN" sz="4000" b="0" i="0" u="none" strike="noStrike" kern="0" cap="none" spc="0" normalizeH="0" baseline="0" noProof="0" dirty="0">
                                      <a:ln>
                                        <a:noFill/>
                                      </a:ln>
                                      <a:solidFill>
                                        <a:srgbClr val="000000"/>
                                      </a:solidFill>
                                      <a:effectLst/>
                                      <a:uLnTx/>
                                      <a:uFillTx/>
                                      <a:latin typeface="Cambria Math"/>
                                      <a:ea typeface="Cambria Math"/>
                                      <a:cs typeface="Cambria Math"/>
                                      <a:sym typeface="Cambria Math"/>
                                    </a:rPr>
                                    <m:t xml:space="preserve">-1</m:t>
                                  </m:r>
                                </m:sup>
                              </m:sSup>
                              <m:r>
                                <a:rPr kumimoji="0" lang="en-IN" sz="4000" b="0" i="0" u="none" strike="noStrike" kern="0" cap="none" spc="0" normalizeH="0" baseline="0" noProof="0" dirty="0">
                                  <a:ln>
                                    <a:noFill/>
                                  </a:ln>
                                  <a:solidFill>
                                    <a:srgbClr val="000000"/>
                                  </a:solidFill>
                                  <a:effectLst/>
                                  <a:uLnTx/>
                                  <a:uFillTx/>
                                  <a:latin typeface="Cambria Math"/>
                                  <a:ea typeface="Cambria Math"/>
                                  <a:cs typeface="Cambria Math"/>
                                  <a:sym typeface="Cambria Math"/>
                                </a:rPr>
                                <m:t xml:space="preserve"> </m:t>
                              </m:r>
                            </m:oMath>
                          </a14:m>
                        </mc:Choice>
                        <mc:Fallback>
                          <a:r>
                            <a:rPr kumimoji="0" lang="en-IN" sz="4000" b="0" i="0" u="none" strike="noStrike" kern="0" cap="none" spc="0" normalizeH="0" baseline="0" noProof="0" dirty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uLnTx/>
                              <a:uFillTx/>
                              <a:latin typeface="Cambria"/>
                              <a:ea typeface="Cambria"/>
                              <a:cs typeface="+mn-cs"/>
                              <a:sym typeface="Arial"/>
                            </a:rPr>
                            <a:t> Jm</a:t>
                          </a:r>
                          <a:r>
                            <a:rPr kumimoji="0" lang="en-IN" sz="2880" b="0" i="0" u="none" strike="noStrike" kern="0" cap="none" spc="0" normalizeH="0" baseline="52000" noProof="0" dirty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uLnTx/>
                              <a:uFillTx/>
                              <a:latin typeface="Cambria"/>
                              <a:ea typeface="Cambria"/>
                              <a:cs typeface="+mn-cs"/>
                              <a:sym typeface="Arial"/>
                            </a:rPr>
                            <a:t>-1</a:t>
                          </a:r>
                          <a:r>
                            <a:rPr kumimoji="0" lang="en-IN" sz="4000" b="0" i="0" u="none" strike="noStrike" kern="0" cap="none" spc="0" normalizeH="0" baseline="0" noProof="0" dirty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uLnTx/>
                              <a:uFillTx/>
                              <a:latin typeface="Cambria"/>
                              <a:ea typeface="Cambria"/>
                              <a:cs typeface="+mn-cs"/>
                              <a:sym typeface="Arial"/>
                            </a:rPr>
                            <a:t> K</a:t>
                          </a:r>
                          <a:r>
                            <a:rPr kumimoji="0" lang="en-IN" sz="2880" b="0" i="0" u="none" strike="noStrike" kern="0" cap="none" spc="0" normalizeH="0" baseline="52000" noProof="0" dirty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uLnTx/>
                              <a:uFillTx/>
                              <a:latin typeface="Cambria"/>
                              <a:ea typeface="Cambria"/>
                              <a:cs typeface="+mn-cs"/>
                              <a:sym typeface="Arial"/>
                            </a:rPr>
                            <a:t>-1</a:t>
                          </a:r>
                          <a:r>
                            <a:rPr kumimoji="0" lang="en-IN" sz="4000" b="0" i="0" u="none" strike="noStrike" kern="0" cap="none" spc="0" normalizeH="0" baseline="0" noProof="0" dirty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uLnTx/>
                              <a:uFillTx/>
                              <a:latin typeface="Cambria"/>
                              <a:ea typeface="Cambria"/>
                              <a:cs typeface="+mn-cs"/>
                              <a:sym typeface="Arial"/>
                            </a:rPr>
                            <a:t> s</a:t>
                          </a:r>
                          <a:r>
                            <a:rPr kumimoji="0" lang="en-IN" sz="2880" b="0" i="0" u="none" strike="noStrike" kern="0" cap="none" spc="0" normalizeH="0" baseline="52000" noProof="0" dirty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uLnTx/>
                              <a:uFillTx/>
                              <a:latin typeface="Cambria"/>
                              <a:ea typeface="Cambria"/>
                              <a:cs typeface="+mn-cs"/>
                              <a:sym typeface="Arial"/>
                            </a:rPr>
                            <a:t>-1</a:t>
                          </a:r>
                          <a:r>
                            <a:rPr kumimoji="0" lang="en-IN" sz="4000" b="0" i="0" u="none" strike="noStrike" kern="0" cap="none" spc="0" normalizeH="0" baseline="0" noProof="0" dirty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uLnTx/>
                              <a:uFillTx/>
                              <a:latin typeface="Cambria"/>
                              <a:ea typeface="Cambria"/>
                              <a:cs typeface="+mn-cs"/>
                              <a:sym typeface="Arial"/>
                            </a:rPr>
                            <a:t> </a:t>
                          </a:r>
                        </mc:Fallback>
                      </mc:AlternateContent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</p:spTree>
  </p:cSld>
  <p:clrMapOvr>
    <a:masterClrMapping/>
  </p:clrMapOvr>
  <p:transition spd="slow">
    <p:push/>
  </p:transition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Google Shape;129;p29"/>
          <p:cNvSpPr txBox="1"/>
          <p:nvPr/>
        </p:nvSpPr>
        <p:spPr>
          <a:xfrm>
            <a:off x="1104806" y="2396709"/>
            <a:ext cx="34747200" cy="25603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algn="l" marL="0" lvl="0" indent="0">
              <a:buSzPts val="8400"/>
              <a:buFont typeface="Arial"/>
              <a:buNone/>
            </a:pPr>
            <a:r>
              <a:rPr lang="en-IN" sz="6000" b="1" dirty="0">
                <a:solidFill>
                  <a:schemeClr val="lt1"/>
                </a:solidFill>
                <a:latin typeface="Cambria"/>
                <a:ea typeface="Cambria"/>
                <a:sym typeface="Cambria"/>
              </a:rPr>
              <a:t>2. Match List-I with List-II. [29 Jan, 2025 (Shift-II)]</a:t>
            </a:r>
          </a:p>
          <a:p>
            <a:pPr algn="l" marL="0" lvl="0" indent="0">
              <a:buSzPts val="8400"/>
              <a:buFont typeface="Arial"/>
              <a:buNone/>
            </a:pPr>
            <a:r>
              <a:rPr lang="en-IN" sz="6000" b="1" dirty="0">
                <a:solidFill>
                  <a:schemeClr val="lt1"/>
                </a:solidFill>
                <a:latin typeface="Cambria"/>
                <a:ea typeface="Cambria"/>
                <a:sym typeface="Cambria"/>
              </a:rPr>
              <a:t>Choose the correct answer from the options given below:</a:t>
            </a:r>
          </a:p>
        </p:txBody>
      </p:sp>
      <p:sp>
        <p:nvSpPr>
          <p:cNvPr id="3" name="Google Shape;130;p29"/>
          <p:cNvSpPr txBox="1"/>
          <p:nvPr/>
        </p:nvSpPr>
        <p:spPr>
          <a:xfrm>
            <a:off x="3107605" y="11663909"/>
            <a:ext cx="32744401" cy="15973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algn="l" marL="0" indent="0">
              <a:buSzPts val="8400"/>
            </a:pPr>
            <a:r>
              <a:rPr lang="en-IN" sz="6000" b="1" dirty="0">
                <a:solidFill>
                  <a:schemeClr val="lt1"/>
                </a:solidFill>
                <a:latin typeface="Cambria"/>
                <a:ea typeface="Cambria"/>
                <a:sym typeface="Cambria"/>
              </a:rPr>
              <a:t>(A)-(III), (B)-(II), (C)-(I), (D)-(IV)</a:t>
            </a:r>
            <a:endParaRPr sz="6000" b="1" dirty="0">
              <a:solidFill>
                <a:schemeClr val="lt1"/>
              </a:solidFill>
              <a:latin typeface="Cambria"/>
              <a:ea typeface="Cambria"/>
            </a:endParaRPr>
          </a:p>
        </p:txBody>
      </p:sp>
      <p:sp>
        <p:nvSpPr>
          <p:cNvPr id="4" name="Google Shape;131;p29"/>
          <p:cNvSpPr/>
          <p:nvPr/>
        </p:nvSpPr>
        <p:spPr>
          <a:xfrm>
            <a:off x="-1864528" y="681774"/>
            <a:ext cx="7081988" cy="1569660"/>
          </a:xfrm>
          <a:prstGeom prst="roundRect">
            <a:avLst>
              <a:gd name="adj" fmla="val 50000"/>
            </a:avLst>
          </a:prstGeom>
          <a:gradFill>
            <a:gsLst>
              <a:gs pos="0">
                <a:srgbClr val="07213C"/>
              </a:gs>
              <a:gs pos="50000">
                <a:srgbClr val="0A3258"/>
              </a:gs>
              <a:gs pos="100000">
                <a:srgbClr val="0E3B69"/>
              </a:gs>
            </a:gsLst>
            <a:lin ang="16200000" scaled="0"/>
          </a:gradFill>
          <a:ln w="57150" cap="flat" cmpd="sng">
            <a:solidFill>
              <a:schemeClr val="lt1"/>
            </a:solidFill>
            <a:prstDash val="solid"/>
            <a:round/>
            <a:headEnd type="none" w="sm" len="sm"/>
            <a:tailEnd type="none" w="sm" len="sm"/>
          </a:ln>
          <a:effectLst>
            <a:outerShdw blurRad="50800" dist="38100" dir="10800000" algn="r" rotWithShape="0">
              <a:srgbClr val="000000">
                <a:alpha val="40000"/>
              </a:srgb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algn="l" marL="0" marR="0" lvl="0" indent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8400" b="1" i="0" u="none" strike="noStrike" cap="none">
              <a:solidFill>
                <a:schemeClr val="lt1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5" name="Google Shape;132;p29"/>
          <p:cNvSpPr txBox="1"/>
          <p:nvPr/>
        </p:nvSpPr>
        <p:spPr>
          <a:xfrm>
            <a:off x="1039500" y="827049"/>
            <a:ext cx="4562190" cy="101562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algn="l">
              <a:buSzPts val="8400"/>
            </a:pPr>
            <a:r>
              <a:rPr lang="en-IN" sz="6000" b="1" dirty="0">
                <a:solidFill>
                  <a:schemeClr val="lt1"/>
                </a:solidFill>
                <a:latin typeface="Cambria"/>
                <a:ea typeface="Cambria"/>
                <a:sym typeface="Cambria"/>
              </a:rPr>
              <a:t>Question</a:t>
            </a:r>
            <a:endParaRPr sz="6000" b="1" dirty="0">
              <a:solidFill>
                <a:schemeClr val="lt1"/>
              </a:solidFill>
              <a:latin typeface="Cambria"/>
              <a:ea typeface="Cambria"/>
            </a:endParaRPr>
          </a:p>
        </p:txBody>
      </p:sp>
      <p:sp>
        <p:nvSpPr>
          <p:cNvPr id="6" name="Google Shape;133;p29"/>
          <p:cNvSpPr/>
          <p:nvPr/>
        </p:nvSpPr>
        <p:spPr>
          <a:xfrm>
            <a:off x="1039499" y="11373120"/>
            <a:ext cx="1597200" cy="1597200"/>
          </a:xfrm>
          <a:prstGeom prst="ellipse">
            <a:avLst/>
          </a:prstGeom>
          <a:gradFill>
            <a:gsLst>
              <a:gs pos="0">
                <a:srgbClr val="07213C"/>
              </a:gs>
              <a:gs pos="50000">
                <a:srgbClr val="0A3258"/>
              </a:gs>
              <a:gs pos="100000">
                <a:srgbClr val="0E3B69"/>
              </a:gs>
            </a:gsLst>
            <a:lin ang="16200000" scaled="0"/>
          </a:gradFill>
          <a:ln w="57150" cap="flat" cmpd="sng">
            <a:solidFill>
              <a:schemeClr val="lt1"/>
            </a:solidFill>
            <a:prstDash val="solid"/>
            <a:round/>
            <a:headEnd type="none" w="sm" len="sm"/>
            <a:tailEnd type="none" w="sm" len="sm"/>
          </a:ln>
          <a:effectLst>
            <a:outerShdw blurRad="50800" dist="38100" dir="10800000" algn="r" rotWithShape="0">
              <a:srgbClr val="000000">
                <a:alpha val="40000"/>
              </a:srgb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algn="l" marL="0" marR="0" lvl="0" indent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400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" name="Google Shape;134;p29"/>
          <p:cNvSpPr txBox="1"/>
          <p:nvPr/>
        </p:nvSpPr>
        <p:spPr>
          <a:xfrm>
            <a:off x="1104807" y="11571625"/>
            <a:ext cx="1466700" cy="116951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lvl="0" indent="0" algn="ctr">
              <a:buSzPts val="8400"/>
              <a:buFont typeface="Arial"/>
              <a:buNone/>
            </a:pPr>
            <a:r>
              <a:rPr lang="en-IN" sz="7000" b="1" dirty="0">
                <a:solidFill>
                  <a:schemeClr val="lt1"/>
                </a:solidFill>
                <a:latin typeface="Cambria"/>
                <a:ea typeface="Cambria"/>
                <a:sym typeface="Poppins"/>
              </a:rPr>
              <a:t>A</a:t>
            </a:r>
            <a:endParaRPr sz="7000" b="1" dirty="0">
              <a:solidFill>
                <a:schemeClr val="lt1"/>
              </a:solidFill>
              <a:latin typeface="Cambria"/>
              <a:ea typeface="Cambria"/>
            </a:endParaRPr>
          </a:p>
        </p:txBody>
      </p:sp>
      <p:grpSp>
        <p:nvGrpSpPr>
          <p:cNvPr id="8" name="Group 3">
            <a:extLst>
              <a:ext uri="{FF2B5EF4-FFF2-40B4-BE49-F238E27FC236}">
                <a16:creationId xmlns:a16="http://schemas.microsoft.com/office/drawing/2014/main" id="{E7A8D3A8-3CB4-6749-CCFA-38CA3F055B3C}"/>
              </a:ext>
            </a:extLst>
          </p:cNvPr>
          <p:cNvGrpSpPr/>
          <p:nvPr/>
        </p:nvGrpSpPr>
        <p:grpSpPr>
          <a:xfrm>
            <a:off x="1039499" y="13490460"/>
            <a:ext cx="1597200" cy="1597200"/>
            <a:chOff x="1039499" y="8887793"/>
            <a:chExt cx="1597200" cy="1597200"/>
          </a:xfrm>
        </p:grpSpPr>
        <p:sp>
          <p:nvSpPr>
            <p:cNvPr id="9" name="Google Shape;135;p29"/>
            <p:cNvSpPr/>
            <p:nvPr/>
          </p:nvSpPr>
          <p:spPr>
            <a:xfrm>
              <a:off x="1039499" y="8887793"/>
              <a:ext cx="1597200" cy="1597200"/>
            </a:xfrm>
            <a:prstGeom prst="ellipse">
              <a:avLst/>
            </a:prstGeom>
            <a:gradFill>
              <a:gsLst>
                <a:gs pos="0">
                  <a:srgbClr val="07213C"/>
                </a:gs>
                <a:gs pos="50000">
                  <a:srgbClr val="0A3258"/>
                </a:gs>
                <a:gs pos="100000">
                  <a:srgbClr val="0E3B69"/>
                </a:gs>
              </a:gsLst>
              <a:lin ang="16200000" scaled="0"/>
            </a:gradFill>
            <a:ln w="5715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  <a:effectLst>
              <a:outerShdw blurRad="50800" dist="38100" dir="10800000" algn="r" rotWithShape="0">
                <a:srgbClr val="000000">
                  <a:alpha val="40000"/>
                </a:srgbClr>
              </a:outerShdw>
            </a:effectLst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algn="l" marL="0" marR="0" lvl="0" indent="0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4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0" name="Google Shape;136;p29"/>
            <p:cNvSpPr txBox="1"/>
            <p:nvPr/>
          </p:nvSpPr>
          <p:spPr>
            <a:xfrm>
              <a:off x="1104806" y="9086298"/>
              <a:ext cx="1466700" cy="12006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pPr algn="ctr">
                <a:buSzPts val="8400"/>
              </a:pPr>
              <a:r>
                <a:rPr lang="en-IN" sz="7000" b="1" dirty="0">
                  <a:solidFill>
                    <a:schemeClr val="lt1"/>
                  </a:solidFill>
                  <a:latin typeface="Cambria"/>
                  <a:ea typeface="Cambria"/>
                  <a:sym typeface="Poppins"/>
                </a:rPr>
                <a:t>B</a:t>
              </a:r>
              <a:endParaRPr sz="7000" b="1" dirty="0">
                <a:solidFill>
                  <a:schemeClr val="lt1"/>
                </a:solidFill>
                <a:latin typeface="Cambria"/>
                <a:ea typeface="Cambria"/>
              </a:endParaRPr>
            </a:p>
          </p:txBody>
        </p:sp>
      </p:grpSp>
      <p:grpSp>
        <p:nvGrpSpPr>
          <p:cNvPr id="11" name="Group 2">
            <a:extLst>
              <a:ext uri="{FF2B5EF4-FFF2-40B4-BE49-F238E27FC236}">
                <a16:creationId xmlns:a16="http://schemas.microsoft.com/office/drawing/2014/main" id="{1929EFE0-7899-C986-6D22-F9305746025F}"/>
              </a:ext>
            </a:extLst>
          </p:cNvPr>
          <p:cNvGrpSpPr/>
          <p:nvPr/>
        </p:nvGrpSpPr>
        <p:grpSpPr>
          <a:xfrm>
            <a:off x="1039499" y="15607800"/>
            <a:ext cx="1597200" cy="1597200"/>
            <a:chOff x="1039499" y="11392904"/>
            <a:chExt cx="1597200" cy="1597200"/>
          </a:xfrm>
        </p:grpSpPr>
        <p:sp>
          <p:nvSpPr>
            <p:cNvPr id="12" name="Google Shape;137;p29"/>
            <p:cNvSpPr/>
            <p:nvPr/>
          </p:nvSpPr>
          <p:spPr>
            <a:xfrm>
              <a:off x="1039499" y="11392904"/>
              <a:ext cx="1597200" cy="1597200"/>
            </a:xfrm>
            <a:prstGeom prst="ellipse">
              <a:avLst/>
            </a:prstGeom>
            <a:gradFill>
              <a:gsLst>
                <a:gs pos="0">
                  <a:srgbClr val="07213C"/>
                </a:gs>
                <a:gs pos="50000">
                  <a:srgbClr val="0A3258"/>
                </a:gs>
                <a:gs pos="100000">
                  <a:srgbClr val="0E3B69"/>
                </a:gs>
              </a:gsLst>
              <a:lin ang="16200000" scaled="0"/>
            </a:gradFill>
            <a:ln w="5715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  <a:effectLst>
              <a:outerShdw blurRad="50800" dist="38100" dir="10800000" algn="r" rotWithShape="0">
                <a:srgbClr val="000000">
                  <a:alpha val="40000"/>
                </a:srgbClr>
              </a:outerShdw>
            </a:effectLst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algn="l" marL="0" marR="0" lvl="0" indent="0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4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3" name="Google Shape;138;p29"/>
            <p:cNvSpPr txBox="1"/>
            <p:nvPr/>
          </p:nvSpPr>
          <p:spPr>
            <a:xfrm>
              <a:off x="1104806" y="11591409"/>
              <a:ext cx="1466700" cy="12006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pPr algn="ctr">
                <a:buSzPts val="8400"/>
              </a:pPr>
              <a:r>
                <a:rPr lang="en-IN" sz="7000" b="1" dirty="0">
                  <a:solidFill>
                    <a:schemeClr val="lt1"/>
                  </a:solidFill>
                  <a:latin typeface="Cambria"/>
                  <a:ea typeface="Cambria"/>
                  <a:sym typeface="Poppins"/>
                </a:rPr>
                <a:t>C</a:t>
              </a:r>
              <a:endParaRPr sz="7000" b="1" dirty="0">
                <a:solidFill>
                  <a:schemeClr val="lt1"/>
                </a:solidFill>
                <a:latin typeface="Cambria"/>
                <a:ea typeface="Cambria"/>
              </a:endParaRPr>
            </a:p>
          </p:txBody>
        </p:sp>
      </p:grpSp>
      <p:grpSp>
        <p:nvGrpSpPr>
          <p:cNvPr id="14" name="Group 1">
            <a:extLst>
              <a:ext uri="{FF2B5EF4-FFF2-40B4-BE49-F238E27FC236}">
                <a16:creationId xmlns:a16="http://schemas.microsoft.com/office/drawing/2014/main" id="{2EFF441D-B1EA-669C-64B0-91C1D604A467}"/>
              </a:ext>
            </a:extLst>
          </p:cNvPr>
          <p:cNvGrpSpPr/>
          <p:nvPr/>
        </p:nvGrpSpPr>
        <p:grpSpPr>
          <a:xfrm>
            <a:off x="1039499" y="17725140"/>
            <a:ext cx="1597200" cy="1597200"/>
            <a:chOff x="1039499" y="13898015"/>
            <a:chExt cx="1597200" cy="1597200"/>
          </a:xfrm>
        </p:grpSpPr>
        <p:sp>
          <p:nvSpPr>
            <p:cNvPr id="15" name="Google Shape;139;p29"/>
            <p:cNvSpPr/>
            <p:nvPr/>
          </p:nvSpPr>
          <p:spPr>
            <a:xfrm>
              <a:off x="1039499" y="13898015"/>
              <a:ext cx="1597200" cy="1597200"/>
            </a:xfrm>
            <a:prstGeom prst="ellipse">
              <a:avLst/>
            </a:prstGeom>
            <a:gradFill>
              <a:gsLst>
                <a:gs pos="0">
                  <a:srgbClr val="07213C"/>
                </a:gs>
                <a:gs pos="50000">
                  <a:srgbClr val="0A3258"/>
                </a:gs>
                <a:gs pos="100000">
                  <a:srgbClr val="0E3B69"/>
                </a:gs>
              </a:gsLst>
              <a:lin ang="16200000" scaled="0"/>
            </a:gradFill>
            <a:ln w="5715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  <a:effectLst>
              <a:outerShdw blurRad="50800" dist="38100" dir="10800000" algn="r" rotWithShape="0">
                <a:srgbClr val="000000">
                  <a:alpha val="40000"/>
                </a:srgbClr>
              </a:outerShdw>
            </a:effectLst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algn="l" marL="0" marR="0" lvl="0" indent="0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4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6" name="Google Shape;140;p29"/>
            <p:cNvSpPr txBox="1"/>
            <p:nvPr/>
          </p:nvSpPr>
          <p:spPr>
            <a:xfrm>
              <a:off x="1104806" y="14096520"/>
              <a:ext cx="1466700" cy="12006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pPr algn="ctr">
                <a:buSzPts val="8400"/>
              </a:pPr>
              <a:r>
                <a:rPr lang="en-IN" sz="7000" b="1" dirty="0">
                  <a:solidFill>
                    <a:schemeClr val="lt1"/>
                  </a:solidFill>
                  <a:latin typeface="Cambria"/>
                  <a:ea typeface="Cambria"/>
                  <a:sym typeface="Poppins"/>
                </a:rPr>
                <a:t>D</a:t>
              </a:r>
              <a:endParaRPr sz="7000" b="1" dirty="0">
                <a:solidFill>
                  <a:schemeClr val="lt1"/>
                </a:solidFill>
                <a:latin typeface="Cambria"/>
                <a:ea typeface="Cambria"/>
              </a:endParaRPr>
            </a:p>
          </p:txBody>
        </p:sp>
      </p:grpSp>
      <p:sp>
        <p:nvSpPr>
          <p:cNvPr id="17" name="Google Shape;130;p29">
            <a:extLst>
              <a:ext uri="{FF2B5EF4-FFF2-40B4-BE49-F238E27FC236}">
                <a16:creationId xmlns:a16="http://schemas.microsoft.com/office/drawing/2014/main" id="{359EC1B9-8B0A-CB48-A9AA-6F6EAF44500B}"/>
              </a:ext>
            </a:extLst>
          </p:cNvPr>
          <p:cNvSpPr txBox="1"/>
          <p:nvPr/>
        </p:nvSpPr>
        <p:spPr>
          <a:xfrm>
            <a:off x="3107605" y="13721051"/>
            <a:ext cx="32744401" cy="15973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algn="l" marL="0" indent="0">
              <a:buSzPts val="8400"/>
            </a:pPr>
            <a:r>
              <a:rPr lang="en-IN" sz="6000" b="1" dirty="0">
                <a:solidFill>
                  <a:schemeClr val="lt1"/>
                </a:solidFill>
                <a:latin typeface="Cambria"/>
                <a:ea typeface="Cambria"/>
                <a:sym typeface="Cambria"/>
              </a:rPr>
              <a:t>(A)-(I), (B)-(II), (C)-(III), (D)-(IV)</a:t>
            </a:r>
            <a:endParaRPr sz="6000" b="1" dirty="0">
              <a:solidFill>
                <a:schemeClr val="lt1"/>
              </a:solidFill>
              <a:latin typeface="Cambria"/>
              <a:ea typeface="Cambria"/>
            </a:endParaRPr>
          </a:p>
        </p:txBody>
      </p:sp>
      <p:sp>
        <p:nvSpPr>
          <p:cNvPr id="18" name="Google Shape;130;p29">
            <a:extLst>
              <a:ext uri="{FF2B5EF4-FFF2-40B4-BE49-F238E27FC236}">
                <a16:creationId xmlns:a16="http://schemas.microsoft.com/office/drawing/2014/main" id="{7A900CAF-02A4-EA2C-D5AE-61E805D388DB}"/>
              </a:ext>
            </a:extLst>
          </p:cNvPr>
          <p:cNvSpPr txBox="1"/>
          <p:nvPr/>
        </p:nvSpPr>
        <p:spPr>
          <a:xfrm>
            <a:off x="3107605" y="15788366"/>
            <a:ext cx="32744401" cy="15973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algn="l" marL="0" indent="0">
              <a:buSzPts val="8400"/>
            </a:pPr>
            <a:r>
              <a:rPr lang="en-IN" sz="6000" b="1" dirty="0">
                <a:solidFill>
                  <a:schemeClr val="lt1"/>
                </a:solidFill>
                <a:latin typeface="Cambria"/>
                <a:ea typeface="Cambria"/>
                <a:sym typeface="Cambria"/>
              </a:rPr>
              <a:t>(A)-(III), (B)-(IV), (C)-(I), (D)-(II)</a:t>
            </a:r>
            <a:endParaRPr sz="6000" b="1" dirty="0">
              <a:solidFill>
                <a:schemeClr val="lt1"/>
              </a:solidFill>
              <a:latin typeface="Cambria"/>
              <a:ea typeface="Cambria"/>
            </a:endParaRPr>
          </a:p>
        </p:txBody>
      </p:sp>
      <p:sp>
        <p:nvSpPr>
          <p:cNvPr id="19" name="Google Shape;130;p29">
            <a:extLst>
              <a:ext uri="{FF2B5EF4-FFF2-40B4-BE49-F238E27FC236}">
                <a16:creationId xmlns:a16="http://schemas.microsoft.com/office/drawing/2014/main" id="{14CC97B5-99F4-9A71-2E1A-0ED3B3F0A5F1}"/>
              </a:ext>
            </a:extLst>
          </p:cNvPr>
          <p:cNvSpPr txBox="1"/>
          <p:nvPr/>
        </p:nvSpPr>
        <p:spPr>
          <a:xfrm>
            <a:off x="3107605" y="17923645"/>
            <a:ext cx="32744401" cy="15973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algn="l" marL="0" indent="0">
              <a:buSzPts val="8400"/>
            </a:pPr>
            <a:r>
              <a:rPr lang="en-IN" sz="6000" b="1" dirty="0">
                <a:solidFill>
                  <a:schemeClr val="lt1"/>
                </a:solidFill>
                <a:latin typeface="Cambria"/>
                <a:ea typeface="Cambria"/>
                <a:sym typeface="Cambria"/>
              </a:rPr>
              <a:t>(A)-(III), (B)-(IV), (C)-(II), (D)-(I)</a:t>
            </a:r>
            <a:endParaRPr sz="6000" b="1" dirty="0">
              <a:solidFill>
                <a:schemeClr val="lt1"/>
              </a:solidFill>
              <a:latin typeface="Cambria"/>
              <a:ea typeface="Cambria"/>
            </a:endParaRPr>
          </a:p>
        </p:txBody>
      </p:sp>
      <p:graphicFrame>
        <p:nvGraphicFramePr>
          <p:cNvPr id="20" name="ContentTable"/>
          <p:cNvGraphicFramePr>
            <a:graphicFrameLocks noGrp="1"/>
          </p:cNvGraphicFramePr>
          <p:nvPr/>
        </p:nvGraphicFramePr>
        <p:xfrm>
          <a:off x="1104806" y="5477029"/>
          <a:ext cx="34747200" cy="4576091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7373600"/>
                <a:gridCol w="17373600"/>
              </a:tblGrid>
              <a:tr h="915219">
                <a:tc>
                  <a:txBody>
                    <a:bodyPr/>
                    <a:lstStyle/>
                    <a:p>
                      <a:pPr algn="l" marL="0" marR="0" lvl="0" indent="0" rtl="0">
                        <a:lnSpc>
                          <a:spcPct val="110000"/>
                        </a:lnSpc>
                        <a:spcBef>
                          <a:spcPts val="60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buNone/>
                      </a:pPr>
                      <a:r>
                        <a:rPr lang="en-IN" sz="4000" b="1" i="0" u="none" strike="noStrike" cap="none" dirty="0">
                          <a:solidFill>
                            <a:schemeClr val="tx1"/>
                          </a:solidFill>
                          <a:latin typeface="Cambria"/>
                          <a:ea typeface="Cambria"/>
                          <a:sym typeface="Arial"/>
                        </a:rPr>
                        <a:t>List-I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marL="0" marR="0" lvl="0" indent="0" rtl="0">
                        <a:lnSpc>
                          <a:spcPct val="110000"/>
                        </a:lnSpc>
                        <a:spcBef>
                          <a:spcPts val="60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buNone/>
                      </a:pPr>
                      <a:r>
                        <a:rPr lang="en-IN" sz="4000" b="1" i="0" u="none" strike="noStrike" cap="none" dirty="0">
                          <a:solidFill>
                            <a:schemeClr val="tx1"/>
                          </a:solidFill>
                          <a:latin typeface="Cambria"/>
                          <a:ea typeface="Cambria"/>
                          <a:sym typeface="Arial"/>
                        </a:rPr>
                        <a:t>List-II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915218">
                <a:tc>
                  <a:txBody>
                    <a:bodyPr/>
                    <a:lstStyle/>
                    <a:p>
                      <a:pPr algn="l" marL="0" marR="0" lvl="0" indent="0" defTabSz="914400" rtl="0" eaLnBrk="1" fontAlgn="auto" latinLnBrk="0" hangingPunct="1">
                        <a:lnSpc>
                          <a:spcPct val="110000"/>
                        </a:lnSpc>
                        <a:spcBef>
                          <a:spcPts val="60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kumimoji="0" lang="en-IN" sz="4000" b="0" i="0" u="none" strike="noStrike" kern="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Cambria"/>
                          <a:ea typeface="Cambria"/>
                          <a:cs typeface="+mn-cs"/>
                          <a:sym typeface="Arial"/>
                        </a:rPr>
                        <a:t>A. Magnetic induction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marL="0" marR="0" lvl="0" indent="0" defTabSz="914400" rtl="0" eaLnBrk="1" fontAlgn="auto" latinLnBrk="0" hangingPunct="1">
                        <a:lnSpc>
                          <a:spcPct val="110000"/>
                        </a:lnSpc>
                        <a:spcBef>
                          <a:spcPts val="60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kumimoji="0" lang="en-IN" sz="4000" b="0" i="0" u="none" strike="noStrike" kern="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Cambria"/>
                          <a:ea typeface="Cambria"/>
                          <a:cs typeface="+mn-cs"/>
                          <a:sym typeface="Arial"/>
                        </a:rPr>
                        <a:t>I. Ampere mete</a:t>
                      </a:r>
                      <mc:AlternateContent xmlns:mc="http://schemas.openxmlformats.org/markup-compatibility/2006">
                        <mc:Choice xmlns:a14="http://schemas.microsoft.com/office/drawing/2010/main" Requires="a14">
                          <a14:m xmlns:m="http://schemas.openxmlformats.org/officeDocument/2006/math">
                            <m:oMath>
                              <m:sSup>
                                <m:sSupPr/>
                                <m:e>
                                  <m:r>
                                    <a:rPr kumimoji="0" lang="en-IN" sz="4000" b="0" i="0" u="none" strike="noStrike" kern="0" cap="none" spc="0" normalizeH="0" baseline="0" noProof="0" dirty="0">
                                      <a:ln>
                                        <a:noFill/>
                                      </a:ln>
                                      <a:solidFill>
                                        <a:srgbClr val="000000"/>
                                      </a:solidFill>
                                      <a:effectLst/>
                                      <a:uLnTx/>
                                      <a:uFillTx/>
                                      <a:latin typeface="Cambria Math"/>
                                      <a:ea typeface="Cambria Math"/>
                                      <a:cs typeface="Cambria Math"/>
                                      <a:sym typeface="Cambria Math"/>
                                    </a:rPr>
                                    <m:t xml:space="preserve">r</m:t>
                                  </m:r>
                                </m:e>
                                <m:sup>
                                  <m:r>
                                    <a:rPr kumimoji="0" lang="en-IN" sz="4000" b="0" i="0" u="none" strike="noStrike" kern="0" cap="none" spc="0" normalizeH="0" baseline="0" noProof="0" dirty="0">
                                      <a:ln>
                                        <a:noFill/>
                                      </a:ln>
                                      <a:solidFill>
                                        <a:srgbClr val="000000"/>
                                      </a:solidFill>
                                      <a:effectLst/>
                                      <a:uLnTx/>
                                      <a:uFillTx/>
                                      <a:latin typeface="Cambria Math"/>
                                      <a:ea typeface="Cambria Math"/>
                                      <a:cs typeface="Cambria Math"/>
                                      <a:sym typeface="Cambria Math"/>
                                    </a:rPr>
                                    <m:t xml:space="preserve">2</m:t>
                                  </m:r>
                                </m:sup>
                              </m:sSup>
                            </m:oMath>
                          </a14:m>
                        </mc:Choice>
                        <mc:Fallback>
                          <a:r>
                            <a:rPr kumimoji="0" lang="en-IN" sz="4000" b="0" i="0" u="none" strike="noStrike" kern="0" cap="none" spc="0" normalizeH="0" baseline="0" noProof="0" dirty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uLnTx/>
                              <a:uFillTx/>
                              <a:latin typeface="Cambria"/>
                              <a:ea typeface="Cambria"/>
                              <a:cs typeface="+mn-cs"/>
                              <a:sym typeface="Arial"/>
                            </a:rPr>
                            <a:t>r</a:t>
                          </a:r>
                          <a:r>
                            <a:rPr kumimoji="0" lang="en-IN" sz="2880" b="0" i="0" u="none" strike="noStrike" kern="0" cap="none" spc="0" normalizeH="0" baseline="52000" noProof="0" dirty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uLnTx/>
                              <a:uFillTx/>
                              <a:latin typeface="Cambria"/>
                              <a:ea typeface="Cambria"/>
                              <a:cs typeface="+mn-cs"/>
                              <a:sym typeface="Arial"/>
                            </a:rPr>
                            <a:t>2</a:t>
                          </a:r>
                        </mc:Fallback>
                      </mc:AlternateContent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915218">
                <a:tc>
                  <a:txBody>
                    <a:bodyPr/>
                    <a:lstStyle/>
                    <a:p>
                      <a:pPr algn="l" marL="0" marR="0" lvl="0" indent="0" defTabSz="914400" rtl="0" eaLnBrk="1" fontAlgn="auto" latinLnBrk="0" hangingPunct="1">
                        <a:lnSpc>
                          <a:spcPct val="110000"/>
                        </a:lnSpc>
                        <a:spcBef>
                          <a:spcPts val="60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kumimoji="0" lang="en-IN" sz="4000" b="0" i="0" u="none" strike="noStrike" kern="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Cambria"/>
                          <a:ea typeface="Cambria"/>
                          <a:cs typeface="+mn-cs"/>
                          <a:sym typeface="Arial"/>
                        </a:rPr>
                        <a:t>B. Magnetic intensity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marL="0" marR="0" lvl="0" indent="0" defTabSz="914400" rtl="0" eaLnBrk="1" fontAlgn="auto" latinLnBrk="0" hangingPunct="1">
                        <a:lnSpc>
                          <a:spcPct val="110000"/>
                        </a:lnSpc>
                        <a:spcBef>
                          <a:spcPts val="60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kumimoji="0" lang="en-IN" sz="4000" b="0" i="0" u="none" strike="noStrike" kern="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Cambria"/>
                          <a:ea typeface="Cambria"/>
                          <a:cs typeface="+mn-cs"/>
                          <a:sym typeface="Arial"/>
                        </a:rPr>
                        <a:t>II. Weber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915218">
                <a:tc>
                  <a:txBody>
                    <a:bodyPr/>
                    <a:lstStyle/>
                    <a:p>
                      <a:pPr algn="l" marL="0" marR="0" lvl="0" indent="0" defTabSz="914400" rtl="0" eaLnBrk="1" fontAlgn="auto" latinLnBrk="0" hangingPunct="1">
                        <a:lnSpc>
                          <a:spcPct val="110000"/>
                        </a:lnSpc>
                        <a:spcBef>
                          <a:spcPts val="60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kumimoji="0" lang="en-IN" sz="4000" b="0" i="0" u="none" strike="noStrike" kern="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Cambria"/>
                          <a:ea typeface="Cambria"/>
                          <a:cs typeface="+mn-cs"/>
                          <a:sym typeface="Arial"/>
                        </a:rPr>
                        <a:t>C. Magnetic flux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marL="0" marR="0" lvl="0" indent="0" defTabSz="914400" rtl="0" eaLnBrk="1" fontAlgn="auto" latinLnBrk="0" hangingPunct="1">
                        <a:lnSpc>
                          <a:spcPct val="110000"/>
                        </a:lnSpc>
                        <a:spcBef>
                          <a:spcPts val="60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kumimoji="0" lang="en-IN" sz="4000" b="0" i="0" u="none" strike="noStrike" kern="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Cambria"/>
                          <a:ea typeface="Cambria"/>
                          <a:cs typeface="+mn-cs"/>
                          <a:sym typeface="Arial"/>
                        </a:rPr>
                        <a:t>III. Gauss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915218">
                <a:tc>
                  <a:txBody>
                    <a:bodyPr/>
                    <a:lstStyle/>
                    <a:p>
                      <a:pPr algn="l" marL="0" marR="0" lvl="0" indent="0" defTabSz="914400" rtl="0" eaLnBrk="1" fontAlgn="auto" latinLnBrk="0" hangingPunct="1">
                        <a:lnSpc>
                          <a:spcPct val="110000"/>
                        </a:lnSpc>
                        <a:spcBef>
                          <a:spcPts val="60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kumimoji="0" lang="en-IN" sz="4000" b="0" i="0" u="none" strike="noStrike" kern="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Cambria"/>
                          <a:ea typeface="Cambria"/>
                          <a:cs typeface="+mn-cs"/>
                          <a:sym typeface="Arial"/>
                        </a:rPr>
                        <a:t>D. Magnetic moment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marL="0" marR="0" lvl="0" indent="0" defTabSz="914400" rtl="0" eaLnBrk="1" fontAlgn="auto" latinLnBrk="0" hangingPunct="1">
                        <a:lnSpc>
                          <a:spcPct val="110000"/>
                        </a:lnSpc>
                        <a:spcBef>
                          <a:spcPts val="60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kumimoji="0" lang="en-IN" sz="4000" b="0" i="0" u="none" strike="noStrike" kern="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Cambria"/>
                          <a:ea typeface="Cambria"/>
                          <a:cs typeface="+mn-cs"/>
                          <a:sym typeface="Arial"/>
                        </a:rPr>
                        <a:t>IV. Ampere meter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</p:spTree>
  </p:cSld>
  <p:clrMapOvr>
    <a:masterClrMapping/>
  </p:clrMapOvr>
  <p:transition spd="slow">
    <p:push/>
  </p:transition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Google Shape;129;p29"/>
          <p:cNvSpPr txBox="1"/>
          <p:nvPr/>
        </p:nvSpPr>
        <p:spPr>
          <a:xfrm>
            <a:off x="1104806" y="2396709"/>
            <a:ext cx="34747200" cy="25603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algn="l" marL="0" lvl="0" indent="0">
              <a:buSzPts val="8400"/>
              <a:buFont typeface="Arial"/>
              <a:buNone/>
            </a:pPr>
            <a:r>
              <a:rPr lang="en-IN" sz="6000" b="1" dirty="0">
                <a:solidFill>
                  <a:schemeClr val="lt1"/>
                </a:solidFill>
                <a:latin typeface="Cambria"/>
                <a:ea typeface="Cambria"/>
                <a:sym typeface="Cambria"/>
              </a:rPr>
              <a:t>3. Electric field in a certain region is given by </a:t>
            </a:r>
            <mc:AlternateContent xmlns:mc="http://schemas.openxmlformats.org/markup-compatibility/2006">
              <mc:Choice xmlns:a14="http://schemas.microsoft.com/office/drawing/2010/main" Requires="a14">
                <a14:m xmlns:m="http://schemas.openxmlformats.org/officeDocument/2006/math">
                  <m:oMath>
                    <m:r>
                      <a:rPr lang="en-IN" sz="6000" b="1" dirty="0">
                        <a:solidFill>
                          <a:schemeClr val="lt1"/>
                        </a:solidFill>
                        <a:latin typeface="Cambria Math"/>
                        <a:ea typeface="Cambria Math"/>
                        <a:sym typeface="Cambria Math"/>
                      </a:rPr>
                      <m:t xml:space="preserve"> </m:t>
                    </m:r>
                    <m:acc>
                      <m:accPr>
                        <m:chr m:val="⃗"/>
                      </m:accPr>
                      <m:e>
                        <m:r>
                          <a:rPr lang="en-IN" sz="6000" b="1" dirty="0">
                            <a:solidFill>
                              <a:schemeClr val="lt1"/>
                            </a:solidFill>
                            <a:latin typeface="Cambria Math"/>
                            <a:ea typeface="Cambria Math"/>
                            <a:sym typeface="Cambria Math"/>
                          </a:rPr>
                          <m:t xml:space="preserve">E</m:t>
                        </m:r>
                      </m:e>
                    </m:acc>
                    <m:r>
                      <a:rPr lang="en-IN" sz="6000" b="1" dirty="0">
                        <a:solidFill>
                          <a:schemeClr val="lt1"/>
                        </a:solidFill>
                        <a:latin typeface="Cambria Math"/>
                        <a:ea typeface="Cambria Math"/>
                        <a:sym typeface="Cambria Math"/>
                      </a:rPr>
                      <m:t xml:space="preserve"> = </m:t>
                    </m:r>
                    <m:d>
                      <m:dPr>
                        <m:ctrlPr/>
                      </m:dPr>
                      <m:e>
                        <m:r>
                          <a:rPr lang="en-IN" sz="6000" b="1" dirty="0">
                            <a:solidFill>
                              <a:schemeClr val="lt1"/>
                            </a:solidFill>
                            <a:latin typeface="Cambria Math"/>
                            <a:ea typeface="Cambria Math"/>
                            <a:sym typeface="Cambria Math"/>
                          </a:rPr>
                          <m:t xml:space="preserve"> </m:t>
                        </m:r>
                        <m:f>
                          <m:fPr/>
                          <m:num>
                            <m:r>
                              <a:rPr lang="en-IN" sz="6000" b="1" dirty="0">
                                <a:solidFill>
                                  <a:schemeClr val="lt1"/>
                                </a:solidFill>
                                <a:latin typeface="Cambria Math"/>
                                <a:ea typeface="Cambria Math"/>
                                <a:sym typeface="Cambria Math"/>
                              </a:rPr>
                              <m:t xml:space="preserve">A</m:t>
                            </m:r>
                          </m:num>
                          <m:den>
                            <m:sSup>
                              <m:sSupPr/>
                              <m:e>
                                <m:r>
                                  <a:rPr lang="en-IN" sz="6000" b="1" dirty="0">
                                    <a:solidFill>
                                      <a:schemeClr val="lt1"/>
                                    </a:solidFill>
                                    <a:latin typeface="Cambria Math"/>
                                    <a:ea typeface="Cambria Math"/>
                                    <a:sym typeface="Cambria Math"/>
                                  </a:rPr>
                                  <m:t xml:space="preserve">x</m:t>
                                </m:r>
                              </m:e>
                              <m:sup>
                                <m:r>
                                  <a:rPr lang="en-IN" sz="6000" b="1" dirty="0">
                                    <a:solidFill>
                                      <a:schemeClr val="lt1"/>
                                    </a:solidFill>
                                    <a:latin typeface="Cambria Math"/>
                                    <a:ea typeface="Cambria Math"/>
                                    <a:sym typeface="Cambria Math"/>
                                  </a:rPr>
                                  <m:t xml:space="preserve">2</m:t>
                                </m:r>
                              </m:sup>
                            </m:sSup>
                          </m:den>
                        </m:f>
                        <m:acc>
                          <m:accPr>
                            <m:chr m:val="̂"/>
                          </m:accPr>
                          <m:e>
                            <m:r>
                              <a:rPr lang="en-IN" sz="6000" b="1" dirty="0">
                                <a:solidFill>
                                  <a:schemeClr val="lt1"/>
                                </a:solidFill>
                                <a:latin typeface="Cambria Math"/>
                                <a:ea typeface="Cambria Math"/>
                                <a:sym typeface="Cambria Math"/>
                              </a:rPr>
                              <m:t xml:space="preserve">i</m:t>
                            </m:r>
                          </m:e>
                        </m:acc>
                        <m:r>
                          <a:rPr lang="en-IN" sz="6000" b="1" dirty="0">
                            <a:solidFill>
                              <a:schemeClr val="lt1"/>
                            </a:solidFill>
                            <a:latin typeface="Cambria Math"/>
                            <a:ea typeface="Cambria Math"/>
                            <a:sym typeface="Cambria Math"/>
                          </a:rPr>
                          <m:t xml:space="preserve"> + </m:t>
                        </m:r>
                        <m:f>
                          <m:fPr/>
                          <m:num>
                            <m:r>
                              <a:rPr lang="en-IN" sz="6000" b="1" dirty="0">
                                <a:solidFill>
                                  <a:schemeClr val="lt1"/>
                                </a:solidFill>
                                <a:latin typeface="Cambria Math"/>
                                <a:ea typeface="Cambria Math"/>
                                <a:sym typeface="Cambria Math"/>
                              </a:rPr>
                              <m:t xml:space="preserve">B</m:t>
                            </m:r>
                          </m:num>
                          <m:den>
                            <m:sSup>
                              <m:sSupPr/>
                              <m:e>
                                <m:r>
                                  <a:rPr lang="en-IN" sz="6000" b="1" dirty="0">
                                    <a:solidFill>
                                      <a:schemeClr val="lt1"/>
                                    </a:solidFill>
                                    <a:latin typeface="Cambria Math"/>
                                    <a:ea typeface="Cambria Math"/>
                                    <a:sym typeface="Cambria Math"/>
                                  </a:rPr>
                                  <m:t xml:space="preserve">y</m:t>
                                </m:r>
                              </m:e>
                              <m:sup>
                                <m:r>
                                  <a:rPr lang="en-IN" sz="6000" b="1" dirty="0">
                                    <a:solidFill>
                                      <a:schemeClr val="lt1"/>
                                    </a:solidFill>
                                    <a:latin typeface="Cambria Math"/>
                                    <a:ea typeface="Cambria Math"/>
                                    <a:sym typeface="Cambria Math"/>
                                  </a:rPr>
                                  <m:t xml:space="preserve">3</m:t>
                                </m:r>
                              </m:sup>
                            </m:sSup>
                          </m:den>
                        </m:f>
                        <m:acc>
                          <m:accPr>
                            <m:chr m:val="̂"/>
                          </m:accPr>
                          <m:e>
                            <m:r>
                              <a:rPr lang="en-IN" sz="6000" b="1" dirty="0">
                                <a:solidFill>
                                  <a:schemeClr val="lt1"/>
                                </a:solidFill>
                                <a:latin typeface="Cambria Math"/>
                                <a:ea typeface="Cambria Math"/>
                                <a:sym typeface="Cambria Math"/>
                              </a:rPr>
                              <m:t xml:space="preserve">j</m:t>
                            </m:r>
                          </m:e>
                        </m:acc>
                        <m:r>
                          <a:rPr lang="en-IN" sz="6000" b="1" dirty="0">
                            <a:solidFill>
                              <a:schemeClr val="lt1"/>
                            </a:solidFill>
                            <a:latin typeface="Cambria Math"/>
                            <a:ea typeface="Cambria Math"/>
                            <a:sym typeface="Cambria Math"/>
                          </a:rPr>
                          <m:t xml:space="preserve"> </m:t>
                        </m:r>
                      </m:e>
                    </m:d>
                    <m:r>
                      <a:rPr lang="en-IN" sz="6000" b="1" dirty="0">
                        <a:solidFill>
                          <a:schemeClr val="lt1"/>
                        </a:solidFill>
                        <a:latin typeface="Cambria Math"/>
                        <a:ea typeface="Cambria Math"/>
                        <a:sym typeface="Cambria Math"/>
                      </a:rPr>
                      <m:t xml:space="preserve"> </m:t>
                    </m:r>
                  </m:oMath>
                </a14:m>
              </mc:Choice>
              <mc:Fallback>
                <a:r>
                  <a:rPr lang="en-IN" sz="6000" b="1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 </a:t>
                </a:r>
                <a:r>
                  <a:rPr lang="en-IN" sz="6000" b="1" dirty="0">
                    <a:solidFill>
                      <a:schemeClr val="lt1"/>
                    </a:solidFill>
                    <a:latin typeface="Arial"/>
                    <a:ea typeface="Arial"/>
                    <a:sym typeface="Arial"/>
                  </a:rPr>
                  <a:t>E⃗</a:t>
                </a:r>
                <a:r>
                  <a:rPr lang="en-IN" sz="6000" b="1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 = ( A/(x</a:t>
                </a:r>
                <a:r>
                  <a:rPr baseline="52000" lang="en-IN" sz="4320" b="1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2</a:t>
                </a:r>
                <a:r>
                  <a:rPr lang="en-IN" sz="6000" b="1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)</a:t>
                </a:r>
                <a:r>
                  <a:rPr lang="en-IN" sz="6000" b="1" dirty="0">
                    <a:solidFill>
                      <a:schemeClr val="lt1"/>
                    </a:solidFill>
                    <a:latin typeface="Arial"/>
                    <a:ea typeface="Arial"/>
                    <a:sym typeface="Arial"/>
                  </a:rPr>
                  <a:t>î</a:t>
                </a:r>
                <a:r>
                  <a:rPr lang="en-IN" sz="6000" b="1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 + B/(y</a:t>
                </a:r>
                <a:r>
                  <a:rPr baseline="52000" lang="en-IN" sz="4320" b="1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3</a:t>
                </a:r>
                <a:r>
                  <a:rPr lang="en-IN" sz="6000" b="1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)</a:t>
                </a:r>
                <a:r>
                  <a:rPr lang="en-IN" sz="6000" b="1" dirty="0">
                    <a:solidFill>
                      <a:schemeClr val="lt1"/>
                    </a:solidFill>
                    <a:latin typeface="Arial"/>
                    <a:ea typeface="Arial"/>
                    <a:sym typeface="Arial"/>
                  </a:rPr>
                  <a:t>ĵ</a:t>
                </a:r>
                <a:r>
                  <a:rPr lang="en-IN" sz="6000" b="1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 ) </a:t>
                </a:r>
              </mc:Fallback>
            </mc:AlternateContent>
            <a:r>
              <a:rPr lang="en-IN" sz="6000" b="1" dirty="0">
                <a:solidFill>
                  <a:schemeClr val="lt1"/>
                </a:solidFill>
                <a:latin typeface="Cambria"/>
                <a:ea typeface="Cambria"/>
                <a:sym typeface="Cambria"/>
              </a:rPr>
              <a:t>. The SI unit of A and B are: [30 Jan, 2023 (Shift-I)]</a:t>
            </a:r>
          </a:p>
        </p:txBody>
      </p:sp>
      <p:sp>
        <p:nvSpPr>
          <p:cNvPr id="3" name="Google Shape;130;p29"/>
          <p:cNvSpPr txBox="1"/>
          <p:nvPr/>
        </p:nvSpPr>
        <p:spPr>
          <a:xfrm>
            <a:off x="3107605" y="6567818"/>
            <a:ext cx="32744401" cy="15973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algn="l" marL="0" indent="0">
              <a:buSzPts val="8400"/>
            </a:pPr>
            <mc:AlternateContent xmlns:mc="http://schemas.openxmlformats.org/markup-compatibility/2006">
              <mc:Choice xmlns:a14="http://schemas.microsoft.com/office/drawing/2010/main" Requires="a14">
                <a14:m xmlns:m="http://schemas.openxmlformats.org/officeDocument/2006/math">
                  <m:oMath>
                    <m:r>
                      <a:rPr lang="en-IN" sz="6000" b="1" dirty="0">
                        <a:solidFill>
                          <a:schemeClr val="lt1"/>
                        </a:solidFill>
                        <a:latin typeface="Cambria Math"/>
                        <a:ea typeface="Cambria Math"/>
                        <a:sym typeface="Cambria Math"/>
                      </a:rPr>
                      <m:t xml:space="preserve"> N</m:t>
                    </m:r>
                    <m:sSup>
                      <m:sSupPr/>
                      <m:e>
                        <m:r>
                          <a:rPr lang="en-IN" sz="6000" b="1" dirty="0">
                            <a:solidFill>
                              <a:schemeClr val="lt1"/>
                            </a:solidFill>
                            <a:latin typeface="Cambria Math"/>
                            <a:ea typeface="Cambria Math"/>
                            <a:sym typeface="Cambria Math"/>
                          </a:rPr>
                          <m:t xml:space="preserve">m</m:t>
                        </m:r>
                      </m:e>
                      <m:sup>
                        <m:r>
                          <a:rPr lang="en-IN" sz="6000" b="1" dirty="0">
                            <a:solidFill>
                              <a:schemeClr val="lt1"/>
                            </a:solidFill>
                            <a:latin typeface="Cambria Math"/>
                            <a:ea typeface="Cambria Math"/>
                            <a:sym typeface="Cambria Math"/>
                          </a:rPr>
                          <m:t xml:space="preserve">3</m:t>
                        </m:r>
                      </m:sup>
                    </m:sSup>
                    <m:r>
                      <a:rPr lang="en-IN" sz="6000" b="1" dirty="0">
                        <a:solidFill>
                          <a:schemeClr val="lt1"/>
                        </a:solidFill>
                        <a:latin typeface="Cambria Math"/>
                        <a:ea typeface="Cambria Math"/>
                        <a:sym typeface="Cambria Math"/>
                      </a:rPr>
                      <m:t xml:space="preserve"> </m:t>
                    </m:r>
                    <m:sSup>
                      <m:sSupPr/>
                      <m:e>
                        <m:r>
                          <a:rPr lang="en-IN" sz="6000" b="1" dirty="0">
                            <a:solidFill>
                              <a:schemeClr val="lt1"/>
                            </a:solidFill>
                            <a:latin typeface="Cambria Math"/>
                            <a:ea typeface="Cambria Math"/>
                            <a:sym typeface="Cambria Math"/>
                          </a:rPr>
                          <m:t xml:space="preserve">C</m:t>
                        </m:r>
                      </m:e>
                      <m:sup>
                        <m:r>
                          <a:rPr lang="en-IN" sz="6000" b="1" dirty="0">
                            <a:solidFill>
                              <a:schemeClr val="lt1"/>
                            </a:solidFill>
                            <a:latin typeface="Cambria Math"/>
                            <a:ea typeface="Cambria Math"/>
                            <a:sym typeface="Cambria Math"/>
                          </a:rPr>
                          <m:t xml:space="preserve">-1</m:t>
                        </m:r>
                      </m:sup>
                    </m:sSup>
                    <m:r>
                      <a:rPr lang="en-IN" sz="6000" b="1" dirty="0">
                        <a:solidFill>
                          <a:schemeClr val="lt1"/>
                        </a:solidFill>
                        <a:latin typeface="Cambria Math"/>
                        <a:ea typeface="Cambria Math"/>
                        <a:sym typeface="Cambria Math"/>
                      </a:rPr>
                      <m:t xml:space="preserve">; N</m:t>
                    </m:r>
                    <m:sSup>
                      <m:sSupPr/>
                      <m:e>
                        <m:r>
                          <a:rPr lang="en-IN" sz="6000" b="1" dirty="0">
                            <a:solidFill>
                              <a:schemeClr val="lt1"/>
                            </a:solidFill>
                            <a:latin typeface="Cambria Math"/>
                            <a:ea typeface="Cambria Math"/>
                            <a:sym typeface="Cambria Math"/>
                          </a:rPr>
                          <m:t xml:space="preserve">m</m:t>
                        </m:r>
                      </m:e>
                      <m:sup>
                        <m:r>
                          <a:rPr lang="en-IN" sz="6000" b="1" dirty="0">
                            <a:solidFill>
                              <a:schemeClr val="lt1"/>
                            </a:solidFill>
                            <a:latin typeface="Cambria Math"/>
                            <a:ea typeface="Cambria Math"/>
                            <a:sym typeface="Cambria Math"/>
                          </a:rPr>
                          <m:t xml:space="preserve">2</m:t>
                        </m:r>
                      </m:sup>
                    </m:sSup>
                    <m:r>
                      <a:rPr lang="en-IN" sz="6000" b="1" dirty="0">
                        <a:solidFill>
                          <a:schemeClr val="lt1"/>
                        </a:solidFill>
                        <a:latin typeface="Cambria Math"/>
                        <a:ea typeface="Cambria Math"/>
                        <a:sym typeface="Cambria Math"/>
                      </a:rPr>
                      <m:t xml:space="preserve"> </m:t>
                    </m:r>
                    <m:sSup>
                      <m:sSupPr/>
                      <m:e>
                        <m:r>
                          <a:rPr lang="en-IN" sz="6000" b="1" dirty="0">
                            <a:solidFill>
                              <a:schemeClr val="lt1"/>
                            </a:solidFill>
                            <a:latin typeface="Cambria Math"/>
                            <a:ea typeface="Cambria Math"/>
                            <a:sym typeface="Cambria Math"/>
                          </a:rPr>
                          <m:t xml:space="preserve">C</m:t>
                        </m:r>
                      </m:e>
                      <m:sup>
                        <m:r>
                          <a:rPr lang="en-IN" sz="6000" b="1" dirty="0">
                            <a:solidFill>
                              <a:schemeClr val="lt1"/>
                            </a:solidFill>
                            <a:latin typeface="Cambria Math"/>
                            <a:ea typeface="Cambria Math"/>
                            <a:sym typeface="Cambria Math"/>
                          </a:rPr>
                          <m:t xml:space="preserve">-1</m:t>
                        </m:r>
                      </m:sup>
                    </m:sSup>
                    <m:r>
                      <a:rPr lang="en-IN" sz="6000" b="1" dirty="0">
                        <a:solidFill>
                          <a:schemeClr val="lt1"/>
                        </a:solidFill>
                        <a:latin typeface="Cambria Math"/>
                        <a:ea typeface="Cambria Math"/>
                        <a:sym typeface="Cambria Math"/>
                      </a:rPr>
                      <m:t xml:space="preserve"> </m:t>
                    </m:r>
                  </m:oMath>
                </a14:m>
              </mc:Choice>
              <mc:Fallback>
                <a:r>
                  <a:rPr lang="en-IN" sz="6000" b="1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 Nm</a:t>
                </a:r>
                <a:r>
                  <a:rPr baseline="52000" lang="en-IN" sz="4320" b="1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3</a:t>
                </a:r>
                <a:r>
                  <a:rPr lang="en-IN" sz="6000" b="1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 C</a:t>
                </a:r>
                <a:r>
                  <a:rPr baseline="52000" lang="en-IN" sz="4320" b="1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-1</a:t>
                </a:r>
                <a:r>
                  <a:rPr lang="en-IN" sz="6000" b="1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; Nm</a:t>
                </a:r>
                <a:r>
                  <a:rPr baseline="52000" lang="en-IN" sz="4320" b="1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2</a:t>
                </a:r>
                <a:r>
                  <a:rPr lang="en-IN" sz="6000" b="1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 C</a:t>
                </a:r>
                <a:r>
                  <a:rPr baseline="52000" lang="en-IN" sz="4320" b="1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-1</a:t>
                </a:r>
                <a:r>
                  <a:rPr lang="en-IN" sz="6000" b="1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 </a:t>
                </a:r>
              </mc:Fallback>
            </mc:AlternateContent>
            <a:endParaRPr sz="6000" b="1" dirty="0">
              <a:solidFill>
                <a:schemeClr val="lt1"/>
              </a:solidFill>
              <a:latin typeface="Cambria"/>
              <a:ea typeface="Cambria"/>
            </a:endParaRPr>
          </a:p>
        </p:txBody>
      </p:sp>
      <p:sp>
        <p:nvSpPr>
          <p:cNvPr id="4" name="Google Shape;131;p29"/>
          <p:cNvSpPr/>
          <p:nvPr/>
        </p:nvSpPr>
        <p:spPr>
          <a:xfrm>
            <a:off x="-1864528" y="681774"/>
            <a:ext cx="7081988" cy="1569660"/>
          </a:xfrm>
          <a:prstGeom prst="roundRect">
            <a:avLst>
              <a:gd name="adj" fmla="val 50000"/>
            </a:avLst>
          </a:prstGeom>
          <a:gradFill>
            <a:gsLst>
              <a:gs pos="0">
                <a:srgbClr val="07213C"/>
              </a:gs>
              <a:gs pos="50000">
                <a:srgbClr val="0A3258"/>
              </a:gs>
              <a:gs pos="100000">
                <a:srgbClr val="0E3B69"/>
              </a:gs>
            </a:gsLst>
            <a:lin ang="16200000" scaled="0"/>
          </a:gradFill>
          <a:ln w="57150" cap="flat" cmpd="sng">
            <a:solidFill>
              <a:schemeClr val="lt1"/>
            </a:solidFill>
            <a:prstDash val="solid"/>
            <a:round/>
            <a:headEnd type="none" w="sm" len="sm"/>
            <a:tailEnd type="none" w="sm" len="sm"/>
          </a:ln>
          <a:effectLst>
            <a:outerShdw blurRad="50800" dist="38100" dir="10800000" algn="r" rotWithShape="0">
              <a:srgbClr val="000000">
                <a:alpha val="40000"/>
              </a:srgb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algn="l" marL="0" marR="0" lvl="0" indent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8400" b="1" i="0" u="none" strike="noStrike" cap="none">
              <a:solidFill>
                <a:schemeClr val="lt1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5" name="Google Shape;132;p29"/>
          <p:cNvSpPr txBox="1"/>
          <p:nvPr/>
        </p:nvSpPr>
        <p:spPr>
          <a:xfrm>
            <a:off x="1039500" y="827049"/>
            <a:ext cx="4562190" cy="101562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algn="l">
              <a:buSzPts val="8400"/>
            </a:pPr>
            <a:r>
              <a:rPr lang="en-IN" sz="6000" b="1" dirty="0">
                <a:solidFill>
                  <a:schemeClr val="lt1"/>
                </a:solidFill>
                <a:latin typeface="Cambria"/>
                <a:ea typeface="Cambria"/>
                <a:sym typeface="Cambria"/>
              </a:rPr>
              <a:t>Question</a:t>
            </a:r>
            <a:endParaRPr sz="6000" b="1" dirty="0">
              <a:solidFill>
                <a:schemeClr val="lt1"/>
              </a:solidFill>
              <a:latin typeface="Cambria"/>
              <a:ea typeface="Cambria"/>
            </a:endParaRPr>
          </a:p>
        </p:txBody>
      </p:sp>
      <p:sp>
        <p:nvSpPr>
          <p:cNvPr id="6" name="Google Shape;133;p29"/>
          <p:cNvSpPr/>
          <p:nvPr/>
        </p:nvSpPr>
        <p:spPr>
          <a:xfrm>
            <a:off x="1039499" y="6277029"/>
            <a:ext cx="1597200" cy="1597200"/>
          </a:xfrm>
          <a:prstGeom prst="ellipse">
            <a:avLst/>
          </a:prstGeom>
          <a:gradFill>
            <a:gsLst>
              <a:gs pos="0">
                <a:srgbClr val="07213C"/>
              </a:gs>
              <a:gs pos="50000">
                <a:srgbClr val="0A3258"/>
              </a:gs>
              <a:gs pos="100000">
                <a:srgbClr val="0E3B69"/>
              </a:gs>
            </a:gsLst>
            <a:lin ang="16200000" scaled="0"/>
          </a:gradFill>
          <a:ln w="57150" cap="flat" cmpd="sng">
            <a:solidFill>
              <a:schemeClr val="lt1"/>
            </a:solidFill>
            <a:prstDash val="solid"/>
            <a:round/>
            <a:headEnd type="none" w="sm" len="sm"/>
            <a:tailEnd type="none" w="sm" len="sm"/>
          </a:ln>
          <a:effectLst>
            <a:outerShdw blurRad="50800" dist="38100" dir="10800000" algn="r" rotWithShape="0">
              <a:srgbClr val="000000">
                <a:alpha val="40000"/>
              </a:srgb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algn="l" marL="0" marR="0" lvl="0" indent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400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" name="Google Shape;134;p29"/>
          <p:cNvSpPr txBox="1"/>
          <p:nvPr/>
        </p:nvSpPr>
        <p:spPr>
          <a:xfrm>
            <a:off x="1104807" y="6475534"/>
            <a:ext cx="1466700" cy="116951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lvl="0" indent="0" algn="ctr">
              <a:buSzPts val="8400"/>
              <a:buFont typeface="Arial"/>
              <a:buNone/>
            </a:pPr>
            <a:r>
              <a:rPr lang="en-IN" sz="7000" b="1" dirty="0">
                <a:solidFill>
                  <a:schemeClr val="lt1"/>
                </a:solidFill>
                <a:latin typeface="Cambria"/>
                <a:ea typeface="Cambria"/>
                <a:sym typeface="Poppins"/>
              </a:rPr>
              <a:t>A</a:t>
            </a:r>
            <a:endParaRPr sz="7000" b="1" dirty="0">
              <a:solidFill>
                <a:schemeClr val="lt1"/>
              </a:solidFill>
              <a:latin typeface="Cambria"/>
              <a:ea typeface="Cambria"/>
            </a:endParaRPr>
          </a:p>
        </p:txBody>
      </p:sp>
      <p:grpSp>
        <p:nvGrpSpPr>
          <p:cNvPr id="8" name="Group 3">
            <a:extLst>
              <a:ext uri="{FF2B5EF4-FFF2-40B4-BE49-F238E27FC236}">
                <a16:creationId xmlns:a16="http://schemas.microsoft.com/office/drawing/2014/main" id="{E7A8D3A8-3CB4-6749-CCFA-38CA3F055B3C}"/>
              </a:ext>
            </a:extLst>
          </p:cNvPr>
          <p:cNvGrpSpPr/>
          <p:nvPr/>
        </p:nvGrpSpPr>
        <p:grpSpPr>
          <a:xfrm>
            <a:off x="1039499" y="8394369"/>
            <a:ext cx="1597200" cy="1597200"/>
            <a:chOff x="1039499" y="8887793"/>
            <a:chExt cx="1597200" cy="1597200"/>
          </a:xfrm>
        </p:grpSpPr>
        <p:sp>
          <p:nvSpPr>
            <p:cNvPr id="9" name="Google Shape;135;p29"/>
            <p:cNvSpPr/>
            <p:nvPr/>
          </p:nvSpPr>
          <p:spPr>
            <a:xfrm>
              <a:off x="1039499" y="8887793"/>
              <a:ext cx="1597200" cy="1597200"/>
            </a:xfrm>
            <a:prstGeom prst="ellipse">
              <a:avLst/>
            </a:prstGeom>
            <a:gradFill>
              <a:gsLst>
                <a:gs pos="0">
                  <a:srgbClr val="07213C"/>
                </a:gs>
                <a:gs pos="50000">
                  <a:srgbClr val="0A3258"/>
                </a:gs>
                <a:gs pos="100000">
                  <a:srgbClr val="0E3B69"/>
                </a:gs>
              </a:gsLst>
              <a:lin ang="16200000" scaled="0"/>
            </a:gradFill>
            <a:ln w="5715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  <a:effectLst>
              <a:outerShdw blurRad="50800" dist="38100" dir="10800000" algn="r" rotWithShape="0">
                <a:srgbClr val="000000">
                  <a:alpha val="40000"/>
                </a:srgbClr>
              </a:outerShdw>
            </a:effectLst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algn="l" marL="0" marR="0" lvl="0" indent="0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4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0" name="Google Shape;136;p29"/>
            <p:cNvSpPr txBox="1"/>
            <p:nvPr/>
          </p:nvSpPr>
          <p:spPr>
            <a:xfrm>
              <a:off x="1104806" y="9086298"/>
              <a:ext cx="1466700" cy="12006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pPr algn="ctr">
                <a:buSzPts val="8400"/>
              </a:pPr>
              <a:r>
                <a:rPr lang="en-IN" sz="7000" b="1" dirty="0">
                  <a:solidFill>
                    <a:schemeClr val="lt1"/>
                  </a:solidFill>
                  <a:latin typeface="Cambria"/>
                  <a:ea typeface="Cambria"/>
                  <a:sym typeface="Poppins"/>
                </a:rPr>
                <a:t>B</a:t>
              </a:r>
              <a:endParaRPr sz="7000" b="1" dirty="0">
                <a:solidFill>
                  <a:schemeClr val="lt1"/>
                </a:solidFill>
                <a:latin typeface="Cambria"/>
                <a:ea typeface="Cambria"/>
              </a:endParaRPr>
            </a:p>
          </p:txBody>
        </p:sp>
      </p:grpSp>
      <p:grpSp>
        <p:nvGrpSpPr>
          <p:cNvPr id="11" name="Group 2">
            <a:extLst>
              <a:ext uri="{FF2B5EF4-FFF2-40B4-BE49-F238E27FC236}">
                <a16:creationId xmlns:a16="http://schemas.microsoft.com/office/drawing/2014/main" id="{1929EFE0-7899-C986-6D22-F9305746025F}"/>
              </a:ext>
            </a:extLst>
          </p:cNvPr>
          <p:cNvGrpSpPr/>
          <p:nvPr/>
        </p:nvGrpSpPr>
        <p:grpSpPr>
          <a:xfrm>
            <a:off x="1039499" y="10511709"/>
            <a:ext cx="1597200" cy="1597200"/>
            <a:chOff x="1039499" y="11392904"/>
            <a:chExt cx="1597200" cy="1597200"/>
          </a:xfrm>
        </p:grpSpPr>
        <p:sp>
          <p:nvSpPr>
            <p:cNvPr id="12" name="Google Shape;137;p29"/>
            <p:cNvSpPr/>
            <p:nvPr/>
          </p:nvSpPr>
          <p:spPr>
            <a:xfrm>
              <a:off x="1039499" y="11392904"/>
              <a:ext cx="1597200" cy="1597200"/>
            </a:xfrm>
            <a:prstGeom prst="ellipse">
              <a:avLst/>
            </a:prstGeom>
            <a:gradFill>
              <a:gsLst>
                <a:gs pos="0">
                  <a:srgbClr val="07213C"/>
                </a:gs>
                <a:gs pos="50000">
                  <a:srgbClr val="0A3258"/>
                </a:gs>
                <a:gs pos="100000">
                  <a:srgbClr val="0E3B69"/>
                </a:gs>
              </a:gsLst>
              <a:lin ang="16200000" scaled="0"/>
            </a:gradFill>
            <a:ln w="5715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  <a:effectLst>
              <a:outerShdw blurRad="50800" dist="38100" dir="10800000" algn="r" rotWithShape="0">
                <a:srgbClr val="000000">
                  <a:alpha val="40000"/>
                </a:srgbClr>
              </a:outerShdw>
            </a:effectLst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algn="l" marL="0" marR="0" lvl="0" indent="0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4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3" name="Google Shape;138;p29"/>
            <p:cNvSpPr txBox="1"/>
            <p:nvPr/>
          </p:nvSpPr>
          <p:spPr>
            <a:xfrm>
              <a:off x="1104806" y="11591409"/>
              <a:ext cx="1466700" cy="12006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pPr algn="ctr">
                <a:buSzPts val="8400"/>
              </a:pPr>
              <a:r>
                <a:rPr lang="en-IN" sz="7000" b="1" dirty="0">
                  <a:solidFill>
                    <a:schemeClr val="lt1"/>
                  </a:solidFill>
                  <a:latin typeface="Cambria"/>
                  <a:ea typeface="Cambria"/>
                  <a:sym typeface="Poppins"/>
                </a:rPr>
                <a:t>C</a:t>
              </a:r>
              <a:endParaRPr sz="7000" b="1" dirty="0">
                <a:solidFill>
                  <a:schemeClr val="lt1"/>
                </a:solidFill>
                <a:latin typeface="Cambria"/>
                <a:ea typeface="Cambria"/>
              </a:endParaRPr>
            </a:p>
          </p:txBody>
        </p:sp>
      </p:grpSp>
      <p:grpSp>
        <p:nvGrpSpPr>
          <p:cNvPr id="14" name="Group 1">
            <a:extLst>
              <a:ext uri="{FF2B5EF4-FFF2-40B4-BE49-F238E27FC236}">
                <a16:creationId xmlns:a16="http://schemas.microsoft.com/office/drawing/2014/main" id="{2EFF441D-B1EA-669C-64B0-91C1D604A467}"/>
              </a:ext>
            </a:extLst>
          </p:cNvPr>
          <p:cNvGrpSpPr/>
          <p:nvPr/>
        </p:nvGrpSpPr>
        <p:grpSpPr>
          <a:xfrm>
            <a:off x="1039499" y="12629049"/>
            <a:ext cx="1597200" cy="1597200"/>
            <a:chOff x="1039499" y="13898015"/>
            <a:chExt cx="1597200" cy="1597200"/>
          </a:xfrm>
        </p:grpSpPr>
        <p:sp>
          <p:nvSpPr>
            <p:cNvPr id="15" name="Google Shape;139;p29"/>
            <p:cNvSpPr/>
            <p:nvPr/>
          </p:nvSpPr>
          <p:spPr>
            <a:xfrm>
              <a:off x="1039499" y="13898015"/>
              <a:ext cx="1597200" cy="1597200"/>
            </a:xfrm>
            <a:prstGeom prst="ellipse">
              <a:avLst/>
            </a:prstGeom>
            <a:gradFill>
              <a:gsLst>
                <a:gs pos="0">
                  <a:srgbClr val="07213C"/>
                </a:gs>
                <a:gs pos="50000">
                  <a:srgbClr val="0A3258"/>
                </a:gs>
                <a:gs pos="100000">
                  <a:srgbClr val="0E3B69"/>
                </a:gs>
              </a:gsLst>
              <a:lin ang="16200000" scaled="0"/>
            </a:gradFill>
            <a:ln w="5715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  <a:effectLst>
              <a:outerShdw blurRad="50800" dist="38100" dir="10800000" algn="r" rotWithShape="0">
                <a:srgbClr val="000000">
                  <a:alpha val="40000"/>
                </a:srgbClr>
              </a:outerShdw>
            </a:effectLst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algn="l" marL="0" marR="0" lvl="0" indent="0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4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6" name="Google Shape;140;p29"/>
            <p:cNvSpPr txBox="1"/>
            <p:nvPr/>
          </p:nvSpPr>
          <p:spPr>
            <a:xfrm>
              <a:off x="1104806" y="14096520"/>
              <a:ext cx="1466700" cy="12006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pPr algn="ctr">
                <a:buSzPts val="8400"/>
              </a:pPr>
              <a:r>
                <a:rPr lang="en-IN" sz="7000" b="1" dirty="0">
                  <a:solidFill>
                    <a:schemeClr val="lt1"/>
                  </a:solidFill>
                  <a:latin typeface="Cambria"/>
                  <a:ea typeface="Cambria"/>
                  <a:sym typeface="Poppins"/>
                </a:rPr>
                <a:t>D</a:t>
              </a:r>
              <a:endParaRPr sz="7000" b="1" dirty="0">
                <a:solidFill>
                  <a:schemeClr val="lt1"/>
                </a:solidFill>
                <a:latin typeface="Cambria"/>
                <a:ea typeface="Cambria"/>
              </a:endParaRPr>
            </a:p>
          </p:txBody>
        </p:sp>
      </p:grpSp>
      <p:sp>
        <p:nvSpPr>
          <p:cNvPr id="17" name="Google Shape;130;p29">
            <a:extLst>
              <a:ext uri="{FF2B5EF4-FFF2-40B4-BE49-F238E27FC236}">
                <a16:creationId xmlns:a16="http://schemas.microsoft.com/office/drawing/2014/main" id="{359EC1B9-8B0A-CB48-A9AA-6F6EAF44500B}"/>
              </a:ext>
            </a:extLst>
          </p:cNvPr>
          <p:cNvSpPr txBox="1"/>
          <p:nvPr/>
        </p:nvSpPr>
        <p:spPr>
          <a:xfrm>
            <a:off x="3107605" y="8624960"/>
            <a:ext cx="32744401" cy="15973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algn="l" marL="0" indent="0">
              <a:buSzPts val="8400"/>
            </a:pPr>
            <mc:AlternateContent xmlns:mc="http://schemas.openxmlformats.org/markup-compatibility/2006">
              <mc:Choice xmlns:a14="http://schemas.microsoft.com/office/drawing/2010/main" Requires="a14">
                <a14:m xmlns:m="http://schemas.openxmlformats.org/officeDocument/2006/math">
                  <m:oMath>
                    <m:r>
                      <a:rPr lang="en-IN" sz="6000" b="1" dirty="0">
                        <a:solidFill>
                          <a:schemeClr val="lt1"/>
                        </a:solidFill>
                        <a:latin typeface="Cambria Math"/>
                        <a:ea typeface="Cambria Math"/>
                        <a:sym typeface="Cambria Math"/>
                      </a:rPr>
                      <m:t xml:space="preserve"> N</m:t>
                    </m:r>
                    <m:sSup>
                      <m:sSupPr/>
                      <m:e>
                        <m:r>
                          <a:rPr lang="en-IN" sz="6000" b="1" dirty="0">
                            <a:solidFill>
                              <a:schemeClr val="lt1"/>
                            </a:solidFill>
                            <a:latin typeface="Cambria Math"/>
                            <a:ea typeface="Cambria Math"/>
                            <a:sym typeface="Cambria Math"/>
                          </a:rPr>
                          <m:t xml:space="preserve">m</m:t>
                        </m:r>
                      </m:e>
                      <m:sup>
                        <m:r>
                          <a:rPr lang="en-IN" sz="6000" b="1" dirty="0">
                            <a:solidFill>
                              <a:schemeClr val="lt1"/>
                            </a:solidFill>
                            <a:latin typeface="Cambria Math"/>
                            <a:ea typeface="Cambria Math"/>
                            <a:sym typeface="Cambria Math"/>
                          </a:rPr>
                          <m:t xml:space="preserve">2</m:t>
                        </m:r>
                      </m:sup>
                    </m:sSup>
                    <m:r>
                      <a:rPr lang="en-IN" sz="6000" b="1" dirty="0">
                        <a:solidFill>
                          <a:schemeClr val="lt1"/>
                        </a:solidFill>
                        <a:latin typeface="Cambria Math"/>
                        <a:ea typeface="Cambria Math"/>
                        <a:sym typeface="Cambria Math"/>
                      </a:rPr>
                      <m:t xml:space="preserve"> </m:t>
                    </m:r>
                    <m:sSup>
                      <m:sSupPr/>
                      <m:e>
                        <m:r>
                          <a:rPr lang="en-IN" sz="6000" b="1" dirty="0">
                            <a:solidFill>
                              <a:schemeClr val="lt1"/>
                            </a:solidFill>
                            <a:latin typeface="Cambria Math"/>
                            <a:ea typeface="Cambria Math"/>
                            <a:sym typeface="Cambria Math"/>
                          </a:rPr>
                          <m:t xml:space="preserve">C</m:t>
                        </m:r>
                      </m:e>
                      <m:sup>
                        <m:r>
                          <a:rPr lang="en-IN" sz="6000" b="1" dirty="0">
                            <a:solidFill>
                              <a:schemeClr val="lt1"/>
                            </a:solidFill>
                            <a:latin typeface="Cambria Math"/>
                            <a:ea typeface="Cambria Math"/>
                            <a:sym typeface="Cambria Math"/>
                          </a:rPr>
                          <m:t xml:space="preserve">-1</m:t>
                        </m:r>
                      </m:sup>
                    </m:sSup>
                    <m:r>
                      <a:rPr lang="en-IN" sz="6000" b="1" dirty="0">
                        <a:solidFill>
                          <a:schemeClr val="lt1"/>
                        </a:solidFill>
                        <a:latin typeface="Cambria Math"/>
                        <a:ea typeface="Cambria Math"/>
                        <a:sym typeface="Cambria Math"/>
                      </a:rPr>
                      <m:t xml:space="preserve">; N</m:t>
                    </m:r>
                    <m:sSup>
                      <m:sSupPr/>
                      <m:e>
                        <m:r>
                          <a:rPr lang="en-IN" sz="6000" b="1" dirty="0">
                            <a:solidFill>
                              <a:schemeClr val="lt1"/>
                            </a:solidFill>
                            <a:latin typeface="Cambria Math"/>
                            <a:ea typeface="Cambria Math"/>
                            <a:sym typeface="Cambria Math"/>
                          </a:rPr>
                          <m:t xml:space="preserve">m</m:t>
                        </m:r>
                      </m:e>
                      <m:sup>
                        <m:r>
                          <a:rPr lang="en-IN" sz="6000" b="1" dirty="0">
                            <a:solidFill>
                              <a:schemeClr val="lt1"/>
                            </a:solidFill>
                            <a:latin typeface="Cambria Math"/>
                            <a:ea typeface="Cambria Math"/>
                            <a:sym typeface="Cambria Math"/>
                          </a:rPr>
                          <m:t xml:space="preserve">3</m:t>
                        </m:r>
                      </m:sup>
                    </m:sSup>
                    <m:r>
                      <a:rPr lang="en-IN" sz="6000" b="1" dirty="0">
                        <a:solidFill>
                          <a:schemeClr val="lt1"/>
                        </a:solidFill>
                        <a:latin typeface="Cambria Math"/>
                        <a:ea typeface="Cambria Math"/>
                        <a:sym typeface="Cambria Math"/>
                      </a:rPr>
                      <m:t xml:space="preserve"> </m:t>
                    </m:r>
                    <m:sSup>
                      <m:sSupPr/>
                      <m:e>
                        <m:r>
                          <a:rPr lang="en-IN" sz="6000" b="1" dirty="0">
                            <a:solidFill>
                              <a:schemeClr val="lt1"/>
                            </a:solidFill>
                            <a:latin typeface="Cambria Math"/>
                            <a:ea typeface="Cambria Math"/>
                            <a:sym typeface="Cambria Math"/>
                          </a:rPr>
                          <m:t xml:space="preserve">C</m:t>
                        </m:r>
                      </m:e>
                      <m:sup>
                        <m:r>
                          <a:rPr lang="en-IN" sz="6000" b="1" dirty="0">
                            <a:solidFill>
                              <a:schemeClr val="lt1"/>
                            </a:solidFill>
                            <a:latin typeface="Cambria Math"/>
                            <a:ea typeface="Cambria Math"/>
                            <a:sym typeface="Cambria Math"/>
                          </a:rPr>
                          <m:t xml:space="preserve">-1</m:t>
                        </m:r>
                      </m:sup>
                    </m:sSup>
                    <m:r>
                      <a:rPr lang="en-IN" sz="6000" b="1" dirty="0">
                        <a:solidFill>
                          <a:schemeClr val="lt1"/>
                        </a:solidFill>
                        <a:latin typeface="Cambria Math"/>
                        <a:ea typeface="Cambria Math"/>
                        <a:sym typeface="Cambria Math"/>
                      </a:rPr>
                      <m:t xml:space="preserve"> </m:t>
                    </m:r>
                  </m:oMath>
                </a14:m>
              </mc:Choice>
              <mc:Fallback>
                <a:r>
                  <a:rPr lang="en-IN" sz="6000" b="1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 Nm</a:t>
                </a:r>
                <a:r>
                  <a:rPr baseline="52000" lang="en-IN" sz="4320" b="1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2</a:t>
                </a:r>
                <a:r>
                  <a:rPr lang="en-IN" sz="6000" b="1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 C</a:t>
                </a:r>
                <a:r>
                  <a:rPr baseline="52000" lang="en-IN" sz="4320" b="1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-1</a:t>
                </a:r>
                <a:r>
                  <a:rPr lang="en-IN" sz="6000" b="1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; Nm</a:t>
                </a:r>
                <a:r>
                  <a:rPr baseline="52000" lang="en-IN" sz="4320" b="1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3</a:t>
                </a:r>
                <a:r>
                  <a:rPr lang="en-IN" sz="6000" b="1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 C</a:t>
                </a:r>
                <a:r>
                  <a:rPr baseline="52000" lang="en-IN" sz="4320" b="1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-1</a:t>
                </a:r>
                <a:r>
                  <a:rPr lang="en-IN" sz="6000" b="1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 </a:t>
                </a:r>
              </mc:Fallback>
            </mc:AlternateContent>
            <a:endParaRPr sz="6000" b="1" dirty="0">
              <a:solidFill>
                <a:schemeClr val="lt1"/>
              </a:solidFill>
              <a:latin typeface="Cambria"/>
              <a:ea typeface="Cambria"/>
            </a:endParaRPr>
          </a:p>
        </p:txBody>
      </p:sp>
      <p:sp>
        <p:nvSpPr>
          <p:cNvPr id="18" name="Google Shape;130;p29">
            <a:extLst>
              <a:ext uri="{FF2B5EF4-FFF2-40B4-BE49-F238E27FC236}">
                <a16:creationId xmlns:a16="http://schemas.microsoft.com/office/drawing/2014/main" id="{7A900CAF-02A4-EA2C-D5AE-61E805D388DB}"/>
              </a:ext>
            </a:extLst>
          </p:cNvPr>
          <p:cNvSpPr txBox="1"/>
          <p:nvPr/>
        </p:nvSpPr>
        <p:spPr>
          <a:xfrm>
            <a:off x="3107605" y="10692275"/>
            <a:ext cx="32744401" cy="15973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algn="l" marL="0" indent="0">
              <a:buSzPts val="8400"/>
            </a:pPr>
            <mc:AlternateContent xmlns:mc="http://schemas.openxmlformats.org/markup-compatibility/2006">
              <mc:Choice xmlns:a14="http://schemas.microsoft.com/office/drawing/2010/main" Requires="a14">
                <a14:m xmlns:m="http://schemas.openxmlformats.org/officeDocument/2006/math">
                  <m:oMath>
                    <m:r>
                      <a:rPr lang="en-IN" sz="6000" b="1" dirty="0">
                        <a:solidFill>
                          <a:schemeClr val="lt1"/>
                        </a:solidFill>
                        <a:latin typeface="Cambria Math"/>
                        <a:ea typeface="Cambria Math"/>
                        <a:sym typeface="Cambria Math"/>
                      </a:rPr>
                      <m:t xml:space="preserve"> N</m:t>
                    </m:r>
                    <m:sSup>
                      <m:sSupPr/>
                      <m:e>
                        <m:r>
                          <a:rPr lang="en-IN" sz="6000" b="1" dirty="0">
                            <a:solidFill>
                              <a:schemeClr val="lt1"/>
                            </a:solidFill>
                            <a:latin typeface="Cambria Math"/>
                            <a:ea typeface="Cambria Math"/>
                            <a:sym typeface="Cambria Math"/>
                          </a:rPr>
                          <m:t xml:space="preserve">m</m:t>
                        </m:r>
                      </m:e>
                      <m:sup>
                        <m:r>
                          <a:rPr lang="en-IN" sz="6000" b="1" dirty="0">
                            <a:solidFill>
                              <a:schemeClr val="lt1"/>
                            </a:solidFill>
                            <a:latin typeface="Cambria Math"/>
                            <a:ea typeface="Cambria Math"/>
                            <a:sym typeface="Cambria Math"/>
                          </a:rPr>
                          <m:t xml:space="preserve">3</m:t>
                        </m:r>
                      </m:sup>
                    </m:sSup>
                    <m:r>
                      <a:rPr lang="en-IN" sz="6000" b="1" dirty="0">
                        <a:solidFill>
                          <a:schemeClr val="lt1"/>
                        </a:solidFill>
                        <a:latin typeface="Cambria Math"/>
                        <a:ea typeface="Cambria Math"/>
                        <a:sym typeface="Cambria Math"/>
                      </a:rPr>
                      <m:t xml:space="preserve"> C; N</m:t>
                    </m:r>
                    <m:sSup>
                      <m:sSupPr/>
                      <m:e>
                        <m:r>
                          <a:rPr lang="en-IN" sz="6000" b="1" dirty="0">
                            <a:solidFill>
                              <a:schemeClr val="lt1"/>
                            </a:solidFill>
                            <a:latin typeface="Cambria Math"/>
                            <a:ea typeface="Cambria Math"/>
                            <a:sym typeface="Cambria Math"/>
                          </a:rPr>
                          <m:t xml:space="preserve">m</m:t>
                        </m:r>
                      </m:e>
                      <m:sup>
                        <m:r>
                          <a:rPr lang="en-IN" sz="6000" b="1" dirty="0">
                            <a:solidFill>
                              <a:schemeClr val="lt1"/>
                            </a:solidFill>
                            <a:latin typeface="Cambria Math"/>
                            <a:ea typeface="Cambria Math"/>
                            <a:sym typeface="Cambria Math"/>
                          </a:rPr>
                          <m:t xml:space="preserve">2</m:t>
                        </m:r>
                      </m:sup>
                    </m:sSup>
                    <m:r>
                      <a:rPr lang="en-IN" sz="6000" b="1" dirty="0">
                        <a:solidFill>
                          <a:schemeClr val="lt1"/>
                        </a:solidFill>
                        <a:latin typeface="Cambria Math"/>
                        <a:ea typeface="Cambria Math"/>
                        <a:sym typeface="Cambria Math"/>
                      </a:rPr>
                      <m:t xml:space="preserve"> C </m:t>
                    </m:r>
                  </m:oMath>
                </a14:m>
              </mc:Choice>
              <mc:Fallback>
                <a:r>
                  <a:rPr lang="en-IN" sz="6000" b="1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 Nm</a:t>
                </a:r>
                <a:r>
                  <a:rPr baseline="52000" lang="en-IN" sz="4320" b="1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3</a:t>
                </a:r>
                <a:r>
                  <a:rPr lang="en-IN" sz="6000" b="1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 C; Nm</a:t>
                </a:r>
                <a:r>
                  <a:rPr baseline="52000" lang="en-IN" sz="4320" b="1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2</a:t>
                </a:r>
                <a:r>
                  <a:rPr lang="en-IN" sz="6000" b="1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 C </a:t>
                </a:r>
              </mc:Fallback>
            </mc:AlternateContent>
            <a:endParaRPr sz="6000" b="1" dirty="0">
              <a:solidFill>
                <a:schemeClr val="lt1"/>
              </a:solidFill>
              <a:latin typeface="Cambria"/>
              <a:ea typeface="Cambria"/>
            </a:endParaRPr>
          </a:p>
        </p:txBody>
      </p:sp>
      <p:sp>
        <p:nvSpPr>
          <p:cNvPr id="19" name="Google Shape;130;p29">
            <a:extLst>
              <a:ext uri="{FF2B5EF4-FFF2-40B4-BE49-F238E27FC236}">
                <a16:creationId xmlns:a16="http://schemas.microsoft.com/office/drawing/2014/main" id="{14CC97B5-99F4-9A71-2E1A-0ED3B3F0A5F1}"/>
              </a:ext>
            </a:extLst>
          </p:cNvPr>
          <p:cNvSpPr txBox="1"/>
          <p:nvPr/>
        </p:nvSpPr>
        <p:spPr>
          <a:xfrm>
            <a:off x="3107605" y="12827554"/>
            <a:ext cx="32744401" cy="15973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algn="l" marL="0" indent="0">
              <a:buSzPts val="8400"/>
            </a:pPr>
            <mc:AlternateContent xmlns:mc="http://schemas.openxmlformats.org/markup-compatibility/2006">
              <mc:Choice xmlns:a14="http://schemas.microsoft.com/office/drawing/2010/main" Requires="a14">
                <a14:m xmlns:m="http://schemas.openxmlformats.org/officeDocument/2006/math">
                  <m:oMath>
                    <m:r>
                      <a:rPr lang="en-IN" sz="6000" b="1" dirty="0">
                        <a:solidFill>
                          <a:schemeClr val="lt1"/>
                        </a:solidFill>
                        <a:latin typeface="Cambria Math"/>
                        <a:ea typeface="Cambria Math"/>
                        <a:sym typeface="Cambria Math"/>
                      </a:rPr>
                      <m:t xml:space="preserve"> N</m:t>
                    </m:r>
                    <m:sSup>
                      <m:sSupPr/>
                      <m:e>
                        <m:r>
                          <a:rPr lang="en-IN" sz="6000" b="1" dirty="0">
                            <a:solidFill>
                              <a:schemeClr val="lt1"/>
                            </a:solidFill>
                            <a:latin typeface="Cambria Math"/>
                            <a:ea typeface="Cambria Math"/>
                            <a:sym typeface="Cambria Math"/>
                          </a:rPr>
                          <m:t xml:space="preserve">m</m:t>
                        </m:r>
                      </m:e>
                      <m:sup>
                        <m:r>
                          <a:rPr lang="en-IN" sz="6000" b="1" dirty="0">
                            <a:solidFill>
                              <a:schemeClr val="lt1"/>
                            </a:solidFill>
                            <a:latin typeface="Cambria Math"/>
                            <a:ea typeface="Cambria Math"/>
                            <a:sym typeface="Cambria Math"/>
                          </a:rPr>
                          <m:t xml:space="preserve">2</m:t>
                        </m:r>
                      </m:sup>
                    </m:sSup>
                    <m:r>
                      <a:rPr lang="en-IN" sz="6000" b="1" dirty="0">
                        <a:solidFill>
                          <a:schemeClr val="lt1"/>
                        </a:solidFill>
                        <a:latin typeface="Cambria Math"/>
                        <a:ea typeface="Cambria Math"/>
                        <a:sym typeface="Cambria Math"/>
                      </a:rPr>
                      <m:t xml:space="preserve"> C; N</m:t>
                    </m:r>
                    <m:sSup>
                      <m:sSupPr/>
                      <m:e>
                        <m:r>
                          <a:rPr lang="en-IN" sz="6000" b="1" dirty="0">
                            <a:solidFill>
                              <a:schemeClr val="lt1"/>
                            </a:solidFill>
                            <a:latin typeface="Cambria Math"/>
                            <a:ea typeface="Cambria Math"/>
                            <a:sym typeface="Cambria Math"/>
                          </a:rPr>
                          <m:t xml:space="preserve">m</m:t>
                        </m:r>
                      </m:e>
                      <m:sup>
                        <m:r>
                          <a:rPr lang="en-IN" sz="6000" b="1" dirty="0">
                            <a:solidFill>
                              <a:schemeClr val="lt1"/>
                            </a:solidFill>
                            <a:latin typeface="Cambria Math"/>
                            <a:ea typeface="Cambria Math"/>
                            <a:sym typeface="Cambria Math"/>
                          </a:rPr>
                          <m:t xml:space="preserve">3</m:t>
                        </m:r>
                      </m:sup>
                    </m:sSup>
                    <m:r>
                      <a:rPr lang="en-IN" sz="6000" b="1" dirty="0">
                        <a:solidFill>
                          <a:schemeClr val="lt1"/>
                        </a:solidFill>
                        <a:latin typeface="Cambria Math"/>
                        <a:ea typeface="Cambria Math"/>
                        <a:sym typeface="Cambria Math"/>
                      </a:rPr>
                      <m:t xml:space="preserve"> C </m:t>
                    </m:r>
                  </m:oMath>
                </a14:m>
              </mc:Choice>
              <mc:Fallback>
                <a:r>
                  <a:rPr lang="en-IN" sz="6000" b="1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 Nm</a:t>
                </a:r>
                <a:r>
                  <a:rPr baseline="52000" lang="en-IN" sz="4320" b="1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2</a:t>
                </a:r>
                <a:r>
                  <a:rPr lang="en-IN" sz="6000" b="1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 C; Nm</a:t>
                </a:r>
                <a:r>
                  <a:rPr baseline="52000" lang="en-IN" sz="4320" b="1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3</a:t>
                </a:r>
                <a:r>
                  <a:rPr lang="en-IN" sz="6000" b="1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 C </a:t>
                </a:r>
              </mc:Fallback>
            </mc:AlternateContent>
            <a:endParaRPr sz="6000" b="1" dirty="0">
              <a:solidFill>
                <a:schemeClr val="lt1"/>
              </a:solidFill>
              <a:latin typeface="Cambria"/>
              <a:ea typeface="Cambria"/>
            </a:endParaRPr>
          </a:p>
        </p:txBody>
      </p:sp>
    </p:spTree>
  </p:cSld>
  <p:clrMapOvr>
    <a:masterClrMapping/>
  </p:clrMapOvr>
  <p:transition spd="slow">
    <p:push/>
  </p:transition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Google Shape;129;p29"/>
          <p:cNvSpPr txBox="1"/>
          <p:nvPr/>
        </p:nvSpPr>
        <p:spPr>
          <a:xfrm>
            <a:off x="1104806" y="2396709"/>
            <a:ext cx="34747200" cy="25603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algn="l" marL="0" lvl="0" indent="0">
              <a:buSzPts val="8400"/>
              <a:buFont typeface="Arial"/>
              <a:buNone/>
            </a:pPr>
            <a:r>
              <a:rPr lang="en-IN" sz="6000" b="1" dirty="0">
                <a:solidFill>
                  <a:schemeClr val="lt1"/>
                </a:solidFill>
                <a:latin typeface="Cambria"/>
                <a:ea typeface="Cambria"/>
                <a:sym typeface="Cambria"/>
              </a:rPr>
              <a:t>4. Match List-I with List-II. [27 Aug, 2021 (Shift-II)]</a:t>
            </a:r>
          </a:p>
          <a:p>
            <a:pPr algn="l" marL="0" lvl="0" indent="0">
              <a:buSzPts val="8400"/>
              <a:buFont typeface="Arial"/>
              <a:buNone/>
            </a:pPr>
            <a:r>
              <a:rPr lang="en-IN" sz="6000" b="1" dirty="0">
                <a:solidFill>
                  <a:schemeClr val="lt1"/>
                </a:solidFill>
                <a:latin typeface="Cambria"/>
                <a:ea typeface="Cambria"/>
                <a:sym typeface="Cambria"/>
              </a:rPr>
              <a:t>Choose the correct answer from the options given below:</a:t>
            </a:r>
          </a:p>
        </p:txBody>
      </p:sp>
      <p:sp>
        <p:nvSpPr>
          <p:cNvPr id="3" name="Google Shape;130;p29"/>
          <p:cNvSpPr txBox="1"/>
          <p:nvPr/>
        </p:nvSpPr>
        <p:spPr>
          <a:xfrm>
            <a:off x="3107605" y="11663909"/>
            <a:ext cx="32744401" cy="15973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algn="l" marL="0" indent="0">
              <a:buSzPts val="8400"/>
            </a:pPr>
            <a:r>
              <a:rPr lang="en-IN" sz="6000" b="1" dirty="0">
                <a:solidFill>
                  <a:schemeClr val="lt1"/>
                </a:solidFill>
                <a:latin typeface="Cambria"/>
                <a:ea typeface="Cambria"/>
                <a:sym typeface="Cambria"/>
              </a:rPr>
              <a:t>A-II, B-III, C-IV, D-I</a:t>
            </a:r>
            <a:endParaRPr sz="6000" b="1" dirty="0">
              <a:solidFill>
                <a:schemeClr val="lt1"/>
              </a:solidFill>
              <a:latin typeface="Cambria"/>
              <a:ea typeface="Cambria"/>
            </a:endParaRPr>
          </a:p>
        </p:txBody>
      </p:sp>
      <p:sp>
        <p:nvSpPr>
          <p:cNvPr id="4" name="Google Shape;131;p29"/>
          <p:cNvSpPr/>
          <p:nvPr/>
        </p:nvSpPr>
        <p:spPr>
          <a:xfrm>
            <a:off x="-1864528" y="681774"/>
            <a:ext cx="7081988" cy="1569660"/>
          </a:xfrm>
          <a:prstGeom prst="roundRect">
            <a:avLst>
              <a:gd name="adj" fmla="val 50000"/>
            </a:avLst>
          </a:prstGeom>
          <a:gradFill>
            <a:gsLst>
              <a:gs pos="0">
                <a:srgbClr val="07213C"/>
              </a:gs>
              <a:gs pos="50000">
                <a:srgbClr val="0A3258"/>
              </a:gs>
              <a:gs pos="100000">
                <a:srgbClr val="0E3B69"/>
              </a:gs>
            </a:gsLst>
            <a:lin ang="16200000" scaled="0"/>
          </a:gradFill>
          <a:ln w="57150" cap="flat" cmpd="sng">
            <a:solidFill>
              <a:schemeClr val="lt1"/>
            </a:solidFill>
            <a:prstDash val="solid"/>
            <a:round/>
            <a:headEnd type="none" w="sm" len="sm"/>
            <a:tailEnd type="none" w="sm" len="sm"/>
          </a:ln>
          <a:effectLst>
            <a:outerShdw blurRad="50800" dist="38100" dir="10800000" algn="r" rotWithShape="0">
              <a:srgbClr val="000000">
                <a:alpha val="40000"/>
              </a:srgb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algn="l" marL="0" marR="0" lvl="0" indent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8400" b="1" i="0" u="none" strike="noStrike" cap="none">
              <a:solidFill>
                <a:schemeClr val="lt1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5" name="Google Shape;132;p29"/>
          <p:cNvSpPr txBox="1"/>
          <p:nvPr/>
        </p:nvSpPr>
        <p:spPr>
          <a:xfrm>
            <a:off x="1039500" y="827049"/>
            <a:ext cx="4562190" cy="101562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algn="l">
              <a:buSzPts val="8400"/>
            </a:pPr>
            <a:r>
              <a:rPr lang="en-IN" sz="6000" b="1" dirty="0">
                <a:solidFill>
                  <a:schemeClr val="lt1"/>
                </a:solidFill>
                <a:latin typeface="Cambria"/>
                <a:ea typeface="Cambria"/>
                <a:sym typeface="Cambria"/>
              </a:rPr>
              <a:t>Question</a:t>
            </a:r>
            <a:endParaRPr sz="6000" b="1" dirty="0">
              <a:solidFill>
                <a:schemeClr val="lt1"/>
              </a:solidFill>
              <a:latin typeface="Cambria"/>
              <a:ea typeface="Cambria"/>
            </a:endParaRPr>
          </a:p>
        </p:txBody>
      </p:sp>
      <p:sp>
        <p:nvSpPr>
          <p:cNvPr id="6" name="Google Shape;133;p29"/>
          <p:cNvSpPr/>
          <p:nvPr/>
        </p:nvSpPr>
        <p:spPr>
          <a:xfrm>
            <a:off x="1039499" y="11373120"/>
            <a:ext cx="1597200" cy="1597200"/>
          </a:xfrm>
          <a:prstGeom prst="ellipse">
            <a:avLst/>
          </a:prstGeom>
          <a:gradFill>
            <a:gsLst>
              <a:gs pos="0">
                <a:srgbClr val="07213C"/>
              </a:gs>
              <a:gs pos="50000">
                <a:srgbClr val="0A3258"/>
              </a:gs>
              <a:gs pos="100000">
                <a:srgbClr val="0E3B69"/>
              </a:gs>
            </a:gsLst>
            <a:lin ang="16200000" scaled="0"/>
          </a:gradFill>
          <a:ln w="57150" cap="flat" cmpd="sng">
            <a:solidFill>
              <a:schemeClr val="lt1"/>
            </a:solidFill>
            <a:prstDash val="solid"/>
            <a:round/>
            <a:headEnd type="none" w="sm" len="sm"/>
            <a:tailEnd type="none" w="sm" len="sm"/>
          </a:ln>
          <a:effectLst>
            <a:outerShdw blurRad="50800" dist="38100" dir="10800000" algn="r" rotWithShape="0">
              <a:srgbClr val="000000">
                <a:alpha val="40000"/>
              </a:srgb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algn="l" marL="0" marR="0" lvl="0" indent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400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" name="Google Shape;134;p29"/>
          <p:cNvSpPr txBox="1"/>
          <p:nvPr/>
        </p:nvSpPr>
        <p:spPr>
          <a:xfrm>
            <a:off x="1104807" y="11571625"/>
            <a:ext cx="1466700" cy="116951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lvl="0" indent="0" algn="ctr">
              <a:buSzPts val="8400"/>
              <a:buFont typeface="Arial"/>
              <a:buNone/>
            </a:pPr>
            <a:r>
              <a:rPr lang="en-IN" sz="7000" b="1" dirty="0">
                <a:solidFill>
                  <a:schemeClr val="lt1"/>
                </a:solidFill>
                <a:latin typeface="Cambria"/>
                <a:ea typeface="Cambria"/>
                <a:sym typeface="Poppins"/>
              </a:rPr>
              <a:t>A</a:t>
            </a:r>
            <a:endParaRPr sz="7000" b="1" dirty="0">
              <a:solidFill>
                <a:schemeClr val="lt1"/>
              </a:solidFill>
              <a:latin typeface="Cambria"/>
              <a:ea typeface="Cambria"/>
            </a:endParaRPr>
          </a:p>
        </p:txBody>
      </p:sp>
      <p:grpSp>
        <p:nvGrpSpPr>
          <p:cNvPr id="8" name="Group 3">
            <a:extLst>
              <a:ext uri="{FF2B5EF4-FFF2-40B4-BE49-F238E27FC236}">
                <a16:creationId xmlns:a16="http://schemas.microsoft.com/office/drawing/2014/main" id="{E7A8D3A8-3CB4-6749-CCFA-38CA3F055B3C}"/>
              </a:ext>
            </a:extLst>
          </p:cNvPr>
          <p:cNvGrpSpPr/>
          <p:nvPr/>
        </p:nvGrpSpPr>
        <p:grpSpPr>
          <a:xfrm>
            <a:off x="1039499" y="13490460"/>
            <a:ext cx="1597200" cy="1597200"/>
            <a:chOff x="1039499" y="8887793"/>
            <a:chExt cx="1597200" cy="1597200"/>
          </a:xfrm>
        </p:grpSpPr>
        <p:sp>
          <p:nvSpPr>
            <p:cNvPr id="9" name="Google Shape;135;p29"/>
            <p:cNvSpPr/>
            <p:nvPr/>
          </p:nvSpPr>
          <p:spPr>
            <a:xfrm>
              <a:off x="1039499" y="8887793"/>
              <a:ext cx="1597200" cy="1597200"/>
            </a:xfrm>
            <a:prstGeom prst="ellipse">
              <a:avLst/>
            </a:prstGeom>
            <a:gradFill>
              <a:gsLst>
                <a:gs pos="0">
                  <a:srgbClr val="07213C"/>
                </a:gs>
                <a:gs pos="50000">
                  <a:srgbClr val="0A3258"/>
                </a:gs>
                <a:gs pos="100000">
                  <a:srgbClr val="0E3B69"/>
                </a:gs>
              </a:gsLst>
              <a:lin ang="16200000" scaled="0"/>
            </a:gradFill>
            <a:ln w="5715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  <a:effectLst>
              <a:outerShdw blurRad="50800" dist="38100" dir="10800000" algn="r" rotWithShape="0">
                <a:srgbClr val="000000">
                  <a:alpha val="40000"/>
                </a:srgbClr>
              </a:outerShdw>
            </a:effectLst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algn="l" marL="0" marR="0" lvl="0" indent="0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4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0" name="Google Shape;136;p29"/>
            <p:cNvSpPr txBox="1"/>
            <p:nvPr/>
          </p:nvSpPr>
          <p:spPr>
            <a:xfrm>
              <a:off x="1104806" y="9086298"/>
              <a:ext cx="1466700" cy="12006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pPr algn="ctr">
                <a:buSzPts val="8400"/>
              </a:pPr>
              <a:r>
                <a:rPr lang="en-IN" sz="7000" b="1" dirty="0">
                  <a:solidFill>
                    <a:schemeClr val="lt1"/>
                  </a:solidFill>
                  <a:latin typeface="Cambria"/>
                  <a:ea typeface="Cambria"/>
                  <a:sym typeface="Poppins"/>
                </a:rPr>
                <a:t>B</a:t>
              </a:r>
              <a:endParaRPr sz="7000" b="1" dirty="0">
                <a:solidFill>
                  <a:schemeClr val="lt1"/>
                </a:solidFill>
                <a:latin typeface="Cambria"/>
                <a:ea typeface="Cambria"/>
              </a:endParaRPr>
            </a:p>
          </p:txBody>
        </p:sp>
      </p:grpSp>
      <p:grpSp>
        <p:nvGrpSpPr>
          <p:cNvPr id="11" name="Group 2">
            <a:extLst>
              <a:ext uri="{FF2B5EF4-FFF2-40B4-BE49-F238E27FC236}">
                <a16:creationId xmlns:a16="http://schemas.microsoft.com/office/drawing/2014/main" id="{1929EFE0-7899-C986-6D22-F9305746025F}"/>
              </a:ext>
            </a:extLst>
          </p:cNvPr>
          <p:cNvGrpSpPr/>
          <p:nvPr/>
        </p:nvGrpSpPr>
        <p:grpSpPr>
          <a:xfrm>
            <a:off x="1039499" y="15607800"/>
            <a:ext cx="1597200" cy="1597200"/>
            <a:chOff x="1039499" y="11392904"/>
            <a:chExt cx="1597200" cy="1597200"/>
          </a:xfrm>
        </p:grpSpPr>
        <p:sp>
          <p:nvSpPr>
            <p:cNvPr id="12" name="Google Shape;137;p29"/>
            <p:cNvSpPr/>
            <p:nvPr/>
          </p:nvSpPr>
          <p:spPr>
            <a:xfrm>
              <a:off x="1039499" y="11392904"/>
              <a:ext cx="1597200" cy="1597200"/>
            </a:xfrm>
            <a:prstGeom prst="ellipse">
              <a:avLst/>
            </a:prstGeom>
            <a:gradFill>
              <a:gsLst>
                <a:gs pos="0">
                  <a:srgbClr val="07213C"/>
                </a:gs>
                <a:gs pos="50000">
                  <a:srgbClr val="0A3258"/>
                </a:gs>
                <a:gs pos="100000">
                  <a:srgbClr val="0E3B69"/>
                </a:gs>
              </a:gsLst>
              <a:lin ang="16200000" scaled="0"/>
            </a:gradFill>
            <a:ln w="5715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  <a:effectLst>
              <a:outerShdw blurRad="50800" dist="38100" dir="10800000" algn="r" rotWithShape="0">
                <a:srgbClr val="000000">
                  <a:alpha val="40000"/>
                </a:srgbClr>
              </a:outerShdw>
            </a:effectLst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algn="l" marL="0" marR="0" lvl="0" indent="0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4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3" name="Google Shape;138;p29"/>
            <p:cNvSpPr txBox="1"/>
            <p:nvPr/>
          </p:nvSpPr>
          <p:spPr>
            <a:xfrm>
              <a:off x="1104806" y="11591409"/>
              <a:ext cx="1466700" cy="12006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pPr algn="ctr">
                <a:buSzPts val="8400"/>
              </a:pPr>
              <a:r>
                <a:rPr lang="en-IN" sz="7000" b="1" dirty="0">
                  <a:solidFill>
                    <a:schemeClr val="lt1"/>
                  </a:solidFill>
                  <a:latin typeface="Cambria"/>
                  <a:ea typeface="Cambria"/>
                  <a:sym typeface="Poppins"/>
                </a:rPr>
                <a:t>C</a:t>
              </a:r>
              <a:endParaRPr sz="7000" b="1" dirty="0">
                <a:solidFill>
                  <a:schemeClr val="lt1"/>
                </a:solidFill>
                <a:latin typeface="Cambria"/>
                <a:ea typeface="Cambria"/>
              </a:endParaRPr>
            </a:p>
          </p:txBody>
        </p:sp>
      </p:grpSp>
      <p:grpSp>
        <p:nvGrpSpPr>
          <p:cNvPr id="14" name="Group 1">
            <a:extLst>
              <a:ext uri="{FF2B5EF4-FFF2-40B4-BE49-F238E27FC236}">
                <a16:creationId xmlns:a16="http://schemas.microsoft.com/office/drawing/2014/main" id="{2EFF441D-B1EA-669C-64B0-91C1D604A467}"/>
              </a:ext>
            </a:extLst>
          </p:cNvPr>
          <p:cNvGrpSpPr/>
          <p:nvPr/>
        </p:nvGrpSpPr>
        <p:grpSpPr>
          <a:xfrm>
            <a:off x="1039499" y="17725140"/>
            <a:ext cx="1597200" cy="1597200"/>
            <a:chOff x="1039499" y="13898015"/>
            <a:chExt cx="1597200" cy="1597200"/>
          </a:xfrm>
        </p:grpSpPr>
        <p:sp>
          <p:nvSpPr>
            <p:cNvPr id="15" name="Google Shape;139;p29"/>
            <p:cNvSpPr/>
            <p:nvPr/>
          </p:nvSpPr>
          <p:spPr>
            <a:xfrm>
              <a:off x="1039499" y="13898015"/>
              <a:ext cx="1597200" cy="1597200"/>
            </a:xfrm>
            <a:prstGeom prst="ellipse">
              <a:avLst/>
            </a:prstGeom>
            <a:gradFill>
              <a:gsLst>
                <a:gs pos="0">
                  <a:srgbClr val="07213C"/>
                </a:gs>
                <a:gs pos="50000">
                  <a:srgbClr val="0A3258"/>
                </a:gs>
                <a:gs pos="100000">
                  <a:srgbClr val="0E3B69"/>
                </a:gs>
              </a:gsLst>
              <a:lin ang="16200000" scaled="0"/>
            </a:gradFill>
            <a:ln w="5715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  <a:effectLst>
              <a:outerShdw blurRad="50800" dist="38100" dir="10800000" algn="r" rotWithShape="0">
                <a:srgbClr val="000000">
                  <a:alpha val="40000"/>
                </a:srgbClr>
              </a:outerShdw>
            </a:effectLst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algn="l" marL="0" marR="0" lvl="0" indent="0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4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6" name="Google Shape;140;p29"/>
            <p:cNvSpPr txBox="1"/>
            <p:nvPr/>
          </p:nvSpPr>
          <p:spPr>
            <a:xfrm>
              <a:off x="1104806" y="14096520"/>
              <a:ext cx="1466700" cy="12006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pPr algn="ctr">
                <a:buSzPts val="8400"/>
              </a:pPr>
              <a:r>
                <a:rPr lang="en-IN" sz="7000" b="1" dirty="0">
                  <a:solidFill>
                    <a:schemeClr val="lt1"/>
                  </a:solidFill>
                  <a:latin typeface="Cambria"/>
                  <a:ea typeface="Cambria"/>
                  <a:sym typeface="Poppins"/>
                </a:rPr>
                <a:t>D</a:t>
              </a:r>
              <a:endParaRPr sz="7000" b="1" dirty="0">
                <a:solidFill>
                  <a:schemeClr val="lt1"/>
                </a:solidFill>
                <a:latin typeface="Cambria"/>
                <a:ea typeface="Cambria"/>
              </a:endParaRPr>
            </a:p>
          </p:txBody>
        </p:sp>
      </p:grpSp>
      <p:sp>
        <p:nvSpPr>
          <p:cNvPr id="17" name="Google Shape;130;p29">
            <a:extLst>
              <a:ext uri="{FF2B5EF4-FFF2-40B4-BE49-F238E27FC236}">
                <a16:creationId xmlns:a16="http://schemas.microsoft.com/office/drawing/2014/main" id="{359EC1B9-8B0A-CB48-A9AA-6F6EAF44500B}"/>
              </a:ext>
            </a:extLst>
          </p:cNvPr>
          <p:cNvSpPr txBox="1"/>
          <p:nvPr/>
        </p:nvSpPr>
        <p:spPr>
          <a:xfrm>
            <a:off x="3107605" y="13721051"/>
            <a:ext cx="32744401" cy="15973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algn="l" marL="0" indent="0">
              <a:buSzPts val="8400"/>
            </a:pPr>
            <a:r>
              <a:rPr lang="en-IN" sz="6000" b="1" dirty="0">
                <a:solidFill>
                  <a:schemeClr val="lt1"/>
                </a:solidFill>
                <a:latin typeface="Cambria"/>
                <a:ea typeface="Cambria"/>
                <a:sym typeface="Cambria"/>
              </a:rPr>
              <a:t>A-III, B-II, C-I, D-IV</a:t>
            </a:r>
            <a:endParaRPr sz="6000" b="1" dirty="0">
              <a:solidFill>
                <a:schemeClr val="lt1"/>
              </a:solidFill>
              <a:latin typeface="Cambria"/>
              <a:ea typeface="Cambria"/>
            </a:endParaRPr>
          </a:p>
        </p:txBody>
      </p:sp>
      <p:sp>
        <p:nvSpPr>
          <p:cNvPr id="18" name="Google Shape;130;p29">
            <a:extLst>
              <a:ext uri="{FF2B5EF4-FFF2-40B4-BE49-F238E27FC236}">
                <a16:creationId xmlns:a16="http://schemas.microsoft.com/office/drawing/2014/main" id="{7A900CAF-02A4-EA2C-D5AE-61E805D388DB}"/>
              </a:ext>
            </a:extLst>
          </p:cNvPr>
          <p:cNvSpPr txBox="1"/>
          <p:nvPr/>
        </p:nvSpPr>
        <p:spPr>
          <a:xfrm>
            <a:off x="3107605" y="15788366"/>
            <a:ext cx="32744401" cy="15973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algn="l" marL="0" indent="0">
              <a:buSzPts val="8400"/>
            </a:pPr>
            <a:r>
              <a:rPr lang="en-IN" sz="6000" b="1" dirty="0">
                <a:solidFill>
                  <a:schemeClr val="lt1"/>
                </a:solidFill>
                <a:latin typeface="Cambria"/>
                <a:ea typeface="Cambria"/>
                <a:sym typeface="Cambria"/>
              </a:rPr>
              <a:t>A-III, B-II, C-IV, D-I</a:t>
            </a:r>
            <a:endParaRPr sz="6000" b="1" dirty="0">
              <a:solidFill>
                <a:schemeClr val="lt1"/>
              </a:solidFill>
              <a:latin typeface="Cambria"/>
              <a:ea typeface="Cambria"/>
            </a:endParaRPr>
          </a:p>
        </p:txBody>
      </p:sp>
      <p:sp>
        <p:nvSpPr>
          <p:cNvPr id="19" name="Google Shape;130;p29">
            <a:extLst>
              <a:ext uri="{FF2B5EF4-FFF2-40B4-BE49-F238E27FC236}">
                <a16:creationId xmlns:a16="http://schemas.microsoft.com/office/drawing/2014/main" id="{14CC97B5-99F4-9A71-2E1A-0ED3B3F0A5F1}"/>
              </a:ext>
            </a:extLst>
          </p:cNvPr>
          <p:cNvSpPr txBox="1"/>
          <p:nvPr/>
        </p:nvSpPr>
        <p:spPr>
          <a:xfrm>
            <a:off x="3107605" y="17923645"/>
            <a:ext cx="32744401" cy="15973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algn="l" marL="0" indent="0">
              <a:buSzPts val="8400"/>
            </a:pPr>
            <a:r>
              <a:rPr lang="en-IN" sz="6000" b="1" dirty="0">
                <a:solidFill>
                  <a:schemeClr val="lt1"/>
                </a:solidFill>
                <a:latin typeface="Cambria"/>
                <a:ea typeface="Cambria"/>
                <a:sym typeface="Cambria"/>
              </a:rPr>
              <a:t>A-IV, B-II, C-I, D-III</a:t>
            </a:r>
            <a:endParaRPr sz="6000" b="1" dirty="0">
              <a:solidFill>
                <a:schemeClr val="lt1"/>
              </a:solidFill>
              <a:latin typeface="Cambria"/>
              <a:ea typeface="Cambria"/>
            </a:endParaRPr>
          </a:p>
        </p:txBody>
      </p:sp>
      <p:graphicFrame>
        <p:nvGraphicFramePr>
          <p:cNvPr id="20" name="ContentTable"/>
          <p:cNvGraphicFramePr>
            <a:graphicFrameLocks noGrp="1"/>
          </p:cNvGraphicFramePr>
          <p:nvPr/>
        </p:nvGraphicFramePr>
        <p:xfrm>
          <a:off x="1104806" y="5477029"/>
          <a:ext cx="34747200" cy="4576091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7373600"/>
                <a:gridCol w="17373600"/>
              </a:tblGrid>
              <a:tr h="915219">
                <a:tc>
                  <a:txBody>
                    <a:bodyPr/>
                    <a:lstStyle/>
                    <a:p>
                      <a:pPr algn="l" marL="0" marR="0" lvl="0" indent="0" rtl="0">
                        <a:lnSpc>
                          <a:spcPct val="110000"/>
                        </a:lnSpc>
                        <a:spcBef>
                          <a:spcPts val="60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buNone/>
                      </a:pPr>
                      <a:r>
                        <a:rPr lang="en-IN" sz="4000" b="1" i="0" u="none" strike="noStrike" cap="none" dirty="0">
                          <a:solidFill>
                            <a:schemeClr val="tx1"/>
                          </a:solidFill>
                          <a:latin typeface="Cambria"/>
                          <a:ea typeface="Cambria"/>
                          <a:sym typeface="Arial"/>
                        </a:rPr>
                        <a:t>List-I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marL="0" marR="0" lvl="0" indent="0" rtl="0">
                        <a:lnSpc>
                          <a:spcPct val="110000"/>
                        </a:lnSpc>
                        <a:spcBef>
                          <a:spcPts val="60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buNone/>
                      </a:pPr>
                      <a:r>
                        <a:rPr lang="en-IN" sz="4000" b="1" i="0" u="none" strike="noStrike" cap="none" dirty="0">
                          <a:solidFill>
                            <a:schemeClr val="tx1"/>
                          </a:solidFill>
                          <a:latin typeface="Cambria"/>
                          <a:ea typeface="Cambria"/>
                          <a:sym typeface="Arial"/>
                        </a:rPr>
                        <a:t>List-II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915218">
                <a:tc>
                  <a:txBody>
                    <a:bodyPr/>
                    <a:lstStyle/>
                    <a:p>
                      <a:pPr algn="l" marL="0" marR="0" lvl="0" indent="0" defTabSz="914400" rtl="0" eaLnBrk="1" fontAlgn="auto" latinLnBrk="0" hangingPunct="1">
                        <a:lnSpc>
                          <a:spcPct val="110000"/>
                        </a:lnSpc>
                        <a:spcBef>
                          <a:spcPts val="60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kumimoji="0" lang="en-IN" sz="4000" b="0" i="0" u="none" strike="noStrike" kern="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Cambria"/>
                          <a:ea typeface="Cambria"/>
                          <a:cs typeface="+mn-cs"/>
                          <a:sym typeface="Arial"/>
                        </a:rPr>
                        <a:t>A. </a:t>
                      </a:r>
                      <mc:AlternateContent xmlns:mc="http://schemas.openxmlformats.org/markup-compatibility/2006">
                        <mc:Choice xmlns:a14="http://schemas.microsoft.com/office/drawing/2010/main" Requires="a14">
                          <a14:m xmlns:m="http://schemas.openxmlformats.org/officeDocument/2006/math">
                            <m:oMath>
                              <m:r>
                                <a:rPr kumimoji="0" lang="en-IN" sz="4000" b="0" i="0" u="none" strike="noStrike" kern="0" cap="none" spc="0" normalizeH="0" baseline="0" noProof="0" dirty="0">
                                  <a:ln>
                                    <a:noFill/>
                                  </a:ln>
                                  <a:solidFill>
                                    <a:srgbClr val="000000"/>
                                  </a:solidFill>
                                  <a:effectLst/>
                                  <a:uLnTx/>
                                  <a:uFillTx/>
                                  <a:latin typeface="Cambria Math"/>
                                  <a:ea typeface="Cambria Math"/>
                                  <a:cs typeface="Cambria Math"/>
                                  <a:sym typeface="Cambria Math"/>
                                </a:rPr>
                                <m:t xml:space="preserve"> </m:t>
                              </m:r>
                              <m:sSub>
                                <m:sSubPr/>
                                <m:e>
                                  <m:r>
                                    <a:rPr kumimoji="0" lang="en-IN" sz="4000" b="0" i="0" u="none" strike="noStrike" kern="0" cap="none" spc="0" normalizeH="0" baseline="0" noProof="0" dirty="0">
                                      <a:ln>
                                        <a:noFill/>
                                      </a:ln>
                                      <a:solidFill>
                                        <a:srgbClr val="000000"/>
                                      </a:solidFill>
                                      <a:effectLst/>
                                      <a:uLnTx/>
                                      <a:uFillTx/>
                                      <a:latin typeface="Cambria Math"/>
                                      <a:ea typeface="Cambria Math"/>
                                      <a:cs typeface="Cambria Math"/>
                                      <a:sym typeface="Cambria Math"/>
                                    </a:rPr>
                                    <m:t xml:space="preserve">R</m:t>
                                  </m:r>
                                </m:e>
                                <m:sub>
                                  <m:r>
                                    <a:rPr kumimoji="0" lang="en-IN" sz="4000" b="0" i="0" u="none" strike="noStrike" kern="0" cap="none" spc="0" normalizeH="0" baseline="0" noProof="0" dirty="0">
                                      <a:ln>
                                        <a:noFill/>
                                      </a:ln>
                                      <a:solidFill>
                                        <a:srgbClr val="000000"/>
                                      </a:solidFill>
                                      <a:effectLst/>
                                      <a:uLnTx/>
                                      <a:uFillTx/>
                                      <a:latin typeface="Cambria Math"/>
                                      <a:ea typeface="Cambria Math"/>
                                      <a:cs typeface="Cambria Math"/>
                                      <a:sym typeface="Cambria Math"/>
                                    </a:rPr>
                                    <m:t xml:space="preserve">H</m:t>
                                  </m:r>
                                </m:sub>
                              </m:sSub>
                              <m:r>
                                <a:rPr kumimoji="0" lang="en-IN" sz="4000" b="0" i="0" u="none" strike="noStrike" kern="0" cap="none" spc="0" normalizeH="0" baseline="0" noProof="0" dirty="0">
                                  <a:ln>
                                    <a:noFill/>
                                  </a:ln>
                                  <a:solidFill>
                                    <a:srgbClr val="000000"/>
                                  </a:solidFill>
                                  <a:effectLst/>
                                  <a:uLnTx/>
                                  <a:uFillTx/>
                                  <a:latin typeface="Cambria Math"/>
                                  <a:ea typeface="Cambria Math"/>
                                  <a:cs typeface="Cambria Math"/>
                                  <a:sym typeface="Cambria Math"/>
                                </a:rPr>
                                <m:t xml:space="preserve"> </m:t>
                              </m:r>
                            </m:oMath>
                          </a14:m>
                        </mc:Choice>
                        <mc:Fallback>
                          <a:r>
                            <a:rPr kumimoji="0" lang="en-IN" sz="4000" b="0" i="0" u="none" strike="noStrike" kern="0" cap="none" spc="0" normalizeH="0" baseline="0" noProof="0" dirty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uLnTx/>
                              <a:uFillTx/>
                              <a:latin typeface="Cambria"/>
                              <a:ea typeface="Cambria"/>
                              <a:cs typeface="+mn-cs"/>
                              <a:sym typeface="Arial"/>
                            </a:rPr>
                            <a:t> R</a:t>
                          </a:r>
                          <a:r>
                            <a:rPr kumimoji="0" lang="en-IN" sz="2880" b="0" i="0" u="none" strike="noStrike" kern="0" cap="none" spc="0" normalizeH="0" baseline="-25000" noProof="0" dirty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uLnTx/>
                              <a:uFillTx/>
                              <a:latin typeface="Cambria"/>
                              <a:ea typeface="Cambria"/>
                              <a:cs typeface="+mn-cs"/>
                              <a:sym typeface="Arial"/>
                            </a:rPr>
                            <a:t>H</a:t>
                          </a:r>
                          <a:r>
                            <a:rPr kumimoji="0" lang="en-IN" sz="4000" b="0" i="0" u="none" strike="noStrike" kern="0" cap="none" spc="0" normalizeH="0" baseline="0" noProof="0" dirty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uLnTx/>
                              <a:uFillTx/>
                              <a:latin typeface="Cambria"/>
                              <a:ea typeface="Cambria"/>
                              <a:cs typeface="+mn-cs"/>
                              <a:sym typeface="Arial"/>
                            </a:rPr>
                            <a:t> </a:t>
                          </a:r>
                        </mc:Fallback>
                      </mc:AlternateContent>
                      <a:r>
                        <a:rPr kumimoji="0" lang="en-IN" sz="4000" b="0" i="0" u="none" strike="noStrike" kern="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Cambria"/>
                          <a:ea typeface="Cambria"/>
                          <a:cs typeface="+mn-cs"/>
                          <a:sym typeface="Arial"/>
                        </a:rPr>
                        <a:t> (Rydberg constant)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marL="0" marR="0" lvl="0" indent="0" defTabSz="914400" rtl="0" eaLnBrk="1" fontAlgn="auto" latinLnBrk="0" hangingPunct="1">
                        <a:lnSpc>
                          <a:spcPct val="110000"/>
                        </a:lnSpc>
                        <a:spcBef>
                          <a:spcPts val="60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kumimoji="0" lang="en-IN" sz="4000" b="0" i="0" u="none" strike="noStrike" kern="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Cambria"/>
                          <a:ea typeface="Cambria"/>
                          <a:cs typeface="+mn-cs"/>
                          <a:sym typeface="Arial"/>
                        </a:rPr>
                        <a:t>I. </a:t>
                      </a:r>
                      <mc:AlternateContent xmlns:mc="http://schemas.openxmlformats.org/markup-compatibility/2006">
                        <mc:Choice xmlns:a14="http://schemas.microsoft.com/office/drawing/2010/main" Requires="a14">
                          <a14:m xmlns:m="http://schemas.openxmlformats.org/officeDocument/2006/math">
                            <m:oMath>
                              <m:r>
                                <a:rPr kumimoji="0" lang="en-IN" sz="4000" b="0" i="0" u="none" strike="noStrike" kern="0" cap="none" spc="0" normalizeH="0" baseline="0" noProof="0" dirty="0">
                                  <a:ln>
                                    <a:noFill/>
                                  </a:ln>
                                  <a:solidFill>
                                    <a:srgbClr val="000000"/>
                                  </a:solidFill>
                                  <a:effectLst/>
                                  <a:uLnTx/>
                                  <a:uFillTx/>
                                  <a:latin typeface="Cambria Math"/>
                                  <a:ea typeface="Cambria Math"/>
                                  <a:cs typeface="Cambria Math"/>
                                  <a:sym typeface="Cambria Math"/>
                                </a:rPr>
                                <m:t xml:space="preserve"> kg  </m:t>
                              </m:r>
                              <m:sSup>
                                <m:sSupPr/>
                                <m:e>
                                  <m:r>
                                    <a:rPr kumimoji="0" lang="en-IN" sz="4000" b="0" i="0" u="none" strike="noStrike" kern="0" cap="none" spc="0" normalizeH="0" baseline="0" noProof="0" dirty="0">
                                      <a:ln>
                                        <a:noFill/>
                                      </a:ln>
                                      <a:solidFill>
                                        <a:srgbClr val="000000"/>
                                      </a:solidFill>
                                      <a:effectLst/>
                                      <a:uLnTx/>
                                      <a:uFillTx/>
                                      <a:latin typeface="Cambria Math"/>
                                      <a:ea typeface="Cambria Math"/>
                                      <a:cs typeface="Cambria Math"/>
                                      <a:sym typeface="Cambria Math"/>
                                    </a:rPr>
                                    <m:t xml:space="preserve">m</m:t>
                                  </m:r>
                                </m:e>
                                <m:sup>
                                  <m:r>
                                    <a:rPr kumimoji="0" lang="en-IN" sz="4000" b="0" i="0" u="none" strike="noStrike" kern="0" cap="none" spc="0" normalizeH="0" baseline="0" noProof="0" dirty="0">
                                      <a:ln>
                                        <a:noFill/>
                                      </a:ln>
                                      <a:solidFill>
                                        <a:srgbClr val="000000"/>
                                      </a:solidFill>
                                      <a:effectLst/>
                                      <a:uLnTx/>
                                      <a:uFillTx/>
                                      <a:latin typeface="Cambria Math"/>
                                      <a:ea typeface="Cambria Math"/>
                                      <a:cs typeface="Cambria Math"/>
                                      <a:sym typeface="Cambria Math"/>
                                    </a:rPr>
                                    <m:t xml:space="preserve">-1</m:t>
                                  </m:r>
                                </m:sup>
                              </m:sSup>
                              <m:r>
                                <a:rPr kumimoji="0" lang="en-IN" sz="4000" b="0" i="0" u="none" strike="noStrike" kern="0" cap="none" spc="0" normalizeH="0" baseline="0" noProof="0" dirty="0">
                                  <a:ln>
                                    <a:noFill/>
                                  </a:ln>
                                  <a:solidFill>
                                    <a:srgbClr val="000000"/>
                                  </a:solidFill>
                                  <a:effectLst/>
                                  <a:uLnTx/>
                                  <a:uFillTx/>
                                  <a:latin typeface="Cambria Math"/>
                                  <a:ea typeface="Cambria Math"/>
                                  <a:cs typeface="Cambria Math"/>
                                  <a:sym typeface="Cambria Math"/>
                                </a:rPr>
                                <m:t xml:space="preserve"> </m:t>
                              </m:r>
                              <m:sSup>
                                <m:sSupPr/>
                                <m:e>
                                  <m:r>
                                    <a:rPr kumimoji="0" lang="en-IN" sz="4000" b="0" i="0" u="none" strike="noStrike" kern="0" cap="none" spc="0" normalizeH="0" baseline="0" noProof="0" dirty="0">
                                      <a:ln>
                                        <a:noFill/>
                                      </a:ln>
                                      <a:solidFill>
                                        <a:srgbClr val="000000"/>
                                      </a:solidFill>
                                      <a:effectLst/>
                                      <a:uLnTx/>
                                      <a:uFillTx/>
                                      <a:latin typeface="Cambria Math"/>
                                      <a:ea typeface="Cambria Math"/>
                                      <a:cs typeface="Cambria Math"/>
                                      <a:sym typeface="Cambria Math"/>
                                    </a:rPr>
                                    <m:t xml:space="preserve">s</m:t>
                                  </m:r>
                                </m:e>
                                <m:sup>
                                  <m:r>
                                    <a:rPr kumimoji="0" lang="en-IN" sz="4000" b="0" i="0" u="none" strike="noStrike" kern="0" cap="none" spc="0" normalizeH="0" baseline="0" noProof="0" dirty="0">
                                      <a:ln>
                                        <a:noFill/>
                                      </a:ln>
                                      <a:solidFill>
                                        <a:srgbClr val="000000"/>
                                      </a:solidFill>
                                      <a:effectLst/>
                                      <a:uLnTx/>
                                      <a:uFillTx/>
                                      <a:latin typeface="Cambria Math"/>
                                      <a:ea typeface="Cambria Math"/>
                                      <a:cs typeface="Cambria Math"/>
                                      <a:sym typeface="Cambria Math"/>
                                    </a:rPr>
                                    <m:t xml:space="preserve">-1</m:t>
                                  </m:r>
                                </m:sup>
                              </m:sSup>
                              <m:r>
                                <a:rPr kumimoji="0" lang="en-IN" sz="4000" b="0" i="0" u="none" strike="noStrike" kern="0" cap="none" spc="0" normalizeH="0" baseline="0" noProof="0" dirty="0">
                                  <a:ln>
                                    <a:noFill/>
                                  </a:ln>
                                  <a:solidFill>
                                    <a:srgbClr val="000000"/>
                                  </a:solidFill>
                                  <a:effectLst/>
                                  <a:uLnTx/>
                                  <a:uFillTx/>
                                  <a:latin typeface="Cambria Math"/>
                                  <a:ea typeface="Cambria Math"/>
                                  <a:cs typeface="Cambria Math"/>
                                  <a:sym typeface="Cambria Math"/>
                                </a:rPr>
                                <m:t xml:space="preserve"> </m:t>
                              </m:r>
                            </m:oMath>
                          </a14:m>
                        </mc:Choice>
                        <mc:Fallback>
                          <a:r>
                            <a:rPr kumimoji="0" lang="en-IN" sz="4000" b="0" i="0" u="none" strike="noStrike" kern="0" cap="none" spc="0" normalizeH="0" baseline="0" noProof="0" dirty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uLnTx/>
                              <a:uFillTx/>
                              <a:latin typeface="Cambria"/>
                              <a:ea typeface="Cambria"/>
                              <a:cs typeface="+mn-cs"/>
                              <a:sym typeface="Arial"/>
                            </a:rPr>
                            <a:t> kg  m</a:t>
                          </a:r>
                          <a:r>
                            <a:rPr kumimoji="0" lang="en-IN" sz="2880" b="0" i="0" u="none" strike="noStrike" kern="0" cap="none" spc="0" normalizeH="0" baseline="52000" noProof="0" dirty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uLnTx/>
                              <a:uFillTx/>
                              <a:latin typeface="Cambria"/>
                              <a:ea typeface="Cambria"/>
                              <a:cs typeface="+mn-cs"/>
                              <a:sym typeface="Arial"/>
                            </a:rPr>
                            <a:t>-1</a:t>
                          </a:r>
                          <a:r>
                            <a:rPr kumimoji="0" lang="en-IN" sz="4000" b="0" i="0" u="none" strike="noStrike" kern="0" cap="none" spc="0" normalizeH="0" baseline="0" noProof="0" dirty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uLnTx/>
                              <a:uFillTx/>
                              <a:latin typeface="Cambria"/>
                              <a:ea typeface="Cambria"/>
                              <a:cs typeface="+mn-cs"/>
                              <a:sym typeface="Arial"/>
                            </a:rPr>
                            <a:t> s</a:t>
                          </a:r>
                          <a:r>
                            <a:rPr kumimoji="0" lang="en-IN" sz="2880" b="0" i="0" u="none" strike="noStrike" kern="0" cap="none" spc="0" normalizeH="0" baseline="52000" noProof="0" dirty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uLnTx/>
                              <a:uFillTx/>
                              <a:latin typeface="Cambria"/>
                              <a:ea typeface="Cambria"/>
                              <a:cs typeface="+mn-cs"/>
                              <a:sym typeface="Arial"/>
                            </a:rPr>
                            <a:t>-1</a:t>
                          </a:r>
                          <a:r>
                            <a:rPr kumimoji="0" lang="en-IN" sz="4000" b="0" i="0" u="none" strike="noStrike" kern="0" cap="none" spc="0" normalizeH="0" baseline="0" noProof="0" dirty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uLnTx/>
                              <a:uFillTx/>
                              <a:latin typeface="Cambria"/>
                              <a:ea typeface="Cambria"/>
                              <a:cs typeface="+mn-cs"/>
                              <a:sym typeface="Arial"/>
                            </a:rPr>
                            <a:t> </a:t>
                          </a:r>
                        </mc:Fallback>
                      </mc:AlternateContent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915218">
                <a:tc>
                  <a:txBody>
                    <a:bodyPr/>
                    <a:lstStyle/>
                    <a:p>
                      <a:pPr algn="l" marL="0" marR="0" lvl="0" indent="0" defTabSz="914400" rtl="0" eaLnBrk="1" fontAlgn="auto" latinLnBrk="0" hangingPunct="1">
                        <a:lnSpc>
                          <a:spcPct val="110000"/>
                        </a:lnSpc>
                        <a:spcBef>
                          <a:spcPts val="60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kumimoji="0" lang="en-IN" sz="4000" b="0" i="0" u="none" strike="noStrike" kern="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Cambria"/>
                          <a:ea typeface="Cambria"/>
                          <a:cs typeface="+mn-cs"/>
                          <a:sym typeface="Arial"/>
                        </a:rPr>
                        <a:t>B. h (Planck's constant)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marL="0" marR="0" lvl="0" indent="0" defTabSz="914400" rtl="0" eaLnBrk="1" fontAlgn="auto" latinLnBrk="0" hangingPunct="1">
                        <a:lnSpc>
                          <a:spcPct val="110000"/>
                        </a:lnSpc>
                        <a:spcBef>
                          <a:spcPts val="60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kumimoji="0" lang="en-IN" sz="4000" b="0" i="0" u="none" strike="noStrike" kern="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Cambria"/>
                          <a:ea typeface="Cambria"/>
                          <a:cs typeface="+mn-cs"/>
                          <a:sym typeface="Arial"/>
                        </a:rPr>
                        <a:t>II. </a:t>
                      </a:r>
                      <mc:AlternateContent xmlns:mc="http://schemas.openxmlformats.org/markup-compatibility/2006">
                        <mc:Choice xmlns:a14="http://schemas.microsoft.com/office/drawing/2010/main" Requires="a14">
                          <a14:m xmlns:m="http://schemas.openxmlformats.org/officeDocument/2006/math">
                            <m:oMath>
                              <m:r>
                                <a:rPr kumimoji="0" lang="en-IN" sz="4000" b="0" i="0" u="none" strike="noStrike" kern="0" cap="none" spc="0" normalizeH="0" baseline="0" noProof="0" dirty="0">
                                  <a:ln>
                                    <a:noFill/>
                                  </a:ln>
                                  <a:solidFill>
                                    <a:srgbClr val="000000"/>
                                  </a:solidFill>
                                  <a:effectLst/>
                                  <a:uLnTx/>
                                  <a:uFillTx/>
                                  <a:latin typeface="Cambria Math"/>
                                  <a:ea typeface="Cambria Math"/>
                                  <a:cs typeface="Cambria Math"/>
                                  <a:sym typeface="Cambria Math"/>
                                </a:rPr>
                                <m:t xml:space="preserve"> kg  </m:t>
                              </m:r>
                              <m:sSup>
                                <m:sSupPr/>
                                <m:e>
                                  <m:r>
                                    <a:rPr kumimoji="0" lang="en-IN" sz="4000" b="0" i="0" u="none" strike="noStrike" kern="0" cap="none" spc="0" normalizeH="0" baseline="0" noProof="0" dirty="0">
                                      <a:ln>
                                        <a:noFill/>
                                      </a:ln>
                                      <a:solidFill>
                                        <a:srgbClr val="000000"/>
                                      </a:solidFill>
                                      <a:effectLst/>
                                      <a:uLnTx/>
                                      <a:uFillTx/>
                                      <a:latin typeface="Cambria Math"/>
                                      <a:ea typeface="Cambria Math"/>
                                      <a:cs typeface="Cambria Math"/>
                                      <a:sym typeface="Cambria Math"/>
                                    </a:rPr>
                                    <m:t xml:space="preserve">m</m:t>
                                  </m:r>
                                </m:e>
                                <m:sup>
                                  <m:r>
                                    <a:rPr kumimoji="0" lang="en-IN" sz="4000" b="0" i="0" u="none" strike="noStrike" kern="0" cap="none" spc="0" normalizeH="0" baseline="0" noProof="0" dirty="0">
                                      <a:ln>
                                        <a:noFill/>
                                      </a:ln>
                                      <a:solidFill>
                                        <a:srgbClr val="000000"/>
                                      </a:solidFill>
                                      <a:effectLst/>
                                      <a:uLnTx/>
                                      <a:uFillTx/>
                                      <a:latin typeface="Cambria Math"/>
                                      <a:ea typeface="Cambria Math"/>
                                      <a:cs typeface="Cambria Math"/>
                                      <a:sym typeface="Cambria Math"/>
                                    </a:rPr>
                                    <m:t xml:space="preserve">2</m:t>
                                  </m:r>
                                </m:sup>
                              </m:sSup>
                              <m:r>
                                <a:rPr kumimoji="0" lang="en-IN" sz="4000" b="0" i="0" u="none" strike="noStrike" kern="0" cap="none" spc="0" normalizeH="0" baseline="0" noProof="0" dirty="0">
                                  <a:ln>
                                    <a:noFill/>
                                  </a:ln>
                                  <a:solidFill>
                                    <a:srgbClr val="000000"/>
                                  </a:solidFill>
                                  <a:effectLst/>
                                  <a:uLnTx/>
                                  <a:uFillTx/>
                                  <a:latin typeface="Cambria Math"/>
                                  <a:ea typeface="Cambria Math"/>
                                  <a:cs typeface="Cambria Math"/>
                                  <a:sym typeface="Cambria Math"/>
                                </a:rPr>
                                <m:t xml:space="preserve"> </m:t>
                              </m:r>
                              <m:sSup>
                                <m:sSupPr/>
                                <m:e>
                                  <m:r>
                                    <a:rPr kumimoji="0" lang="en-IN" sz="4000" b="0" i="0" u="none" strike="noStrike" kern="0" cap="none" spc="0" normalizeH="0" baseline="0" noProof="0" dirty="0">
                                      <a:ln>
                                        <a:noFill/>
                                      </a:ln>
                                      <a:solidFill>
                                        <a:srgbClr val="000000"/>
                                      </a:solidFill>
                                      <a:effectLst/>
                                      <a:uLnTx/>
                                      <a:uFillTx/>
                                      <a:latin typeface="Cambria Math"/>
                                      <a:ea typeface="Cambria Math"/>
                                      <a:cs typeface="Cambria Math"/>
                                      <a:sym typeface="Cambria Math"/>
                                    </a:rPr>
                                    <m:t xml:space="preserve">s</m:t>
                                  </m:r>
                                </m:e>
                                <m:sup>
                                  <m:r>
                                    <a:rPr kumimoji="0" lang="en-IN" sz="4000" b="0" i="0" u="none" strike="noStrike" kern="0" cap="none" spc="0" normalizeH="0" baseline="0" noProof="0" dirty="0">
                                      <a:ln>
                                        <a:noFill/>
                                      </a:ln>
                                      <a:solidFill>
                                        <a:srgbClr val="000000"/>
                                      </a:solidFill>
                                      <a:effectLst/>
                                      <a:uLnTx/>
                                      <a:uFillTx/>
                                      <a:latin typeface="Cambria Math"/>
                                      <a:ea typeface="Cambria Math"/>
                                      <a:cs typeface="Cambria Math"/>
                                      <a:sym typeface="Cambria Math"/>
                                    </a:rPr>
                                    <m:t xml:space="preserve">-1</m:t>
                                  </m:r>
                                </m:sup>
                              </m:sSup>
                              <m:r>
                                <a:rPr kumimoji="0" lang="en-IN" sz="4000" b="0" i="0" u="none" strike="noStrike" kern="0" cap="none" spc="0" normalizeH="0" baseline="0" noProof="0" dirty="0">
                                  <a:ln>
                                    <a:noFill/>
                                  </a:ln>
                                  <a:solidFill>
                                    <a:srgbClr val="000000"/>
                                  </a:solidFill>
                                  <a:effectLst/>
                                  <a:uLnTx/>
                                  <a:uFillTx/>
                                  <a:latin typeface="Cambria Math"/>
                                  <a:ea typeface="Cambria Math"/>
                                  <a:cs typeface="Cambria Math"/>
                                  <a:sym typeface="Cambria Math"/>
                                </a:rPr>
                                <m:t xml:space="preserve"> </m:t>
                              </m:r>
                            </m:oMath>
                          </a14:m>
                        </mc:Choice>
                        <mc:Fallback>
                          <a:r>
                            <a:rPr kumimoji="0" lang="en-IN" sz="4000" b="0" i="0" u="none" strike="noStrike" kern="0" cap="none" spc="0" normalizeH="0" baseline="0" noProof="0" dirty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uLnTx/>
                              <a:uFillTx/>
                              <a:latin typeface="Cambria"/>
                              <a:ea typeface="Cambria"/>
                              <a:cs typeface="+mn-cs"/>
                              <a:sym typeface="Arial"/>
                            </a:rPr>
                            <a:t> kg  m</a:t>
                          </a:r>
                          <a:r>
                            <a:rPr kumimoji="0" lang="en-IN" sz="2880" b="0" i="0" u="none" strike="noStrike" kern="0" cap="none" spc="0" normalizeH="0" baseline="52000" noProof="0" dirty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uLnTx/>
                              <a:uFillTx/>
                              <a:latin typeface="Cambria"/>
                              <a:ea typeface="Cambria"/>
                              <a:cs typeface="+mn-cs"/>
                              <a:sym typeface="Arial"/>
                            </a:rPr>
                            <a:t>2</a:t>
                          </a:r>
                          <a:r>
                            <a:rPr kumimoji="0" lang="en-IN" sz="4000" b="0" i="0" u="none" strike="noStrike" kern="0" cap="none" spc="0" normalizeH="0" baseline="0" noProof="0" dirty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uLnTx/>
                              <a:uFillTx/>
                              <a:latin typeface="Cambria"/>
                              <a:ea typeface="Cambria"/>
                              <a:cs typeface="+mn-cs"/>
                              <a:sym typeface="Arial"/>
                            </a:rPr>
                            <a:t> s</a:t>
                          </a:r>
                          <a:r>
                            <a:rPr kumimoji="0" lang="en-IN" sz="2880" b="0" i="0" u="none" strike="noStrike" kern="0" cap="none" spc="0" normalizeH="0" baseline="52000" noProof="0" dirty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uLnTx/>
                              <a:uFillTx/>
                              <a:latin typeface="Cambria"/>
                              <a:ea typeface="Cambria"/>
                              <a:cs typeface="+mn-cs"/>
                              <a:sym typeface="Arial"/>
                            </a:rPr>
                            <a:t>-1</a:t>
                          </a:r>
                          <a:r>
                            <a:rPr kumimoji="0" lang="en-IN" sz="4000" b="0" i="0" u="none" strike="noStrike" kern="0" cap="none" spc="0" normalizeH="0" baseline="0" noProof="0" dirty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uLnTx/>
                              <a:uFillTx/>
                              <a:latin typeface="Cambria"/>
                              <a:ea typeface="Cambria"/>
                              <a:cs typeface="+mn-cs"/>
                              <a:sym typeface="Arial"/>
                            </a:rPr>
                            <a:t> </a:t>
                          </a:r>
                        </mc:Fallback>
                      </mc:AlternateContent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915218">
                <a:tc>
                  <a:txBody>
                    <a:bodyPr/>
                    <a:lstStyle/>
                    <a:p>
                      <a:pPr algn="l" marL="0" marR="0" lvl="0" indent="0" defTabSz="914400" rtl="0" eaLnBrk="1" fontAlgn="auto" latinLnBrk="0" hangingPunct="1">
                        <a:lnSpc>
                          <a:spcPct val="110000"/>
                        </a:lnSpc>
                        <a:spcBef>
                          <a:spcPts val="60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kumimoji="0" lang="en-IN" sz="4000" b="0" i="0" u="none" strike="noStrike" kern="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Cambria"/>
                          <a:ea typeface="Cambria"/>
                          <a:cs typeface="+mn-cs"/>
                          <a:sym typeface="Arial"/>
                        </a:rPr>
                        <a:t>C. </a:t>
                      </a:r>
                      <mc:AlternateContent xmlns:mc="http://schemas.openxmlformats.org/markup-compatibility/2006">
                        <mc:Choice xmlns:a14="http://schemas.microsoft.com/office/drawing/2010/main" Requires="a14">
                          <a14:m xmlns:m="http://schemas.openxmlformats.org/officeDocument/2006/math">
                            <m:oMath>
                              <m:r>
                                <a:rPr kumimoji="0" lang="en-IN" sz="4000" b="0" i="0" u="none" strike="noStrike" kern="0" cap="none" spc="0" normalizeH="0" baseline="0" noProof="0" dirty="0">
                                  <a:ln>
                                    <a:noFill/>
                                  </a:ln>
                                  <a:solidFill>
                                    <a:srgbClr val="000000"/>
                                  </a:solidFill>
                                  <a:effectLst/>
                                  <a:uLnTx/>
                                  <a:uFillTx/>
                                  <a:latin typeface="Cambria Math"/>
                                  <a:ea typeface="Cambria Math"/>
                                  <a:cs typeface="Cambria Math"/>
                                  <a:sym typeface="Cambria Math"/>
                                </a:rPr>
                                <m:t xml:space="preserve"> </m:t>
                              </m:r>
                              <m:sSub>
                                <m:sSubPr/>
                                <m:e>
                                  <m:r>
                                    <a:rPr kumimoji="0" lang="en-IN" sz="4000" b="0" i="0" u="none" strike="noStrike" kern="0" cap="none" spc="0" normalizeH="0" baseline="0" noProof="0" dirty="0">
                                      <a:ln>
                                        <a:noFill/>
                                      </a:ln>
                                      <a:solidFill>
                                        <a:srgbClr val="000000"/>
                                      </a:solidFill>
                                      <a:effectLst/>
                                      <a:uLnTx/>
                                      <a:uFillTx/>
                                      <a:latin typeface="Cambria Math"/>
                                      <a:ea typeface="Cambria Math"/>
                                      <a:cs typeface="Cambria Math"/>
                                      <a:sym typeface="Cambria Math"/>
                                    </a:rPr>
                                    <m:t xml:space="preserve">μ</m:t>
                                  </m:r>
                                </m:e>
                                <m:sub>
                                  <m:r>
                                    <a:rPr kumimoji="0" lang="en-IN" sz="4000" b="0" i="0" u="none" strike="noStrike" kern="0" cap="none" spc="0" normalizeH="0" baseline="0" noProof="0" dirty="0">
                                      <a:ln>
                                        <a:noFill/>
                                      </a:ln>
                                      <a:solidFill>
                                        <a:srgbClr val="000000"/>
                                      </a:solidFill>
                                      <a:effectLst/>
                                      <a:uLnTx/>
                                      <a:uFillTx/>
                                      <a:latin typeface="Cambria Math"/>
                                      <a:ea typeface="Cambria Math"/>
                                      <a:cs typeface="Cambria Math"/>
                                      <a:sym typeface="Cambria Math"/>
                                    </a:rPr>
                                    <m:t xml:space="preserve">B</m:t>
                                  </m:r>
                                </m:sub>
                              </m:sSub>
                              <m:r>
                                <a:rPr kumimoji="0" lang="en-IN" sz="4000" b="0" i="0" u="none" strike="noStrike" kern="0" cap="none" spc="0" normalizeH="0" baseline="0" noProof="0" dirty="0">
                                  <a:ln>
                                    <a:noFill/>
                                  </a:ln>
                                  <a:solidFill>
                                    <a:srgbClr val="000000"/>
                                  </a:solidFill>
                                  <a:effectLst/>
                                  <a:uLnTx/>
                                  <a:uFillTx/>
                                  <a:latin typeface="Cambria Math"/>
                                  <a:ea typeface="Cambria Math"/>
                                  <a:cs typeface="Cambria Math"/>
                                  <a:sym typeface="Cambria Math"/>
                                </a:rPr>
                                <m:t xml:space="preserve"> </m:t>
                              </m:r>
                            </m:oMath>
                          </a14:m>
                        </mc:Choice>
                        <mc:Fallback>
                          <a:r>
                            <a:rPr kumimoji="0" lang="en-IN" sz="4000" b="0" i="0" u="none" strike="noStrike" kern="0" cap="none" spc="0" normalizeH="0" baseline="0" noProof="0" dirty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uLnTx/>
                              <a:uFillTx/>
                              <a:latin typeface="Cambria"/>
                              <a:ea typeface="Cambria"/>
                              <a:cs typeface="+mn-cs"/>
                              <a:sym typeface="Arial"/>
                            </a:rPr>
                            <a:t> </a:t>
                          </a:r>
                          <a:r>
                            <a:rPr kumimoji="0" lang="en-IN" sz="4000" b="0" i="0" u="none" strike="noStrike" kern="0" cap="none" spc="0" normalizeH="0" baseline="0" noProof="0" dirty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uLnTx/>
                              <a:uFillTx/>
                              <a:latin typeface="Arial"/>
                              <a:ea typeface="Arial"/>
                              <a:cs typeface="Arial"/>
                              <a:sym typeface="Arial"/>
                            </a:rPr>
                            <a:t>μ</a:t>
                          </a:r>
                          <a:r>
                            <a:rPr kumimoji="0" lang="en-IN" sz="2880" b="0" i="0" u="none" strike="noStrike" kern="0" cap="none" spc="0" normalizeH="0" baseline="-25000" noProof="0" dirty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uLnTx/>
                              <a:uFillTx/>
                              <a:latin typeface="Cambria"/>
                              <a:ea typeface="Cambria"/>
                              <a:cs typeface="+mn-cs"/>
                              <a:sym typeface="Arial"/>
                            </a:rPr>
                            <a:t>B</a:t>
                          </a:r>
                          <a:r>
                            <a:rPr kumimoji="0" lang="en-IN" sz="4000" b="0" i="0" u="none" strike="noStrike" kern="0" cap="none" spc="0" normalizeH="0" baseline="0" noProof="0" dirty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uLnTx/>
                              <a:uFillTx/>
                              <a:latin typeface="Cambria"/>
                              <a:ea typeface="Cambria"/>
                              <a:cs typeface="+mn-cs"/>
                              <a:sym typeface="Arial"/>
                            </a:rPr>
                            <a:t> </a:t>
                          </a:r>
                        </mc:Fallback>
                      </mc:AlternateContent>
                      <a:r>
                        <a:rPr kumimoji="0" lang="en-IN" sz="4000" b="0" i="0" u="none" strike="noStrike" kern="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Cambria"/>
                          <a:ea typeface="Cambria"/>
                          <a:cs typeface="+mn-cs"/>
                          <a:sym typeface="Arial"/>
                        </a:rPr>
                        <a:t> (Magnetic field energy density)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marL="0" marR="0" lvl="0" indent="0" defTabSz="914400" rtl="0" eaLnBrk="1" fontAlgn="auto" latinLnBrk="0" hangingPunct="1">
                        <a:lnSpc>
                          <a:spcPct val="110000"/>
                        </a:lnSpc>
                        <a:spcBef>
                          <a:spcPts val="60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kumimoji="0" lang="en-IN" sz="4000" b="0" i="0" u="none" strike="noStrike" kern="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Cambria"/>
                          <a:ea typeface="Cambria"/>
                          <a:cs typeface="+mn-cs"/>
                          <a:sym typeface="Arial"/>
                        </a:rPr>
                        <a:t>III. </a:t>
                      </a:r>
                      <mc:AlternateContent xmlns:mc="http://schemas.openxmlformats.org/markup-compatibility/2006">
                        <mc:Choice xmlns:a14="http://schemas.microsoft.com/office/drawing/2010/main" Requires="a14">
                          <a14:m xmlns:m="http://schemas.openxmlformats.org/officeDocument/2006/math">
                            <m:oMath>
                              <m:r>
                                <a:rPr kumimoji="0" lang="en-IN" sz="4000" b="0" i="0" u="none" strike="noStrike" kern="0" cap="none" spc="0" normalizeH="0" baseline="0" noProof="0" dirty="0">
                                  <a:ln>
                                    <a:noFill/>
                                  </a:ln>
                                  <a:solidFill>
                                    <a:srgbClr val="000000"/>
                                  </a:solidFill>
                                  <a:effectLst/>
                                  <a:uLnTx/>
                                  <a:uFillTx/>
                                  <a:latin typeface="Cambria Math"/>
                                  <a:ea typeface="Cambria Math"/>
                                  <a:cs typeface="Cambria Math"/>
                                  <a:sym typeface="Cambria Math"/>
                                </a:rPr>
                                <m:t xml:space="preserve"> </m:t>
                              </m:r>
                              <m:sSup>
                                <m:sSupPr/>
                                <m:e>
                                  <m:r>
                                    <a:rPr kumimoji="0" lang="en-IN" sz="4000" b="0" i="0" u="none" strike="noStrike" kern="0" cap="none" spc="0" normalizeH="0" baseline="0" noProof="0" dirty="0">
                                      <a:ln>
                                        <a:noFill/>
                                      </a:ln>
                                      <a:solidFill>
                                        <a:srgbClr val="000000"/>
                                      </a:solidFill>
                                      <a:effectLst/>
                                      <a:uLnTx/>
                                      <a:uFillTx/>
                                      <a:latin typeface="Cambria Math"/>
                                      <a:ea typeface="Cambria Math"/>
                                      <a:cs typeface="Cambria Math"/>
                                      <a:sym typeface="Cambria Math"/>
                                    </a:rPr>
                                    <m:t xml:space="preserve">m</m:t>
                                  </m:r>
                                </m:e>
                                <m:sup>
                                  <m:r>
                                    <a:rPr kumimoji="0" lang="en-IN" sz="4000" b="0" i="0" u="none" strike="noStrike" kern="0" cap="none" spc="0" normalizeH="0" baseline="0" noProof="0" dirty="0">
                                      <a:ln>
                                        <a:noFill/>
                                      </a:ln>
                                      <a:solidFill>
                                        <a:srgbClr val="000000"/>
                                      </a:solidFill>
                                      <a:effectLst/>
                                      <a:uLnTx/>
                                      <a:uFillTx/>
                                      <a:latin typeface="Cambria Math"/>
                                      <a:ea typeface="Cambria Math"/>
                                      <a:cs typeface="Cambria Math"/>
                                      <a:sym typeface="Cambria Math"/>
                                    </a:rPr>
                                    <m:t xml:space="preserve">-1</m:t>
                                  </m:r>
                                </m:sup>
                              </m:sSup>
                              <m:r>
                                <a:rPr kumimoji="0" lang="en-IN" sz="4000" b="0" i="0" u="none" strike="noStrike" kern="0" cap="none" spc="0" normalizeH="0" baseline="0" noProof="0" dirty="0">
                                  <a:ln>
                                    <a:noFill/>
                                  </a:ln>
                                  <a:solidFill>
                                    <a:srgbClr val="000000"/>
                                  </a:solidFill>
                                  <a:effectLst/>
                                  <a:uLnTx/>
                                  <a:uFillTx/>
                                  <a:latin typeface="Cambria Math"/>
                                  <a:ea typeface="Cambria Math"/>
                                  <a:cs typeface="Cambria Math"/>
                                  <a:sym typeface="Cambria Math"/>
                                </a:rPr>
                                <m:t xml:space="preserve"> </m:t>
                              </m:r>
                            </m:oMath>
                          </a14:m>
                        </mc:Choice>
                        <mc:Fallback>
                          <a:r>
                            <a:rPr kumimoji="0" lang="en-IN" sz="4000" b="0" i="0" u="none" strike="noStrike" kern="0" cap="none" spc="0" normalizeH="0" baseline="0" noProof="0" dirty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uLnTx/>
                              <a:uFillTx/>
                              <a:latin typeface="Cambria"/>
                              <a:ea typeface="Cambria"/>
                              <a:cs typeface="+mn-cs"/>
                              <a:sym typeface="Arial"/>
                            </a:rPr>
                            <a:t> m</a:t>
                          </a:r>
                          <a:r>
                            <a:rPr kumimoji="0" lang="en-IN" sz="2880" b="0" i="0" u="none" strike="noStrike" kern="0" cap="none" spc="0" normalizeH="0" baseline="52000" noProof="0" dirty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uLnTx/>
                              <a:uFillTx/>
                              <a:latin typeface="Cambria"/>
                              <a:ea typeface="Cambria"/>
                              <a:cs typeface="+mn-cs"/>
                              <a:sym typeface="Arial"/>
                            </a:rPr>
                            <a:t>-1</a:t>
                          </a:r>
                          <a:r>
                            <a:rPr kumimoji="0" lang="en-IN" sz="4000" b="0" i="0" u="none" strike="noStrike" kern="0" cap="none" spc="0" normalizeH="0" baseline="0" noProof="0" dirty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uLnTx/>
                              <a:uFillTx/>
                              <a:latin typeface="Cambria"/>
                              <a:ea typeface="Cambria"/>
                              <a:cs typeface="+mn-cs"/>
                              <a:sym typeface="Arial"/>
                            </a:rPr>
                            <a:t> </a:t>
                          </a:r>
                        </mc:Fallback>
                      </mc:AlternateContent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915218">
                <a:tc>
                  <a:txBody>
                    <a:bodyPr/>
                    <a:lstStyle/>
                    <a:p>
                      <a:pPr algn="l" marL="0" marR="0" lvl="0" indent="0" defTabSz="914400" rtl="0" eaLnBrk="1" fontAlgn="auto" latinLnBrk="0" hangingPunct="1">
                        <a:lnSpc>
                          <a:spcPct val="110000"/>
                        </a:lnSpc>
                        <a:spcBef>
                          <a:spcPts val="60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kumimoji="0" lang="en-IN" sz="4000" b="0" i="0" u="none" strike="noStrike" kern="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Cambria"/>
                          <a:ea typeface="Cambria"/>
                          <a:cs typeface="+mn-cs"/>
                          <a:sym typeface="Arial"/>
                        </a:rPr>
                        <a:t>D. </a:t>
                      </a:r>
                      <mc:AlternateContent xmlns:mc="http://schemas.openxmlformats.org/markup-compatibility/2006">
                        <mc:Choice xmlns:a14="http://schemas.microsoft.com/office/drawing/2010/main" Requires="a14">
                          <a14:m xmlns:m="http://schemas.openxmlformats.org/officeDocument/2006/math">
                            <m:oMath>
                              <m:r>
                                <a:rPr kumimoji="0" lang="en-IN" sz="4000" b="0" i="0" u="none" strike="noStrike" kern="0" cap="none" spc="0" normalizeH="0" baseline="0" noProof="0" dirty="0">
                                  <a:ln>
                                    <a:noFill/>
                                  </a:ln>
                                  <a:solidFill>
                                    <a:srgbClr val="000000"/>
                                  </a:solidFill>
                                  <a:effectLst/>
                                  <a:uLnTx/>
                                  <a:uFillTx/>
                                  <a:latin typeface="Cambria Math"/>
                                  <a:ea typeface="Cambria Math"/>
                                  <a:cs typeface="Cambria Math"/>
                                  <a:sym typeface="Cambria Math"/>
                                </a:rPr>
                                <m:t xml:space="preserve"> η </m:t>
                              </m:r>
                            </m:oMath>
                          </a14:m>
                        </mc:Choice>
                        <mc:Fallback>
                          <a:r>
                            <a:rPr kumimoji="0" lang="en-IN" sz="4000" b="0" i="0" u="none" strike="noStrike" kern="0" cap="none" spc="0" normalizeH="0" baseline="0" noProof="0" dirty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uLnTx/>
                              <a:uFillTx/>
                              <a:latin typeface="Cambria"/>
                              <a:ea typeface="Cambria"/>
                              <a:cs typeface="+mn-cs"/>
                              <a:sym typeface="Arial"/>
                            </a:rPr>
                            <a:t> </a:t>
                          </a:r>
                          <a:r>
                            <a:rPr kumimoji="0" lang="en-IN" sz="4000" b="0" i="0" u="none" strike="noStrike" kern="0" cap="none" spc="0" normalizeH="0" baseline="0" noProof="0" dirty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uLnTx/>
                              <a:uFillTx/>
                              <a:latin typeface="Arial"/>
                              <a:ea typeface="Arial"/>
                              <a:cs typeface="Arial"/>
                              <a:sym typeface="Arial"/>
                            </a:rPr>
                            <a:t>η</a:t>
                          </a:r>
                          <a:r>
                            <a:rPr kumimoji="0" lang="en-IN" sz="4000" b="0" i="0" u="none" strike="noStrike" kern="0" cap="none" spc="0" normalizeH="0" baseline="0" noProof="0" dirty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uLnTx/>
                              <a:uFillTx/>
                              <a:latin typeface="Cambria"/>
                              <a:ea typeface="Cambria"/>
                              <a:cs typeface="+mn-cs"/>
                              <a:sym typeface="Arial"/>
                            </a:rPr>
                            <a:t> </a:t>
                          </a:r>
                        </mc:Fallback>
                      </mc:AlternateContent>
                      <a:r>
                        <a:rPr kumimoji="0" lang="en-IN" sz="4000" b="0" i="0" u="none" strike="noStrike" kern="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Cambria"/>
                          <a:ea typeface="Cambria"/>
                          <a:cs typeface="+mn-cs"/>
                          <a:sym typeface="Arial"/>
                        </a:rPr>
                        <a:t>(coefficient of viscosity)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marL="0" marR="0" lvl="0" indent="0" defTabSz="914400" rtl="0" eaLnBrk="1" fontAlgn="auto" latinLnBrk="0" hangingPunct="1">
                        <a:lnSpc>
                          <a:spcPct val="110000"/>
                        </a:lnSpc>
                        <a:spcBef>
                          <a:spcPts val="60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kumimoji="0" lang="en-IN" sz="4000" b="0" i="0" u="none" strike="noStrike" kern="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Cambria"/>
                          <a:ea typeface="Cambria"/>
                          <a:cs typeface="+mn-cs"/>
                          <a:sym typeface="Arial"/>
                        </a:rPr>
                        <a:t>IV. </a:t>
                      </a:r>
                      <mc:AlternateContent xmlns:mc="http://schemas.openxmlformats.org/markup-compatibility/2006">
                        <mc:Choice xmlns:a14="http://schemas.microsoft.com/office/drawing/2010/main" Requires="a14">
                          <a14:m xmlns:m="http://schemas.openxmlformats.org/officeDocument/2006/math">
                            <m:oMath>
                              <m:r>
                                <a:rPr kumimoji="0" lang="en-IN" sz="4000" b="0" i="0" u="none" strike="noStrike" kern="0" cap="none" spc="0" normalizeH="0" baseline="0" noProof="0" dirty="0">
                                  <a:ln>
                                    <a:noFill/>
                                  </a:ln>
                                  <a:solidFill>
                                    <a:srgbClr val="000000"/>
                                  </a:solidFill>
                                  <a:effectLst/>
                                  <a:uLnTx/>
                                  <a:uFillTx/>
                                  <a:latin typeface="Cambria Math"/>
                                  <a:ea typeface="Cambria Math"/>
                                  <a:cs typeface="Cambria Math"/>
                                  <a:sym typeface="Cambria Math"/>
                                </a:rPr>
                                <m:t xml:space="preserve"> kg  </m:t>
                              </m:r>
                              <m:sSup>
                                <m:sSupPr/>
                                <m:e>
                                  <m:r>
                                    <a:rPr kumimoji="0" lang="en-IN" sz="4000" b="0" i="0" u="none" strike="noStrike" kern="0" cap="none" spc="0" normalizeH="0" baseline="0" noProof="0" dirty="0">
                                      <a:ln>
                                        <a:noFill/>
                                      </a:ln>
                                      <a:solidFill>
                                        <a:srgbClr val="000000"/>
                                      </a:solidFill>
                                      <a:effectLst/>
                                      <a:uLnTx/>
                                      <a:uFillTx/>
                                      <a:latin typeface="Cambria Math"/>
                                      <a:ea typeface="Cambria Math"/>
                                      <a:cs typeface="Cambria Math"/>
                                      <a:sym typeface="Cambria Math"/>
                                    </a:rPr>
                                    <m:t xml:space="preserve">m</m:t>
                                  </m:r>
                                </m:e>
                                <m:sup>
                                  <m:r>
                                    <a:rPr kumimoji="0" lang="en-IN" sz="4000" b="0" i="0" u="none" strike="noStrike" kern="0" cap="none" spc="0" normalizeH="0" baseline="0" noProof="0" dirty="0">
                                      <a:ln>
                                        <a:noFill/>
                                      </a:ln>
                                      <a:solidFill>
                                        <a:srgbClr val="000000"/>
                                      </a:solidFill>
                                      <a:effectLst/>
                                      <a:uLnTx/>
                                      <a:uFillTx/>
                                      <a:latin typeface="Cambria Math"/>
                                      <a:ea typeface="Cambria Math"/>
                                      <a:cs typeface="Cambria Math"/>
                                      <a:sym typeface="Cambria Math"/>
                                    </a:rPr>
                                    <m:t xml:space="preserve">-1</m:t>
                                  </m:r>
                                </m:sup>
                              </m:sSup>
                              <m:r>
                                <a:rPr kumimoji="0" lang="en-IN" sz="4000" b="0" i="0" u="none" strike="noStrike" kern="0" cap="none" spc="0" normalizeH="0" baseline="0" noProof="0" dirty="0">
                                  <a:ln>
                                    <a:noFill/>
                                  </a:ln>
                                  <a:solidFill>
                                    <a:srgbClr val="000000"/>
                                  </a:solidFill>
                                  <a:effectLst/>
                                  <a:uLnTx/>
                                  <a:uFillTx/>
                                  <a:latin typeface="Cambria Math"/>
                                  <a:ea typeface="Cambria Math"/>
                                  <a:cs typeface="Cambria Math"/>
                                  <a:sym typeface="Cambria Math"/>
                                </a:rPr>
                                <m:t xml:space="preserve"> </m:t>
                              </m:r>
                              <m:sSup>
                                <m:sSupPr/>
                                <m:e>
                                  <m:r>
                                    <a:rPr kumimoji="0" lang="en-IN" sz="4000" b="0" i="0" u="none" strike="noStrike" kern="0" cap="none" spc="0" normalizeH="0" baseline="0" noProof="0" dirty="0">
                                      <a:ln>
                                        <a:noFill/>
                                      </a:ln>
                                      <a:solidFill>
                                        <a:srgbClr val="000000"/>
                                      </a:solidFill>
                                      <a:effectLst/>
                                      <a:uLnTx/>
                                      <a:uFillTx/>
                                      <a:latin typeface="Cambria Math"/>
                                      <a:ea typeface="Cambria Math"/>
                                      <a:cs typeface="Cambria Math"/>
                                      <a:sym typeface="Cambria Math"/>
                                    </a:rPr>
                                    <m:t xml:space="preserve">s</m:t>
                                  </m:r>
                                </m:e>
                                <m:sup>
                                  <m:r>
                                    <a:rPr kumimoji="0" lang="en-IN" sz="4000" b="0" i="0" u="none" strike="noStrike" kern="0" cap="none" spc="0" normalizeH="0" baseline="0" noProof="0" dirty="0">
                                      <a:ln>
                                        <a:noFill/>
                                      </a:ln>
                                      <a:solidFill>
                                        <a:srgbClr val="000000"/>
                                      </a:solidFill>
                                      <a:effectLst/>
                                      <a:uLnTx/>
                                      <a:uFillTx/>
                                      <a:latin typeface="Cambria Math"/>
                                      <a:ea typeface="Cambria Math"/>
                                      <a:cs typeface="Cambria Math"/>
                                      <a:sym typeface="Cambria Math"/>
                                    </a:rPr>
                                    <m:t xml:space="preserve">-2</m:t>
                                  </m:r>
                                </m:sup>
                              </m:sSup>
                              <m:r>
                                <a:rPr kumimoji="0" lang="en-IN" sz="4000" b="0" i="0" u="none" strike="noStrike" kern="0" cap="none" spc="0" normalizeH="0" baseline="0" noProof="0" dirty="0">
                                  <a:ln>
                                    <a:noFill/>
                                  </a:ln>
                                  <a:solidFill>
                                    <a:srgbClr val="000000"/>
                                  </a:solidFill>
                                  <a:effectLst/>
                                  <a:uLnTx/>
                                  <a:uFillTx/>
                                  <a:latin typeface="Cambria Math"/>
                                  <a:ea typeface="Cambria Math"/>
                                  <a:cs typeface="Cambria Math"/>
                                  <a:sym typeface="Cambria Math"/>
                                </a:rPr>
                                <m:t xml:space="preserve"> </m:t>
                              </m:r>
                            </m:oMath>
                          </a14:m>
                        </mc:Choice>
                        <mc:Fallback>
                          <a:r>
                            <a:rPr kumimoji="0" lang="en-IN" sz="4000" b="0" i="0" u="none" strike="noStrike" kern="0" cap="none" spc="0" normalizeH="0" baseline="0" noProof="0" dirty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uLnTx/>
                              <a:uFillTx/>
                              <a:latin typeface="Cambria"/>
                              <a:ea typeface="Cambria"/>
                              <a:cs typeface="+mn-cs"/>
                              <a:sym typeface="Arial"/>
                            </a:rPr>
                            <a:t> kg  m</a:t>
                          </a:r>
                          <a:r>
                            <a:rPr kumimoji="0" lang="en-IN" sz="2880" b="0" i="0" u="none" strike="noStrike" kern="0" cap="none" spc="0" normalizeH="0" baseline="52000" noProof="0" dirty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uLnTx/>
                              <a:uFillTx/>
                              <a:latin typeface="Cambria"/>
                              <a:ea typeface="Cambria"/>
                              <a:cs typeface="+mn-cs"/>
                              <a:sym typeface="Arial"/>
                            </a:rPr>
                            <a:t>-1</a:t>
                          </a:r>
                          <a:r>
                            <a:rPr kumimoji="0" lang="en-IN" sz="4000" b="0" i="0" u="none" strike="noStrike" kern="0" cap="none" spc="0" normalizeH="0" baseline="0" noProof="0" dirty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uLnTx/>
                              <a:uFillTx/>
                              <a:latin typeface="Cambria"/>
                              <a:ea typeface="Cambria"/>
                              <a:cs typeface="+mn-cs"/>
                              <a:sym typeface="Arial"/>
                            </a:rPr>
                            <a:t> s</a:t>
                          </a:r>
                          <a:r>
                            <a:rPr kumimoji="0" lang="en-IN" sz="2880" b="0" i="0" u="none" strike="noStrike" kern="0" cap="none" spc="0" normalizeH="0" baseline="52000" noProof="0" dirty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uLnTx/>
                              <a:uFillTx/>
                              <a:latin typeface="Cambria"/>
                              <a:ea typeface="Cambria"/>
                              <a:cs typeface="+mn-cs"/>
                              <a:sym typeface="Arial"/>
                            </a:rPr>
                            <a:t>-2</a:t>
                          </a:r>
                          <a:r>
                            <a:rPr kumimoji="0" lang="en-IN" sz="4000" b="0" i="0" u="none" strike="noStrike" kern="0" cap="none" spc="0" normalizeH="0" baseline="0" noProof="0" dirty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uLnTx/>
                              <a:uFillTx/>
                              <a:latin typeface="Cambria"/>
                              <a:ea typeface="Cambria"/>
                              <a:cs typeface="+mn-cs"/>
                              <a:sym typeface="Arial"/>
                            </a:rPr>
                            <a:t> </a:t>
                          </a:r>
                        </mc:Fallback>
                      </mc:AlternateContent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</p:spTree>
  </p:cSld>
  <p:clrMapOvr>
    <a:masterClrMapping/>
  </p:clrMapOvr>
  <p:transition spd="slow">
    <p:push/>
  </p:transition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Google Shape;129;p29"/>
          <p:cNvSpPr txBox="1"/>
          <p:nvPr/>
        </p:nvSpPr>
        <p:spPr>
          <a:xfrm>
            <a:off x="1104806" y="2396709"/>
            <a:ext cx="34747200" cy="25603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algn="l" marL="0" lvl="0" indent="0">
              <a:buSzPts val="8400"/>
              <a:buFont typeface="Arial"/>
              <a:buNone/>
            </a:pPr>
            <a:r>
              <a:rPr lang="en-IN" sz="6000" b="1" dirty="0">
                <a:solidFill>
                  <a:schemeClr val="lt1"/>
                </a:solidFill>
                <a:latin typeface="Cambria"/>
                <a:ea typeface="Cambria"/>
                <a:sym typeface="Cambria"/>
              </a:rPr>
              <a:t>5. If E and H represents the intensity of electric field and magnetising field respectively, then the unit of E/H will be: [27 Aug, 2021 (Shift-I)]</a:t>
            </a:r>
          </a:p>
        </p:txBody>
      </p:sp>
      <p:sp>
        <p:nvSpPr>
          <p:cNvPr id="3" name="Google Shape;130;p29"/>
          <p:cNvSpPr txBox="1"/>
          <p:nvPr/>
        </p:nvSpPr>
        <p:spPr>
          <a:xfrm>
            <a:off x="3107605" y="6567818"/>
            <a:ext cx="32744401" cy="15973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algn="l" marL="0" indent="0">
              <a:buSzPts val="8400"/>
            </a:pPr>
            <a:r>
              <a:rPr lang="en-IN" sz="6000" b="1" dirty="0">
                <a:solidFill>
                  <a:schemeClr val="lt1"/>
                </a:solidFill>
                <a:latin typeface="Cambria"/>
                <a:ea typeface="Cambria"/>
                <a:sym typeface="Cambria"/>
              </a:rPr>
              <a:t>Joule</a:t>
            </a:r>
            <a:endParaRPr sz="6000" b="1" dirty="0">
              <a:solidFill>
                <a:schemeClr val="lt1"/>
              </a:solidFill>
              <a:latin typeface="Cambria"/>
              <a:ea typeface="Cambria"/>
            </a:endParaRPr>
          </a:p>
        </p:txBody>
      </p:sp>
      <p:sp>
        <p:nvSpPr>
          <p:cNvPr id="4" name="Google Shape;131;p29"/>
          <p:cNvSpPr/>
          <p:nvPr/>
        </p:nvSpPr>
        <p:spPr>
          <a:xfrm>
            <a:off x="-1864528" y="681774"/>
            <a:ext cx="7081988" cy="1569660"/>
          </a:xfrm>
          <a:prstGeom prst="roundRect">
            <a:avLst>
              <a:gd name="adj" fmla="val 50000"/>
            </a:avLst>
          </a:prstGeom>
          <a:gradFill>
            <a:gsLst>
              <a:gs pos="0">
                <a:srgbClr val="07213C"/>
              </a:gs>
              <a:gs pos="50000">
                <a:srgbClr val="0A3258"/>
              </a:gs>
              <a:gs pos="100000">
                <a:srgbClr val="0E3B69"/>
              </a:gs>
            </a:gsLst>
            <a:lin ang="16200000" scaled="0"/>
          </a:gradFill>
          <a:ln w="57150" cap="flat" cmpd="sng">
            <a:solidFill>
              <a:schemeClr val="lt1"/>
            </a:solidFill>
            <a:prstDash val="solid"/>
            <a:round/>
            <a:headEnd type="none" w="sm" len="sm"/>
            <a:tailEnd type="none" w="sm" len="sm"/>
          </a:ln>
          <a:effectLst>
            <a:outerShdw blurRad="50800" dist="38100" dir="10800000" algn="r" rotWithShape="0">
              <a:srgbClr val="000000">
                <a:alpha val="40000"/>
              </a:srgb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algn="l" marL="0" marR="0" lvl="0" indent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8400" b="1" i="0" u="none" strike="noStrike" cap="none">
              <a:solidFill>
                <a:schemeClr val="lt1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5" name="Google Shape;132;p29"/>
          <p:cNvSpPr txBox="1"/>
          <p:nvPr/>
        </p:nvSpPr>
        <p:spPr>
          <a:xfrm>
            <a:off x="1039500" y="827049"/>
            <a:ext cx="4562190" cy="101562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algn="l">
              <a:buSzPts val="8400"/>
            </a:pPr>
            <a:r>
              <a:rPr lang="en-IN" sz="6000" b="1" dirty="0">
                <a:solidFill>
                  <a:schemeClr val="lt1"/>
                </a:solidFill>
                <a:latin typeface="Cambria"/>
                <a:ea typeface="Cambria"/>
                <a:sym typeface="Cambria"/>
              </a:rPr>
              <a:t>Question</a:t>
            </a:r>
            <a:endParaRPr sz="6000" b="1" dirty="0">
              <a:solidFill>
                <a:schemeClr val="lt1"/>
              </a:solidFill>
              <a:latin typeface="Cambria"/>
              <a:ea typeface="Cambria"/>
            </a:endParaRPr>
          </a:p>
        </p:txBody>
      </p:sp>
      <p:sp>
        <p:nvSpPr>
          <p:cNvPr id="6" name="Google Shape;133;p29"/>
          <p:cNvSpPr/>
          <p:nvPr/>
        </p:nvSpPr>
        <p:spPr>
          <a:xfrm>
            <a:off x="1039499" y="6277029"/>
            <a:ext cx="1597200" cy="1597200"/>
          </a:xfrm>
          <a:prstGeom prst="ellipse">
            <a:avLst/>
          </a:prstGeom>
          <a:gradFill>
            <a:gsLst>
              <a:gs pos="0">
                <a:srgbClr val="07213C"/>
              </a:gs>
              <a:gs pos="50000">
                <a:srgbClr val="0A3258"/>
              </a:gs>
              <a:gs pos="100000">
                <a:srgbClr val="0E3B69"/>
              </a:gs>
            </a:gsLst>
            <a:lin ang="16200000" scaled="0"/>
          </a:gradFill>
          <a:ln w="57150" cap="flat" cmpd="sng">
            <a:solidFill>
              <a:schemeClr val="lt1"/>
            </a:solidFill>
            <a:prstDash val="solid"/>
            <a:round/>
            <a:headEnd type="none" w="sm" len="sm"/>
            <a:tailEnd type="none" w="sm" len="sm"/>
          </a:ln>
          <a:effectLst>
            <a:outerShdw blurRad="50800" dist="38100" dir="10800000" algn="r" rotWithShape="0">
              <a:srgbClr val="000000">
                <a:alpha val="40000"/>
              </a:srgb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algn="l" marL="0" marR="0" lvl="0" indent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400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" name="Google Shape;134;p29"/>
          <p:cNvSpPr txBox="1"/>
          <p:nvPr/>
        </p:nvSpPr>
        <p:spPr>
          <a:xfrm>
            <a:off x="1104807" y="6475534"/>
            <a:ext cx="1466700" cy="116951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lvl="0" indent="0" algn="ctr">
              <a:buSzPts val="8400"/>
              <a:buFont typeface="Arial"/>
              <a:buNone/>
            </a:pPr>
            <a:r>
              <a:rPr lang="en-IN" sz="7000" b="1" dirty="0">
                <a:solidFill>
                  <a:schemeClr val="lt1"/>
                </a:solidFill>
                <a:latin typeface="Cambria"/>
                <a:ea typeface="Cambria"/>
                <a:sym typeface="Poppins"/>
              </a:rPr>
              <a:t>A</a:t>
            </a:r>
            <a:endParaRPr sz="7000" b="1" dirty="0">
              <a:solidFill>
                <a:schemeClr val="lt1"/>
              </a:solidFill>
              <a:latin typeface="Cambria"/>
              <a:ea typeface="Cambria"/>
            </a:endParaRPr>
          </a:p>
        </p:txBody>
      </p:sp>
      <p:grpSp>
        <p:nvGrpSpPr>
          <p:cNvPr id="8" name="Group 3">
            <a:extLst>
              <a:ext uri="{FF2B5EF4-FFF2-40B4-BE49-F238E27FC236}">
                <a16:creationId xmlns:a16="http://schemas.microsoft.com/office/drawing/2014/main" id="{E7A8D3A8-3CB4-6749-CCFA-38CA3F055B3C}"/>
              </a:ext>
            </a:extLst>
          </p:cNvPr>
          <p:cNvGrpSpPr/>
          <p:nvPr/>
        </p:nvGrpSpPr>
        <p:grpSpPr>
          <a:xfrm>
            <a:off x="1039499" y="8394369"/>
            <a:ext cx="1597200" cy="1597200"/>
            <a:chOff x="1039499" y="8887793"/>
            <a:chExt cx="1597200" cy="1597200"/>
          </a:xfrm>
        </p:grpSpPr>
        <p:sp>
          <p:nvSpPr>
            <p:cNvPr id="9" name="Google Shape;135;p29"/>
            <p:cNvSpPr/>
            <p:nvPr/>
          </p:nvSpPr>
          <p:spPr>
            <a:xfrm>
              <a:off x="1039499" y="8887793"/>
              <a:ext cx="1597200" cy="1597200"/>
            </a:xfrm>
            <a:prstGeom prst="ellipse">
              <a:avLst/>
            </a:prstGeom>
            <a:gradFill>
              <a:gsLst>
                <a:gs pos="0">
                  <a:srgbClr val="07213C"/>
                </a:gs>
                <a:gs pos="50000">
                  <a:srgbClr val="0A3258"/>
                </a:gs>
                <a:gs pos="100000">
                  <a:srgbClr val="0E3B69"/>
                </a:gs>
              </a:gsLst>
              <a:lin ang="16200000" scaled="0"/>
            </a:gradFill>
            <a:ln w="5715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  <a:effectLst>
              <a:outerShdw blurRad="50800" dist="38100" dir="10800000" algn="r" rotWithShape="0">
                <a:srgbClr val="000000">
                  <a:alpha val="40000"/>
                </a:srgbClr>
              </a:outerShdw>
            </a:effectLst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algn="l" marL="0" marR="0" lvl="0" indent="0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4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0" name="Google Shape;136;p29"/>
            <p:cNvSpPr txBox="1"/>
            <p:nvPr/>
          </p:nvSpPr>
          <p:spPr>
            <a:xfrm>
              <a:off x="1104806" y="9086298"/>
              <a:ext cx="1466700" cy="12006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pPr algn="ctr">
                <a:buSzPts val="8400"/>
              </a:pPr>
              <a:r>
                <a:rPr lang="en-IN" sz="7000" b="1" dirty="0">
                  <a:solidFill>
                    <a:schemeClr val="lt1"/>
                  </a:solidFill>
                  <a:latin typeface="Cambria"/>
                  <a:ea typeface="Cambria"/>
                  <a:sym typeface="Poppins"/>
                </a:rPr>
                <a:t>B</a:t>
              </a:r>
              <a:endParaRPr sz="7000" b="1" dirty="0">
                <a:solidFill>
                  <a:schemeClr val="lt1"/>
                </a:solidFill>
                <a:latin typeface="Cambria"/>
                <a:ea typeface="Cambria"/>
              </a:endParaRPr>
            </a:p>
          </p:txBody>
        </p:sp>
      </p:grpSp>
      <p:grpSp>
        <p:nvGrpSpPr>
          <p:cNvPr id="11" name="Group 2">
            <a:extLst>
              <a:ext uri="{FF2B5EF4-FFF2-40B4-BE49-F238E27FC236}">
                <a16:creationId xmlns:a16="http://schemas.microsoft.com/office/drawing/2014/main" id="{1929EFE0-7899-C986-6D22-F9305746025F}"/>
              </a:ext>
            </a:extLst>
          </p:cNvPr>
          <p:cNvGrpSpPr/>
          <p:nvPr/>
        </p:nvGrpSpPr>
        <p:grpSpPr>
          <a:xfrm>
            <a:off x="1039499" y="10511709"/>
            <a:ext cx="1597200" cy="1597200"/>
            <a:chOff x="1039499" y="11392904"/>
            <a:chExt cx="1597200" cy="1597200"/>
          </a:xfrm>
        </p:grpSpPr>
        <p:sp>
          <p:nvSpPr>
            <p:cNvPr id="12" name="Google Shape;137;p29"/>
            <p:cNvSpPr/>
            <p:nvPr/>
          </p:nvSpPr>
          <p:spPr>
            <a:xfrm>
              <a:off x="1039499" y="11392904"/>
              <a:ext cx="1597200" cy="1597200"/>
            </a:xfrm>
            <a:prstGeom prst="ellipse">
              <a:avLst/>
            </a:prstGeom>
            <a:gradFill>
              <a:gsLst>
                <a:gs pos="0">
                  <a:srgbClr val="07213C"/>
                </a:gs>
                <a:gs pos="50000">
                  <a:srgbClr val="0A3258"/>
                </a:gs>
                <a:gs pos="100000">
                  <a:srgbClr val="0E3B69"/>
                </a:gs>
              </a:gsLst>
              <a:lin ang="16200000" scaled="0"/>
            </a:gradFill>
            <a:ln w="5715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  <a:effectLst>
              <a:outerShdw blurRad="50800" dist="38100" dir="10800000" algn="r" rotWithShape="0">
                <a:srgbClr val="000000">
                  <a:alpha val="40000"/>
                </a:srgbClr>
              </a:outerShdw>
            </a:effectLst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algn="l" marL="0" marR="0" lvl="0" indent="0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4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3" name="Google Shape;138;p29"/>
            <p:cNvSpPr txBox="1"/>
            <p:nvPr/>
          </p:nvSpPr>
          <p:spPr>
            <a:xfrm>
              <a:off x="1104806" y="11591409"/>
              <a:ext cx="1466700" cy="12006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pPr algn="ctr">
                <a:buSzPts val="8400"/>
              </a:pPr>
              <a:r>
                <a:rPr lang="en-IN" sz="7000" b="1" dirty="0">
                  <a:solidFill>
                    <a:schemeClr val="lt1"/>
                  </a:solidFill>
                  <a:latin typeface="Cambria"/>
                  <a:ea typeface="Cambria"/>
                  <a:sym typeface="Poppins"/>
                </a:rPr>
                <a:t>C</a:t>
              </a:r>
              <a:endParaRPr sz="7000" b="1" dirty="0">
                <a:solidFill>
                  <a:schemeClr val="lt1"/>
                </a:solidFill>
                <a:latin typeface="Cambria"/>
                <a:ea typeface="Cambria"/>
              </a:endParaRPr>
            </a:p>
          </p:txBody>
        </p:sp>
      </p:grpSp>
      <p:grpSp>
        <p:nvGrpSpPr>
          <p:cNvPr id="14" name="Group 1">
            <a:extLst>
              <a:ext uri="{FF2B5EF4-FFF2-40B4-BE49-F238E27FC236}">
                <a16:creationId xmlns:a16="http://schemas.microsoft.com/office/drawing/2014/main" id="{2EFF441D-B1EA-669C-64B0-91C1D604A467}"/>
              </a:ext>
            </a:extLst>
          </p:cNvPr>
          <p:cNvGrpSpPr/>
          <p:nvPr/>
        </p:nvGrpSpPr>
        <p:grpSpPr>
          <a:xfrm>
            <a:off x="1039499" y="12629049"/>
            <a:ext cx="1597200" cy="1597200"/>
            <a:chOff x="1039499" y="13898015"/>
            <a:chExt cx="1597200" cy="1597200"/>
          </a:xfrm>
        </p:grpSpPr>
        <p:sp>
          <p:nvSpPr>
            <p:cNvPr id="15" name="Google Shape;139;p29"/>
            <p:cNvSpPr/>
            <p:nvPr/>
          </p:nvSpPr>
          <p:spPr>
            <a:xfrm>
              <a:off x="1039499" y="13898015"/>
              <a:ext cx="1597200" cy="1597200"/>
            </a:xfrm>
            <a:prstGeom prst="ellipse">
              <a:avLst/>
            </a:prstGeom>
            <a:gradFill>
              <a:gsLst>
                <a:gs pos="0">
                  <a:srgbClr val="07213C"/>
                </a:gs>
                <a:gs pos="50000">
                  <a:srgbClr val="0A3258"/>
                </a:gs>
                <a:gs pos="100000">
                  <a:srgbClr val="0E3B69"/>
                </a:gs>
              </a:gsLst>
              <a:lin ang="16200000" scaled="0"/>
            </a:gradFill>
            <a:ln w="5715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  <a:effectLst>
              <a:outerShdw blurRad="50800" dist="38100" dir="10800000" algn="r" rotWithShape="0">
                <a:srgbClr val="000000">
                  <a:alpha val="40000"/>
                </a:srgbClr>
              </a:outerShdw>
            </a:effectLst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algn="l" marL="0" marR="0" lvl="0" indent="0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4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6" name="Google Shape;140;p29"/>
            <p:cNvSpPr txBox="1"/>
            <p:nvPr/>
          </p:nvSpPr>
          <p:spPr>
            <a:xfrm>
              <a:off x="1104806" y="14096520"/>
              <a:ext cx="1466700" cy="12006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pPr algn="ctr">
                <a:buSzPts val="8400"/>
              </a:pPr>
              <a:r>
                <a:rPr lang="en-IN" sz="7000" b="1" dirty="0">
                  <a:solidFill>
                    <a:schemeClr val="lt1"/>
                  </a:solidFill>
                  <a:latin typeface="Cambria"/>
                  <a:ea typeface="Cambria"/>
                  <a:sym typeface="Poppins"/>
                </a:rPr>
                <a:t>D</a:t>
              </a:r>
              <a:endParaRPr sz="7000" b="1" dirty="0">
                <a:solidFill>
                  <a:schemeClr val="lt1"/>
                </a:solidFill>
                <a:latin typeface="Cambria"/>
                <a:ea typeface="Cambria"/>
              </a:endParaRPr>
            </a:p>
          </p:txBody>
        </p:sp>
      </p:grpSp>
      <p:sp>
        <p:nvSpPr>
          <p:cNvPr id="17" name="Google Shape;130;p29">
            <a:extLst>
              <a:ext uri="{FF2B5EF4-FFF2-40B4-BE49-F238E27FC236}">
                <a16:creationId xmlns:a16="http://schemas.microsoft.com/office/drawing/2014/main" id="{359EC1B9-8B0A-CB48-A9AA-6F6EAF44500B}"/>
              </a:ext>
            </a:extLst>
          </p:cNvPr>
          <p:cNvSpPr txBox="1"/>
          <p:nvPr/>
        </p:nvSpPr>
        <p:spPr>
          <a:xfrm>
            <a:off x="3107605" y="8624960"/>
            <a:ext cx="32744401" cy="15973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algn="l" marL="0" indent="0">
              <a:buSzPts val="8400"/>
            </a:pPr>
            <a:r>
              <a:rPr lang="en-IN" sz="6000" b="1" dirty="0">
                <a:solidFill>
                  <a:schemeClr val="lt1"/>
                </a:solidFill>
                <a:latin typeface="Cambria"/>
                <a:ea typeface="Cambria"/>
                <a:sym typeface="Cambria"/>
              </a:rPr>
              <a:t>Newton</a:t>
            </a:r>
            <a:endParaRPr sz="6000" b="1" dirty="0">
              <a:solidFill>
                <a:schemeClr val="lt1"/>
              </a:solidFill>
              <a:latin typeface="Cambria"/>
              <a:ea typeface="Cambria"/>
            </a:endParaRPr>
          </a:p>
        </p:txBody>
      </p:sp>
      <p:sp>
        <p:nvSpPr>
          <p:cNvPr id="18" name="Google Shape;130;p29">
            <a:extLst>
              <a:ext uri="{FF2B5EF4-FFF2-40B4-BE49-F238E27FC236}">
                <a16:creationId xmlns:a16="http://schemas.microsoft.com/office/drawing/2014/main" id="{7A900CAF-02A4-EA2C-D5AE-61E805D388DB}"/>
              </a:ext>
            </a:extLst>
          </p:cNvPr>
          <p:cNvSpPr txBox="1"/>
          <p:nvPr/>
        </p:nvSpPr>
        <p:spPr>
          <a:xfrm>
            <a:off x="3107605" y="10692275"/>
            <a:ext cx="32744401" cy="15973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algn="l" marL="0" indent="0">
              <a:buSzPts val="8400"/>
            </a:pPr>
            <a:r>
              <a:rPr lang="en-IN" sz="6000" b="1" dirty="0">
                <a:solidFill>
                  <a:schemeClr val="lt1"/>
                </a:solidFill>
                <a:latin typeface="Cambria"/>
                <a:ea typeface="Cambria"/>
                <a:sym typeface="Cambria"/>
              </a:rPr>
              <a:t>Ohm</a:t>
            </a:r>
            <a:endParaRPr sz="6000" b="1" dirty="0">
              <a:solidFill>
                <a:schemeClr val="lt1"/>
              </a:solidFill>
              <a:latin typeface="Cambria"/>
              <a:ea typeface="Cambria"/>
            </a:endParaRPr>
          </a:p>
        </p:txBody>
      </p:sp>
      <p:sp>
        <p:nvSpPr>
          <p:cNvPr id="19" name="Google Shape;130;p29">
            <a:extLst>
              <a:ext uri="{FF2B5EF4-FFF2-40B4-BE49-F238E27FC236}">
                <a16:creationId xmlns:a16="http://schemas.microsoft.com/office/drawing/2014/main" id="{14CC97B5-99F4-9A71-2E1A-0ED3B3F0A5F1}"/>
              </a:ext>
            </a:extLst>
          </p:cNvPr>
          <p:cNvSpPr txBox="1"/>
          <p:nvPr/>
        </p:nvSpPr>
        <p:spPr>
          <a:xfrm>
            <a:off x="3107605" y="12827554"/>
            <a:ext cx="32744401" cy="15973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algn="l" marL="0" indent="0">
              <a:buSzPts val="8400"/>
            </a:pPr>
            <a:r>
              <a:rPr lang="en-IN" sz="6000" b="1" dirty="0">
                <a:solidFill>
                  <a:schemeClr val="lt1"/>
                </a:solidFill>
                <a:latin typeface="Cambria"/>
                <a:ea typeface="Cambria"/>
                <a:sym typeface="Cambria"/>
              </a:rPr>
              <a:t>Mho</a:t>
            </a:r>
            <a:endParaRPr sz="6000" b="1" dirty="0">
              <a:solidFill>
                <a:schemeClr val="lt1"/>
              </a:solidFill>
              <a:latin typeface="Cambria"/>
              <a:ea typeface="Cambria"/>
            </a:endParaRPr>
          </a:p>
        </p:txBody>
      </p:sp>
    </p:spTree>
  </p:cSld>
  <p:clrMapOvr>
    <a:masterClrMapping/>
  </p:clrMapOvr>
  <p:transition spd="slow">
    <p:push/>
  </p:transition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Google Shape;129;p29"/>
          <p:cNvSpPr txBox="1"/>
          <p:nvPr/>
        </p:nvSpPr>
        <p:spPr>
          <a:xfrm>
            <a:off x="1104806" y="2396709"/>
            <a:ext cx="34747200" cy="34747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algn="l" marL="0" lvl="0" indent="0">
              <a:buSzPts val="8400"/>
              <a:buFont typeface="Arial"/>
              <a:buNone/>
            </a:pPr>
            <a:r>
              <a:rPr lang="en-IN" sz="6000" b="1" dirty="0">
                <a:solidFill>
                  <a:schemeClr val="lt1"/>
                </a:solidFill>
                <a:latin typeface="Cambria"/>
                <a:ea typeface="Cambria"/>
                <a:sym typeface="Cambria"/>
              </a:rPr>
              <a:t>6. The density of a material in SI units is 128 kg </a:t>
            </a:r>
            <mc:AlternateContent xmlns:mc="http://schemas.openxmlformats.org/markup-compatibility/2006">
              <mc:Choice xmlns:a14="http://schemas.microsoft.com/office/drawing/2010/main" Requires="a14">
                <a14:m xmlns:m="http://schemas.openxmlformats.org/officeDocument/2006/math">
                  <m:oMath>
                    <m:sSup>
                      <m:sSupPr/>
                      <m:e>
                        <m:r>
                          <a:rPr lang="en-IN" sz="6000" b="1" dirty="0">
                            <a:solidFill>
                              <a:schemeClr val="lt1"/>
                            </a:solidFill>
                            <a:latin typeface="Cambria Math"/>
                            <a:ea typeface="Cambria Math"/>
                            <a:sym typeface="Cambria Math"/>
                          </a:rPr>
                          <m:t xml:space="preserve">m</m:t>
                        </m:r>
                      </m:e>
                      <m:sup>
                        <m:r>
                          <a:rPr lang="en-IN" sz="6000" b="1" dirty="0">
                            <a:solidFill>
                              <a:schemeClr val="lt1"/>
                            </a:solidFill>
                            <a:latin typeface="Cambria Math"/>
                            <a:ea typeface="Cambria Math"/>
                            <a:sym typeface="Cambria Math"/>
                          </a:rPr>
                          <m:t xml:space="preserve">-3</m:t>
                        </m:r>
                      </m:sup>
                    </m:sSup>
                  </m:oMath>
                </a14:m>
              </mc:Choice>
              <mc:Fallback>
                <a:r>
                  <a:rPr lang="en-IN" sz="6000" b="1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m</a:t>
                </a:r>
                <a:r>
                  <a:rPr baseline="52000" lang="en-IN" sz="4320" b="1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-3</a:t>
                </a:r>
              </mc:Fallback>
            </mc:AlternateContent>
            <a:r>
              <a:rPr lang="en-IN" sz="6000" b="1" dirty="0">
                <a:solidFill>
                  <a:schemeClr val="lt1"/>
                </a:solidFill>
                <a:latin typeface="Cambria"/>
                <a:ea typeface="Cambria"/>
                <a:sym typeface="Cambria"/>
              </a:rPr>
              <a:t>. In certain units in which the unit of length is 25 cm and the unit of mass 50 g, the numerical value of density of the material is [10 Jan, 2019 (Shift-I)]</a:t>
            </a:r>
          </a:p>
        </p:txBody>
      </p:sp>
      <p:sp>
        <p:nvSpPr>
          <p:cNvPr id="3" name="Google Shape;130;p29"/>
          <p:cNvSpPr txBox="1"/>
          <p:nvPr/>
        </p:nvSpPr>
        <p:spPr>
          <a:xfrm>
            <a:off x="3107605" y="7482218"/>
            <a:ext cx="32744401" cy="15973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algn="l" marL="0" indent="0">
              <a:buSzPts val="8400"/>
            </a:pPr>
            <a:r>
              <a:rPr lang="en-IN" sz="6000" b="1" dirty="0">
                <a:solidFill>
                  <a:schemeClr val="lt1"/>
                </a:solidFill>
                <a:latin typeface="Cambria"/>
                <a:ea typeface="Cambria"/>
                <a:sym typeface="Cambria"/>
              </a:rPr>
              <a:t>40</a:t>
            </a:r>
            <a:endParaRPr sz="6000" b="1" dirty="0">
              <a:solidFill>
                <a:schemeClr val="lt1"/>
              </a:solidFill>
              <a:latin typeface="Cambria"/>
              <a:ea typeface="Cambria"/>
            </a:endParaRPr>
          </a:p>
        </p:txBody>
      </p:sp>
      <p:sp>
        <p:nvSpPr>
          <p:cNvPr id="4" name="Google Shape;131;p29"/>
          <p:cNvSpPr/>
          <p:nvPr/>
        </p:nvSpPr>
        <p:spPr>
          <a:xfrm>
            <a:off x="-1864528" y="681774"/>
            <a:ext cx="7081988" cy="1569660"/>
          </a:xfrm>
          <a:prstGeom prst="roundRect">
            <a:avLst>
              <a:gd name="adj" fmla="val 50000"/>
            </a:avLst>
          </a:prstGeom>
          <a:gradFill>
            <a:gsLst>
              <a:gs pos="0">
                <a:srgbClr val="07213C"/>
              </a:gs>
              <a:gs pos="50000">
                <a:srgbClr val="0A3258"/>
              </a:gs>
              <a:gs pos="100000">
                <a:srgbClr val="0E3B69"/>
              </a:gs>
            </a:gsLst>
            <a:lin ang="16200000" scaled="0"/>
          </a:gradFill>
          <a:ln w="57150" cap="flat" cmpd="sng">
            <a:solidFill>
              <a:schemeClr val="lt1"/>
            </a:solidFill>
            <a:prstDash val="solid"/>
            <a:round/>
            <a:headEnd type="none" w="sm" len="sm"/>
            <a:tailEnd type="none" w="sm" len="sm"/>
          </a:ln>
          <a:effectLst>
            <a:outerShdw blurRad="50800" dist="38100" dir="10800000" algn="r" rotWithShape="0">
              <a:srgbClr val="000000">
                <a:alpha val="40000"/>
              </a:srgb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algn="l" marL="0" marR="0" lvl="0" indent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8400" b="1" i="0" u="none" strike="noStrike" cap="none">
              <a:solidFill>
                <a:schemeClr val="lt1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5" name="Google Shape;132;p29"/>
          <p:cNvSpPr txBox="1"/>
          <p:nvPr/>
        </p:nvSpPr>
        <p:spPr>
          <a:xfrm>
            <a:off x="1039500" y="827049"/>
            <a:ext cx="4562190" cy="101562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algn="l">
              <a:buSzPts val="8400"/>
            </a:pPr>
            <a:r>
              <a:rPr lang="en-IN" sz="6000" b="1" dirty="0">
                <a:solidFill>
                  <a:schemeClr val="lt1"/>
                </a:solidFill>
                <a:latin typeface="Cambria"/>
                <a:ea typeface="Cambria"/>
                <a:sym typeface="Cambria"/>
              </a:rPr>
              <a:t>Question</a:t>
            </a:r>
            <a:endParaRPr sz="6000" b="1" dirty="0">
              <a:solidFill>
                <a:schemeClr val="lt1"/>
              </a:solidFill>
              <a:latin typeface="Cambria"/>
              <a:ea typeface="Cambria"/>
            </a:endParaRPr>
          </a:p>
        </p:txBody>
      </p:sp>
      <p:sp>
        <p:nvSpPr>
          <p:cNvPr id="6" name="Google Shape;133;p29"/>
          <p:cNvSpPr/>
          <p:nvPr/>
        </p:nvSpPr>
        <p:spPr>
          <a:xfrm>
            <a:off x="1039499" y="7191429"/>
            <a:ext cx="1597200" cy="1597200"/>
          </a:xfrm>
          <a:prstGeom prst="ellipse">
            <a:avLst/>
          </a:prstGeom>
          <a:gradFill>
            <a:gsLst>
              <a:gs pos="0">
                <a:srgbClr val="07213C"/>
              </a:gs>
              <a:gs pos="50000">
                <a:srgbClr val="0A3258"/>
              </a:gs>
              <a:gs pos="100000">
                <a:srgbClr val="0E3B69"/>
              </a:gs>
            </a:gsLst>
            <a:lin ang="16200000" scaled="0"/>
          </a:gradFill>
          <a:ln w="57150" cap="flat" cmpd="sng">
            <a:solidFill>
              <a:schemeClr val="lt1"/>
            </a:solidFill>
            <a:prstDash val="solid"/>
            <a:round/>
            <a:headEnd type="none" w="sm" len="sm"/>
            <a:tailEnd type="none" w="sm" len="sm"/>
          </a:ln>
          <a:effectLst>
            <a:outerShdw blurRad="50800" dist="38100" dir="10800000" algn="r" rotWithShape="0">
              <a:srgbClr val="000000">
                <a:alpha val="40000"/>
              </a:srgb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algn="l" marL="0" marR="0" lvl="0" indent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400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" name="Google Shape;134;p29"/>
          <p:cNvSpPr txBox="1"/>
          <p:nvPr/>
        </p:nvSpPr>
        <p:spPr>
          <a:xfrm>
            <a:off x="1104807" y="7389934"/>
            <a:ext cx="1466700" cy="116951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lvl="0" indent="0" algn="ctr">
              <a:buSzPts val="8400"/>
              <a:buFont typeface="Arial"/>
              <a:buNone/>
            </a:pPr>
            <a:r>
              <a:rPr lang="en-IN" sz="7000" b="1" dirty="0">
                <a:solidFill>
                  <a:schemeClr val="lt1"/>
                </a:solidFill>
                <a:latin typeface="Cambria"/>
                <a:ea typeface="Cambria"/>
                <a:sym typeface="Poppins"/>
              </a:rPr>
              <a:t>A</a:t>
            </a:r>
            <a:endParaRPr sz="7000" b="1" dirty="0">
              <a:solidFill>
                <a:schemeClr val="lt1"/>
              </a:solidFill>
              <a:latin typeface="Cambria"/>
              <a:ea typeface="Cambria"/>
            </a:endParaRPr>
          </a:p>
        </p:txBody>
      </p:sp>
      <p:grpSp>
        <p:nvGrpSpPr>
          <p:cNvPr id="8" name="Group 3">
            <a:extLst>
              <a:ext uri="{FF2B5EF4-FFF2-40B4-BE49-F238E27FC236}">
                <a16:creationId xmlns:a16="http://schemas.microsoft.com/office/drawing/2014/main" id="{E7A8D3A8-3CB4-6749-CCFA-38CA3F055B3C}"/>
              </a:ext>
            </a:extLst>
          </p:cNvPr>
          <p:cNvGrpSpPr/>
          <p:nvPr/>
        </p:nvGrpSpPr>
        <p:grpSpPr>
          <a:xfrm>
            <a:off x="1039499" y="9308769"/>
            <a:ext cx="1597200" cy="1597200"/>
            <a:chOff x="1039499" y="8887793"/>
            <a:chExt cx="1597200" cy="1597200"/>
          </a:xfrm>
        </p:grpSpPr>
        <p:sp>
          <p:nvSpPr>
            <p:cNvPr id="9" name="Google Shape;135;p29"/>
            <p:cNvSpPr/>
            <p:nvPr/>
          </p:nvSpPr>
          <p:spPr>
            <a:xfrm>
              <a:off x="1039499" y="8887793"/>
              <a:ext cx="1597200" cy="1597200"/>
            </a:xfrm>
            <a:prstGeom prst="ellipse">
              <a:avLst/>
            </a:prstGeom>
            <a:gradFill>
              <a:gsLst>
                <a:gs pos="0">
                  <a:srgbClr val="07213C"/>
                </a:gs>
                <a:gs pos="50000">
                  <a:srgbClr val="0A3258"/>
                </a:gs>
                <a:gs pos="100000">
                  <a:srgbClr val="0E3B69"/>
                </a:gs>
              </a:gsLst>
              <a:lin ang="16200000" scaled="0"/>
            </a:gradFill>
            <a:ln w="5715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  <a:effectLst>
              <a:outerShdw blurRad="50800" dist="38100" dir="10800000" algn="r" rotWithShape="0">
                <a:srgbClr val="000000">
                  <a:alpha val="40000"/>
                </a:srgbClr>
              </a:outerShdw>
            </a:effectLst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algn="l" marL="0" marR="0" lvl="0" indent="0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4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0" name="Google Shape;136;p29"/>
            <p:cNvSpPr txBox="1"/>
            <p:nvPr/>
          </p:nvSpPr>
          <p:spPr>
            <a:xfrm>
              <a:off x="1104806" y="9086298"/>
              <a:ext cx="1466700" cy="12006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pPr algn="ctr">
                <a:buSzPts val="8400"/>
              </a:pPr>
              <a:r>
                <a:rPr lang="en-IN" sz="7000" b="1" dirty="0">
                  <a:solidFill>
                    <a:schemeClr val="lt1"/>
                  </a:solidFill>
                  <a:latin typeface="Cambria"/>
                  <a:ea typeface="Cambria"/>
                  <a:sym typeface="Poppins"/>
                </a:rPr>
                <a:t>B</a:t>
              </a:r>
              <a:endParaRPr sz="7000" b="1" dirty="0">
                <a:solidFill>
                  <a:schemeClr val="lt1"/>
                </a:solidFill>
                <a:latin typeface="Cambria"/>
                <a:ea typeface="Cambria"/>
              </a:endParaRPr>
            </a:p>
          </p:txBody>
        </p:sp>
      </p:grpSp>
      <p:grpSp>
        <p:nvGrpSpPr>
          <p:cNvPr id="11" name="Group 2">
            <a:extLst>
              <a:ext uri="{FF2B5EF4-FFF2-40B4-BE49-F238E27FC236}">
                <a16:creationId xmlns:a16="http://schemas.microsoft.com/office/drawing/2014/main" id="{1929EFE0-7899-C986-6D22-F9305746025F}"/>
              </a:ext>
            </a:extLst>
          </p:cNvPr>
          <p:cNvGrpSpPr/>
          <p:nvPr/>
        </p:nvGrpSpPr>
        <p:grpSpPr>
          <a:xfrm>
            <a:off x="1039499" y="11426109"/>
            <a:ext cx="1597200" cy="1597200"/>
            <a:chOff x="1039499" y="11392904"/>
            <a:chExt cx="1597200" cy="1597200"/>
          </a:xfrm>
        </p:grpSpPr>
        <p:sp>
          <p:nvSpPr>
            <p:cNvPr id="12" name="Google Shape;137;p29"/>
            <p:cNvSpPr/>
            <p:nvPr/>
          </p:nvSpPr>
          <p:spPr>
            <a:xfrm>
              <a:off x="1039499" y="11392904"/>
              <a:ext cx="1597200" cy="1597200"/>
            </a:xfrm>
            <a:prstGeom prst="ellipse">
              <a:avLst/>
            </a:prstGeom>
            <a:gradFill>
              <a:gsLst>
                <a:gs pos="0">
                  <a:srgbClr val="07213C"/>
                </a:gs>
                <a:gs pos="50000">
                  <a:srgbClr val="0A3258"/>
                </a:gs>
                <a:gs pos="100000">
                  <a:srgbClr val="0E3B69"/>
                </a:gs>
              </a:gsLst>
              <a:lin ang="16200000" scaled="0"/>
            </a:gradFill>
            <a:ln w="5715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  <a:effectLst>
              <a:outerShdw blurRad="50800" dist="38100" dir="10800000" algn="r" rotWithShape="0">
                <a:srgbClr val="000000">
                  <a:alpha val="40000"/>
                </a:srgbClr>
              </a:outerShdw>
            </a:effectLst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algn="l" marL="0" marR="0" lvl="0" indent="0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4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3" name="Google Shape;138;p29"/>
            <p:cNvSpPr txBox="1"/>
            <p:nvPr/>
          </p:nvSpPr>
          <p:spPr>
            <a:xfrm>
              <a:off x="1104806" y="11591409"/>
              <a:ext cx="1466700" cy="12006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pPr algn="ctr">
                <a:buSzPts val="8400"/>
              </a:pPr>
              <a:r>
                <a:rPr lang="en-IN" sz="7000" b="1" dirty="0">
                  <a:solidFill>
                    <a:schemeClr val="lt1"/>
                  </a:solidFill>
                  <a:latin typeface="Cambria"/>
                  <a:ea typeface="Cambria"/>
                  <a:sym typeface="Poppins"/>
                </a:rPr>
                <a:t>C</a:t>
              </a:r>
              <a:endParaRPr sz="7000" b="1" dirty="0">
                <a:solidFill>
                  <a:schemeClr val="lt1"/>
                </a:solidFill>
                <a:latin typeface="Cambria"/>
                <a:ea typeface="Cambria"/>
              </a:endParaRPr>
            </a:p>
          </p:txBody>
        </p:sp>
      </p:grpSp>
      <p:grpSp>
        <p:nvGrpSpPr>
          <p:cNvPr id="14" name="Group 1">
            <a:extLst>
              <a:ext uri="{FF2B5EF4-FFF2-40B4-BE49-F238E27FC236}">
                <a16:creationId xmlns:a16="http://schemas.microsoft.com/office/drawing/2014/main" id="{2EFF441D-B1EA-669C-64B0-91C1D604A467}"/>
              </a:ext>
            </a:extLst>
          </p:cNvPr>
          <p:cNvGrpSpPr/>
          <p:nvPr/>
        </p:nvGrpSpPr>
        <p:grpSpPr>
          <a:xfrm>
            <a:off x="1039499" y="13543449"/>
            <a:ext cx="1597200" cy="1597200"/>
            <a:chOff x="1039499" y="13898015"/>
            <a:chExt cx="1597200" cy="1597200"/>
          </a:xfrm>
        </p:grpSpPr>
        <p:sp>
          <p:nvSpPr>
            <p:cNvPr id="15" name="Google Shape;139;p29"/>
            <p:cNvSpPr/>
            <p:nvPr/>
          </p:nvSpPr>
          <p:spPr>
            <a:xfrm>
              <a:off x="1039499" y="13898015"/>
              <a:ext cx="1597200" cy="1597200"/>
            </a:xfrm>
            <a:prstGeom prst="ellipse">
              <a:avLst/>
            </a:prstGeom>
            <a:gradFill>
              <a:gsLst>
                <a:gs pos="0">
                  <a:srgbClr val="07213C"/>
                </a:gs>
                <a:gs pos="50000">
                  <a:srgbClr val="0A3258"/>
                </a:gs>
                <a:gs pos="100000">
                  <a:srgbClr val="0E3B69"/>
                </a:gs>
              </a:gsLst>
              <a:lin ang="16200000" scaled="0"/>
            </a:gradFill>
            <a:ln w="5715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  <a:effectLst>
              <a:outerShdw blurRad="50800" dist="38100" dir="10800000" algn="r" rotWithShape="0">
                <a:srgbClr val="000000">
                  <a:alpha val="40000"/>
                </a:srgbClr>
              </a:outerShdw>
            </a:effectLst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algn="l" marL="0" marR="0" lvl="0" indent="0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4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6" name="Google Shape;140;p29"/>
            <p:cNvSpPr txBox="1"/>
            <p:nvPr/>
          </p:nvSpPr>
          <p:spPr>
            <a:xfrm>
              <a:off x="1104806" y="14096520"/>
              <a:ext cx="1466700" cy="12006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pPr algn="ctr">
                <a:buSzPts val="8400"/>
              </a:pPr>
              <a:r>
                <a:rPr lang="en-IN" sz="7000" b="1" dirty="0">
                  <a:solidFill>
                    <a:schemeClr val="lt1"/>
                  </a:solidFill>
                  <a:latin typeface="Cambria"/>
                  <a:ea typeface="Cambria"/>
                  <a:sym typeface="Poppins"/>
                </a:rPr>
                <a:t>D</a:t>
              </a:r>
              <a:endParaRPr sz="7000" b="1" dirty="0">
                <a:solidFill>
                  <a:schemeClr val="lt1"/>
                </a:solidFill>
                <a:latin typeface="Cambria"/>
                <a:ea typeface="Cambria"/>
              </a:endParaRPr>
            </a:p>
          </p:txBody>
        </p:sp>
      </p:grpSp>
      <p:sp>
        <p:nvSpPr>
          <p:cNvPr id="17" name="Google Shape;130;p29">
            <a:extLst>
              <a:ext uri="{FF2B5EF4-FFF2-40B4-BE49-F238E27FC236}">
                <a16:creationId xmlns:a16="http://schemas.microsoft.com/office/drawing/2014/main" id="{359EC1B9-8B0A-CB48-A9AA-6F6EAF44500B}"/>
              </a:ext>
            </a:extLst>
          </p:cNvPr>
          <p:cNvSpPr txBox="1"/>
          <p:nvPr/>
        </p:nvSpPr>
        <p:spPr>
          <a:xfrm>
            <a:off x="3107605" y="9539360"/>
            <a:ext cx="32744401" cy="15973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algn="l" marL="0" indent="0">
              <a:buSzPts val="8400"/>
            </a:pPr>
            <a:r>
              <a:rPr lang="en-IN" sz="6000" b="1" dirty="0">
                <a:solidFill>
                  <a:schemeClr val="lt1"/>
                </a:solidFill>
                <a:latin typeface="Cambria"/>
                <a:ea typeface="Cambria"/>
                <a:sym typeface="Cambria"/>
              </a:rPr>
              <a:t>16</a:t>
            </a:r>
            <a:endParaRPr sz="6000" b="1" dirty="0">
              <a:solidFill>
                <a:schemeClr val="lt1"/>
              </a:solidFill>
              <a:latin typeface="Cambria"/>
              <a:ea typeface="Cambria"/>
            </a:endParaRPr>
          </a:p>
        </p:txBody>
      </p:sp>
      <p:sp>
        <p:nvSpPr>
          <p:cNvPr id="18" name="Google Shape;130;p29">
            <a:extLst>
              <a:ext uri="{FF2B5EF4-FFF2-40B4-BE49-F238E27FC236}">
                <a16:creationId xmlns:a16="http://schemas.microsoft.com/office/drawing/2014/main" id="{7A900CAF-02A4-EA2C-D5AE-61E805D388DB}"/>
              </a:ext>
            </a:extLst>
          </p:cNvPr>
          <p:cNvSpPr txBox="1"/>
          <p:nvPr/>
        </p:nvSpPr>
        <p:spPr>
          <a:xfrm>
            <a:off x="3107605" y="11606675"/>
            <a:ext cx="32744401" cy="15973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algn="l" marL="0" indent="0">
              <a:buSzPts val="8400"/>
            </a:pPr>
            <a:r>
              <a:rPr lang="en-IN" sz="6000" b="1" dirty="0">
                <a:solidFill>
                  <a:schemeClr val="lt1"/>
                </a:solidFill>
                <a:latin typeface="Cambria"/>
                <a:ea typeface="Cambria"/>
                <a:sym typeface="Cambria"/>
              </a:rPr>
              <a:t>640</a:t>
            </a:r>
            <a:endParaRPr sz="6000" b="1" dirty="0">
              <a:solidFill>
                <a:schemeClr val="lt1"/>
              </a:solidFill>
              <a:latin typeface="Cambria"/>
              <a:ea typeface="Cambria"/>
            </a:endParaRPr>
          </a:p>
        </p:txBody>
      </p:sp>
      <p:sp>
        <p:nvSpPr>
          <p:cNvPr id="19" name="Google Shape;130;p29">
            <a:extLst>
              <a:ext uri="{FF2B5EF4-FFF2-40B4-BE49-F238E27FC236}">
                <a16:creationId xmlns:a16="http://schemas.microsoft.com/office/drawing/2014/main" id="{14CC97B5-99F4-9A71-2E1A-0ED3B3F0A5F1}"/>
              </a:ext>
            </a:extLst>
          </p:cNvPr>
          <p:cNvSpPr txBox="1"/>
          <p:nvPr/>
        </p:nvSpPr>
        <p:spPr>
          <a:xfrm>
            <a:off x="3107605" y="13741954"/>
            <a:ext cx="32744401" cy="15973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algn="l" marL="0" indent="0">
              <a:buSzPts val="8400"/>
            </a:pPr>
            <a:r>
              <a:rPr lang="en-IN" sz="6000" b="1" dirty="0">
                <a:solidFill>
                  <a:schemeClr val="lt1"/>
                </a:solidFill>
                <a:latin typeface="Cambria"/>
                <a:ea typeface="Cambria"/>
                <a:sym typeface="Cambria"/>
              </a:rPr>
              <a:t>410</a:t>
            </a:r>
            <a:endParaRPr sz="6000" b="1" dirty="0">
              <a:solidFill>
                <a:schemeClr val="lt1"/>
              </a:solidFill>
              <a:latin typeface="Cambria"/>
              <a:ea typeface="Cambria"/>
            </a:endParaRPr>
          </a:p>
        </p:txBody>
      </p:sp>
    </p:spTree>
  </p:cSld>
  <p:clrMapOvr>
    <a:masterClrMapping/>
  </p:clrMapOvr>
  <p:transition spd="slow">
    <p:push/>
  </p:transition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Google Shape;129;p29"/>
          <p:cNvSpPr txBox="1"/>
          <p:nvPr/>
        </p:nvSpPr>
        <p:spPr>
          <a:xfrm>
            <a:off x="1104806" y="2396709"/>
            <a:ext cx="34747200" cy="34747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algn="l" marL="0" lvl="0" indent="0">
              <a:buSzPts val="8400"/>
              <a:buFont typeface="Arial"/>
              <a:buNone/>
            </a:pPr>
            <a:r>
              <a:rPr lang="en-IN" sz="6000" b="1" dirty="0">
                <a:solidFill>
                  <a:schemeClr val="lt1"/>
                </a:solidFill>
                <a:latin typeface="Cambria"/>
                <a:ea typeface="Cambria"/>
                <a:sym typeface="Cambria"/>
              </a:rPr>
              <a:t>7. The dimension of </a:t>
            </a:r>
            <mc:AlternateContent xmlns:mc="http://schemas.openxmlformats.org/markup-compatibility/2006">
              <mc:Choice xmlns:a14="http://schemas.microsoft.com/office/drawing/2010/main" Requires="a14">
                <a14:m xmlns:m="http://schemas.openxmlformats.org/officeDocument/2006/math">
                  <m:oMath>
                    <m:r>
                      <a:rPr lang="en-IN" sz="6000" b="1" dirty="0">
                        <a:solidFill>
                          <a:schemeClr val="lt1"/>
                        </a:solidFill>
                        <a:latin typeface="Cambria Math"/>
                        <a:ea typeface="Cambria Math"/>
                        <a:sym typeface="Cambria Math"/>
                      </a:rPr>
                      <m:t xml:space="preserve"> </m:t>
                    </m:r>
                    <m:rad>
                      <m:radPr>
                        <m:degHide m:val="1"/>
                      </m:radPr>
                      <m:deg/>
                      <m:e>
                        <m:f>
                          <m:fPr/>
                          <m:num>
                            <m:sSub>
                              <m:sSubPr/>
                              <m:e>
                                <m:r>
                                  <a:rPr lang="en-IN" sz="6000" b="1" dirty="0">
                                    <a:solidFill>
                                      <a:schemeClr val="lt1"/>
                                    </a:solidFill>
                                    <a:latin typeface="Cambria Math"/>
                                    <a:ea typeface="Cambria Math"/>
                                    <a:sym typeface="Cambria Math"/>
                                  </a:rPr>
                                  <m:t xml:space="preserve">μ</m:t>
                                </m:r>
                              </m:e>
                              <m:sub>
                                <m:r>
                                  <a:rPr lang="en-IN" sz="6000" b="1" dirty="0">
                                    <a:solidFill>
                                      <a:schemeClr val="lt1"/>
                                    </a:solidFill>
                                    <a:latin typeface="Cambria Math"/>
                                    <a:ea typeface="Cambria Math"/>
                                    <a:sym typeface="Cambria Math"/>
                                  </a:rPr>
                                  <m:t xml:space="preserve">0</m:t>
                                </m:r>
                              </m:sub>
                            </m:sSub>
                          </m:num>
                          <m:den>
                            <m:sSub>
                              <m:sSubPr/>
                              <m:e>
                                <m:r>
                                  <a:rPr lang="en-IN" sz="6000" b="1" dirty="0">
                                    <a:solidFill>
                                      <a:schemeClr val="lt1"/>
                                    </a:solidFill>
                                    <a:latin typeface="Cambria Math"/>
                                    <a:ea typeface="Cambria Math"/>
                                    <a:sym typeface="Cambria Math"/>
                                  </a:rPr>
                                  <m:t xml:space="preserve">ε</m:t>
                                </m:r>
                              </m:e>
                              <m:sub>
                                <m:r>
                                  <a:rPr lang="en-IN" sz="6000" b="1" dirty="0">
                                    <a:solidFill>
                                      <a:schemeClr val="lt1"/>
                                    </a:solidFill>
                                    <a:latin typeface="Cambria Math"/>
                                    <a:ea typeface="Cambria Math"/>
                                    <a:sym typeface="Cambria Math"/>
                                  </a:rPr>
                                  <m:t xml:space="preserve">0</m:t>
                                </m:r>
                              </m:sub>
                            </m:sSub>
                          </m:den>
                        </m:f>
                      </m:e>
                    </m:rad>
                    <m:r>
                      <a:rPr lang="en-IN" sz="6000" b="1" dirty="0">
                        <a:solidFill>
                          <a:schemeClr val="lt1"/>
                        </a:solidFill>
                        <a:latin typeface="Cambria Math"/>
                        <a:ea typeface="Cambria Math"/>
                        <a:sym typeface="Cambria Math"/>
                      </a:rPr>
                      <m:t xml:space="preserve"> </m:t>
                    </m:r>
                  </m:oMath>
                </a14:m>
              </mc:Choice>
              <mc:Fallback>
                <a:r>
                  <a:rPr lang="en-IN" sz="6000" b="1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 </a:t>
                </a:r>
                <a:r>
                  <a:rPr lang="en-IN" sz="6000" b="1" dirty="0">
                    <a:solidFill>
                      <a:schemeClr val="lt1"/>
                    </a:solidFill>
                    <a:latin typeface="Arial"/>
                    <a:ea typeface="Arial"/>
                    <a:sym typeface="Arial"/>
                  </a:rPr>
                  <a:t>√</a:t>
                </a:r>
                <a:r>
                  <a:rPr lang="en-IN" sz="6000" b="1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(</a:t>
                </a:r>
                <a:r>
                  <a:rPr lang="en-IN" sz="6000" b="1" dirty="0">
                    <a:solidFill>
                      <a:schemeClr val="lt1"/>
                    </a:solidFill>
                    <a:latin typeface="Arial"/>
                    <a:ea typeface="Arial"/>
                    <a:sym typeface="Arial"/>
                  </a:rPr>
                  <a:t>μ</a:t>
                </a:r>
                <a:r>
                  <a:rPr baseline="-25000" lang="en-IN" sz="4320" b="1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0</a:t>
                </a:r>
                <a:r>
                  <a:rPr lang="en-IN" sz="6000" b="1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/(</a:t>
                </a:r>
                <a:r>
                  <a:rPr lang="en-IN" sz="6000" b="1" dirty="0">
                    <a:solidFill>
                      <a:schemeClr val="lt1"/>
                    </a:solidFill>
                    <a:latin typeface="Arial"/>
                    <a:ea typeface="Arial"/>
                    <a:sym typeface="Arial"/>
                  </a:rPr>
                  <a:t>ε</a:t>
                </a:r>
                <a:r>
                  <a:rPr baseline="-25000" lang="en-IN" sz="4320" b="1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0</a:t>
                </a:r>
                <a:r>
                  <a:rPr lang="en-IN" sz="6000" b="1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)) </a:t>
                </a:r>
              </mc:Fallback>
            </mc:AlternateContent>
            <a:r>
              <a:rPr lang="en-IN" sz="6000" b="1" dirty="0">
                <a:solidFill>
                  <a:schemeClr val="lt1"/>
                </a:solidFill>
                <a:latin typeface="Cambria"/>
                <a:ea typeface="Cambria"/>
                <a:sym typeface="Cambria"/>
              </a:rPr>
              <a:t> is equal to that of: (</a:t>
            </a:r>
            <mc:AlternateContent xmlns:mc="http://schemas.openxmlformats.org/markup-compatibility/2006">
              <mc:Choice xmlns:a14="http://schemas.microsoft.com/office/drawing/2010/main" Requires="a14">
                <a14:m xmlns:m="http://schemas.openxmlformats.org/officeDocument/2006/math">
                  <m:oMath>
                    <m:r>
                      <a:rPr lang="en-IN" sz="6000" b="1" dirty="0">
                        <a:solidFill>
                          <a:schemeClr val="lt1"/>
                        </a:solidFill>
                        <a:latin typeface="Cambria Math"/>
                        <a:ea typeface="Cambria Math"/>
                        <a:sym typeface="Cambria Math"/>
                      </a:rPr>
                      <m:t xml:space="preserve"> </m:t>
                    </m:r>
                    <m:sSub>
                      <m:sSubPr/>
                      <m:e>
                        <m:r>
                          <a:rPr lang="en-IN" sz="6000" b="1" dirty="0">
                            <a:solidFill>
                              <a:schemeClr val="lt1"/>
                            </a:solidFill>
                            <a:latin typeface="Cambria Math"/>
                            <a:ea typeface="Cambria Math"/>
                            <a:sym typeface="Cambria Math"/>
                          </a:rPr>
                          <m:t xml:space="preserve">μ</m:t>
                        </m:r>
                      </m:e>
                      <m:sub>
                        <m:r>
                          <a:rPr lang="en-IN" sz="6000" b="1" dirty="0">
                            <a:solidFill>
                              <a:schemeClr val="lt1"/>
                            </a:solidFill>
                            <a:latin typeface="Cambria Math"/>
                            <a:ea typeface="Cambria Math"/>
                            <a:sym typeface="Cambria Math"/>
                          </a:rPr>
                          <m:t xml:space="preserve">0</m:t>
                        </m:r>
                      </m:sub>
                    </m:sSub>
                    <m:r>
                      <a:rPr lang="en-IN" sz="6000" b="1" dirty="0">
                        <a:solidFill>
                          <a:schemeClr val="lt1"/>
                        </a:solidFill>
                        <a:latin typeface="Cambria Math"/>
                        <a:ea typeface="Cambria Math"/>
                        <a:sym typeface="Cambria Math"/>
                      </a:rPr>
                      <m:t xml:space="preserve"> </m:t>
                    </m:r>
                  </m:oMath>
                </a14:m>
              </mc:Choice>
              <mc:Fallback>
                <a:r>
                  <a:rPr lang="en-IN" sz="6000" b="1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 </a:t>
                </a:r>
                <a:r>
                  <a:rPr lang="en-IN" sz="6000" b="1" dirty="0">
                    <a:solidFill>
                      <a:schemeClr val="lt1"/>
                    </a:solidFill>
                    <a:latin typeface="Arial"/>
                    <a:ea typeface="Arial"/>
                    <a:sym typeface="Arial"/>
                  </a:rPr>
                  <a:t>μ</a:t>
                </a:r>
                <a:r>
                  <a:rPr baseline="-25000" lang="en-IN" sz="4320" b="1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0</a:t>
                </a:r>
                <a:r>
                  <a:rPr lang="en-IN" sz="6000" b="1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 </a:t>
                </a:r>
              </mc:Fallback>
            </mc:AlternateContent>
            <a:r>
              <a:rPr lang="en-IN" sz="6000" b="1" dirty="0">
                <a:solidFill>
                  <a:schemeClr val="lt1"/>
                </a:solidFill>
                <a:latin typeface="Cambria"/>
                <a:ea typeface="Cambria"/>
                <a:sym typeface="Cambria"/>
              </a:rPr>
              <a:t> = Vacuum permeability and </a:t>
            </a:r>
            <mc:AlternateContent xmlns:mc="http://schemas.openxmlformats.org/markup-compatibility/2006">
              <mc:Choice xmlns:a14="http://schemas.microsoft.com/office/drawing/2010/main" Requires="a14">
                <a14:m xmlns:m="http://schemas.openxmlformats.org/officeDocument/2006/math">
                  <m:oMath>
                    <m:r>
                      <a:rPr lang="en-IN" sz="6000" b="1" dirty="0">
                        <a:solidFill>
                          <a:schemeClr val="lt1"/>
                        </a:solidFill>
                        <a:latin typeface="Cambria Math"/>
                        <a:ea typeface="Cambria Math"/>
                        <a:sym typeface="Cambria Math"/>
                      </a:rPr>
                      <m:t xml:space="preserve"> </m:t>
                    </m:r>
                    <m:sSub>
                      <m:sSubPr/>
                      <m:e>
                        <m:r>
                          <a:rPr lang="en-IN" sz="6000" b="1" dirty="0">
                            <a:solidFill>
                              <a:schemeClr val="lt1"/>
                            </a:solidFill>
                            <a:latin typeface="Cambria Math"/>
                            <a:ea typeface="Cambria Math"/>
                            <a:sym typeface="Cambria Math"/>
                          </a:rPr>
                          <m:t xml:space="preserve">ε</m:t>
                        </m:r>
                      </m:e>
                      <m:sub>
                        <m:r>
                          <a:rPr lang="en-IN" sz="6000" b="1" dirty="0">
                            <a:solidFill>
                              <a:schemeClr val="lt1"/>
                            </a:solidFill>
                            <a:latin typeface="Cambria Math"/>
                            <a:ea typeface="Cambria Math"/>
                            <a:sym typeface="Cambria Math"/>
                          </a:rPr>
                          <m:t xml:space="preserve">0</m:t>
                        </m:r>
                      </m:sub>
                    </m:sSub>
                    <m:r>
                      <a:rPr lang="en-IN" sz="6000" b="1" dirty="0">
                        <a:solidFill>
                          <a:schemeClr val="lt1"/>
                        </a:solidFill>
                        <a:latin typeface="Cambria Math"/>
                        <a:ea typeface="Cambria Math"/>
                        <a:sym typeface="Cambria Math"/>
                      </a:rPr>
                      <m:t xml:space="preserve"> </m:t>
                    </m:r>
                  </m:oMath>
                </a14:m>
              </mc:Choice>
              <mc:Fallback>
                <a:r>
                  <a:rPr lang="en-IN" sz="6000" b="1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 </a:t>
                </a:r>
                <a:r>
                  <a:rPr lang="en-IN" sz="6000" b="1" dirty="0">
                    <a:solidFill>
                      <a:schemeClr val="lt1"/>
                    </a:solidFill>
                    <a:latin typeface="Arial"/>
                    <a:ea typeface="Arial"/>
                    <a:sym typeface="Arial"/>
                  </a:rPr>
                  <a:t>ε</a:t>
                </a:r>
                <a:r>
                  <a:rPr baseline="-25000" lang="en-IN" sz="4320" b="1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0</a:t>
                </a:r>
                <a:r>
                  <a:rPr lang="en-IN" sz="6000" b="1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 </a:t>
                </a:r>
              </mc:Fallback>
            </mc:AlternateContent>
            <a:r>
              <a:rPr lang="en-IN" sz="6000" b="1" dirty="0">
                <a:solidFill>
                  <a:schemeClr val="lt1"/>
                </a:solidFill>
                <a:latin typeface="Cambria"/>
                <a:ea typeface="Cambria"/>
                <a:sym typeface="Cambria"/>
              </a:rPr>
              <a:t> = Vacuum permittivity) [07 April, 2025 (Shift-II)]</a:t>
            </a:r>
          </a:p>
        </p:txBody>
      </p:sp>
      <p:sp>
        <p:nvSpPr>
          <p:cNvPr id="3" name="Google Shape;130;p29"/>
          <p:cNvSpPr txBox="1"/>
          <p:nvPr/>
        </p:nvSpPr>
        <p:spPr>
          <a:xfrm>
            <a:off x="3107605" y="7482218"/>
            <a:ext cx="32744401" cy="15973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algn="l" marL="0" indent="0">
              <a:buSzPts val="8400"/>
            </a:pPr>
            <a:r>
              <a:rPr lang="en-IN" sz="6000" b="1" dirty="0">
                <a:solidFill>
                  <a:schemeClr val="lt1"/>
                </a:solidFill>
                <a:latin typeface="Cambria"/>
                <a:ea typeface="Cambria"/>
                <a:sym typeface="Cambria"/>
              </a:rPr>
              <a:t>Voltage</a:t>
            </a:r>
            <a:endParaRPr sz="6000" b="1" dirty="0">
              <a:solidFill>
                <a:schemeClr val="lt1"/>
              </a:solidFill>
              <a:latin typeface="Cambria"/>
              <a:ea typeface="Cambria"/>
            </a:endParaRPr>
          </a:p>
        </p:txBody>
      </p:sp>
      <p:sp>
        <p:nvSpPr>
          <p:cNvPr id="4" name="Google Shape;131;p29"/>
          <p:cNvSpPr/>
          <p:nvPr/>
        </p:nvSpPr>
        <p:spPr>
          <a:xfrm>
            <a:off x="-1864528" y="681774"/>
            <a:ext cx="7081988" cy="1569660"/>
          </a:xfrm>
          <a:prstGeom prst="roundRect">
            <a:avLst>
              <a:gd name="adj" fmla="val 50000"/>
            </a:avLst>
          </a:prstGeom>
          <a:gradFill>
            <a:gsLst>
              <a:gs pos="0">
                <a:srgbClr val="07213C"/>
              </a:gs>
              <a:gs pos="50000">
                <a:srgbClr val="0A3258"/>
              </a:gs>
              <a:gs pos="100000">
                <a:srgbClr val="0E3B69"/>
              </a:gs>
            </a:gsLst>
            <a:lin ang="16200000" scaled="0"/>
          </a:gradFill>
          <a:ln w="57150" cap="flat" cmpd="sng">
            <a:solidFill>
              <a:schemeClr val="lt1"/>
            </a:solidFill>
            <a:prstDash val="solid"/>
            <a:round/>
            <a:headEnd type="none" w="sm" len="sm"/>
            <a:tailEnd type="none" w="sm" len="sm"/>
          </a:ln>
          <a:effectLst>
            <a:outerShdw blurRad="50800" dist="38100" dir="10800000" algn="r" rotWithShape="0">
              <a:srgbClr val="000000">
                <a:alpha val="40000"/>
              </a:srgb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algn="l" marL="0" marR="0" lvl="0" indent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8400" b="1" i="0" u="none" strike="noStrike" cap="none">
              <a:solidFill>
                <a:schemeClr val="lt1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5" name="Google Shape;132;p29"/>
          <p:cNvSpPr txBox="1"/>
          <p:nvPr/>
        </p:nvSpPr>
        <p:spPr>
          <a:xfrm>
            <a:off x="1039500" y="827049"/>
            <a:ext cx="4562190" cy="101562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algn="l">
              <a:buSzPts val="8400"/>
            </a:pPr>
            <a:r>
              <a:rPr lang="en-IN" sz="6000" b="1" dirty="0">
                <a:solidFill>
                  <a:schemeClr val="lt1"/>
                </a:solidFill>
                <a:latin typeface="Cambria"/>
                <a:ea typeface="Cambria"/>
                <a:sym typeface="Cambria"/>
              </a:rPr>
              <a:t>Question</a:t>
            </a:r>
            <a:endParaRPr sz="6000" b="1" dirty="0">
              <a:solidFill>
                <a:schemeClr val="lt1"/>
              </a:solidFill>
              <a:latin typeface="Cambria"/>
              <a:ea typeface="Cambria"/>
            </a:endParaRPr>
          </a:p>
        </p:txBody>
      </p:sp>
      <p:sp>
        <p:nvSpPr>
          <p:cNvPr id="6" name="Google Shape;133;p29"/>
          <p:cNvSpPr/>
          <p:nvPr/>
        </p:nvSpPr>
        <p:spPr>
          <a:xfrm>
            <a:off x="1039499" y="7191429"/>
            <a:ext cx="1597200" cy="1597200"/>
          </a:xfrm>
          <a:prstGeom prst="ellipse">
            <a:avLst/>
          </a:prstGeom>
          <a:gradFill>
            <a:gsLst>
              <a:gs pos="0">
                <a:srgbClr val="07213C"/>
              </a:gs>
              <a:gs pos="50000">
                <a:srgbClr val="0A3258"/>
              </a:gs>
              <a:gs pos="100000">
                <a:srgbClr val="0E3B69"/>
              </a:gs>
            </a:gsLst>
            <a:lin ang="16200000" scaled="0"/>
          </a:gradFill>
          <a:ln w="57150" cap="flat" cmpd="sng">
            <a:solidFill>
              <a:schemeClr val="lt1"/>
            </a:solidFill>
            <a:prstDash val="solid"/>
            <a:round/>
            <a:headEnd type="none" w="sm" len="sm"/>
            <a:tailEnd type="none" w="sm" len="sm"/>
          </a:ln>
          <a:effectLst>
            <a:outerShdw blurRad="50800" dist="38100" dir="10800000" algn="r" rotWithShape="0">
              <a:srgbClr val="000000">
                <a:alpha val="40000"/>
              </a:srgb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algn="l" marL="0" marR="0" lvl="0" indent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400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" name="Google Shape;134;p29"/>
          <p:cNvSpPr txBox="1"/>
          <p:nvPr/>
        </p:nvSpPr>
        <p:spPr>
          <a:xfrm>
            <a:off x="1104807" y="7389934"/>
            <a:ext cx="1466700" cy="116951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lvl="0" indent="0" algn="ctr">
              <a:buSzPts val="8400"/>
              <a:buFont typeface="Arial"/>
              <a:buNone/>
            </a:pPr>
            <a:r>
              <a:rPr lang="en-IN" sz="7000" b="1" dirty="0">
                <a:solidFill>
                  <a:schemeClr val="lt1"/>
                </a:solidFill>
                <a:latin typeface="Cambria"/>
                <a:ea typeface="Cambria"/>
                <a:sym typeface="Poppins"/>
              </a:rPr>
              <a:t>A</a:t>
            </a:r>
            <a:endParaRPr sz="7000" b="1" dirty="0">
              <a:solidFill>
                <a:schemeClr val="lt1"/>
              </a:solidFill>
              <a:latin typeface="Cambria"/>
              <a:ea typeface="Cambria"/>
            </a:endParaRPr>
          </a:p>
        </p:txBody>
      </p:sp>
      <p:grpSp>
        <p:nvGrpSpPr>
          <p:cNvPr id="8" name="Group 3">
            <a:extLst>
              <a:ext uri="{FF2B5EF4-FFF2-40B4-BE49-F238E27FC236}">
                <a16:creationId xmlns:a16="http://schemas.microsoft.com/office/drawing/2014/main" id="{E7A8D3A8-3CB4-6749-CCFA-38CA3F055B3C}"/>
              </a:ext>
            </a:extLst>
          </p:cNvPr>
          <p:cNvGrpSpPr/>
          <p:nvPr/>
        </p:nvGrpSpPr>
        <p:grpSpPr>
          <a:xfrm>
            <a:off x="1039499" y="9308769"/>
            <a:ext cx="1597200" cy="1597200"/>
            <a:chOff x="1039499" y="8887793"/>
            <a:chExt cx="1597200" cy="1597200"/>
          </a:xfrm>
        </p:grpSpPr>
        <p:sp>
          <p:nvSpPr>
            <p:cNvPr id="9" name="Google Shape;135;p29"/>
            <p:cNvSpPr/>
            <p:nvPr/>
          </p:nvSpPr>
          <p:spPr>
            <a:xfrm>
              <a:off x="1039499" y="8887793"/>
              <a:ext cx="1597200" cy="1597200"/>
            </a:xfrm>
            <a:prstGeom prst="ellipse">
              <a:avLst/>
            </a:prstGeom>
            <a:gradFill>
              <a:gsLst>
                <a:gs pos="0">
                  <a:srgbClr val="07213C"/>
                </a:gs>
                <a:gs pos="50000">
                  <a:srgbClr val="0A3258"/>
                </a:gs>
                <a:gs pos="100000">
                  <a:srgbClr val="0E3B69"/>
                </a:gs>
              </a:gsLst>
              <a:lin ang="16200000" scaled="0"/>
            </a:gradFill>
            <a:ln w="5715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  <a:effectLst>
              <a:outerShdw blurRad="50800" dist="38100" dir="10800000" algn="r" rotWithShape="0">
                <a:srgbClr val="000000">
                  <a:alpha val="40000"/>
                </a:srgbClr>
              </a:outerShdw>
            </a:effectLst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algn="l" marL="0" marR="0" lvl="0" indent="0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4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0" name="Google Shape;136;p29"/>
            <p:cNvSpPr txBox="1"/>
            <p:nvPr/>
          </p:nvSpPr>
          <p:spPr>
            <a:xfrm>
              <a:off x="1104806" y="9086298"/>
              <a:ext cx="1466700" cy="12006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pPr algn="ctr">
                <a:buSzPts val="8400"/>
              </a:pPr>
              <a:r>
                <a:rPr lang="en-IN" sz="7000" b="1" dirty="0">
                  <a:solidFill>
                    <a:schemeClr val="lt1"/>
                  </a:solidFill>
                  <a:latin typeface="Cambria"/>
                  <a:ea typeface="Cambria"/>
                  <a:sym typeface="Poppins"/>
                </a:rPr>
                <a:t>B</a:t>
              </a:r>
              <a:endParaRPr sz="7000" b="1" dirty="0">
                <a:solidFill>
                  <a:schemeClr val="lt1"/>
                </a:solidFill>
                <a:latin typeface="Cambria"/>
                <a:ea typeface="Cambria"/>
              </a:endParaRPr>
            </a:p>
          </p:txBody>
        </p:sp>
      </p:grpSp>
      <p:grpSp>
        <p:nvGrpSpPr>
          <p:cNvPr id="11" name="Group 2">
            <a:extLst>
              <a:ext uri="{FF2B5EF4-FFF2-40B4-BE49-F238E27FC236}">
                <a16:creationId xmlns:a16="http://schemas.microsoft.com/office/drawing/2014/main" id="{1929EFE0-7899-C986-6D22-F9305746025F}"/>
              </a:ext>
            </a:extLst>
          </p:cNvPr>
          <p:cNvGrpSpPr/>
          <p:nvPr/>
        </p:nvGrpSpPr>
        <p:grpSpPr>
          <a:xfrm>
            <a:off x="1039499" y="11426109"/>
            <a:ext cx="1597200" cy="1597200"/>
            <a:chOff x="1039499" y="11392904"/>
            <a:chExt cx="1597200" cy="1597200"/>
          </a:xfrm>
        </p:grpSpPr>
        <p:sp>
          <p:nvSpPr>
            <p:cNvPr id="12" name="Google Shape;137;p29"/>
            <p:cNvSpPr/>
            <p:nvPr/>
          </p:nvSpPr>
          <p:spPr>
            <a:xfrm>
              <a:off x="1039499" y="11392904"/>
              <a:ext cx="1597200" cy="1597200"/>
            </a:xfrm>
            <a:prstGeom prst="ellipse">
              <a:avLst/>
            </a:prstGeom>
            <a:gradFill>
              <a:gsLst>
                <a:gs pos="0">
                  <a:srgbClr val="07213C"/>
                </a:gs>
                <a:gs pos="50000">
                  <a:srgbClr val="0A3258"/>
                </a:gs>
                <a:gs pos="100000">
                  <a:srgbClr val="0E3B69"/>
                </a:gs>
              </a:gsLst>
              <a:lin ang="16200000" scaled="0"/>
            </a:gradFill>
            <a:ln w="5715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  <a:effectLst>
              <a:outerShdw blurRad="50800" dist="38100" dir="10800000" algn="r" rotWithShape="0">
                <a:srgbClr val="000000">
                  <a:alpha val="40000"/>
                </a:srgbClr>
              </a:outerShdw>
            </a:effectLst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algn="l" marL="0" marR="0" lvl="0" indent="0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4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3" name="Google Shape;138;p29"/>
            <p:cNvSpPr txBox="1"/>
            <p:nvPr/>
          </p:nvSpPr>
          <p:spPr>
            <a:xfrm>
              <a:off x="1104806" y="11591409"/>
              <a:ext cx="1466700" cy="12006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pPr algn="ctr">
                <a:buSzPts val="8400"/>
              </a:pPr>
              <a:r>
                <a:rPr lang="en-IN" sz="7000" b="1" dirty="0">
                  <a:solidFill>
                    <a:schemeClr val="lt1"/>
                  </a:solidFill>
                  <a:latin typeface="Cambria"/>
                  <a:ea typeface="Cambria"/>
                  <a:sym typeface="Poppins"/>
                </a:rPr>
                <a:t>C</a:t>
              </a:r>
              <a:endParaRPr sz="7000" b="1" dirty="0">
                <a:solidFill>
                  <a:schemeClr val="lt1"/>
                </a:solidFill>
                <a:latin typeface="Cambria"/>
                <a:ea typeface="Cambria"/>
              </a:endParaRPr>
            </a:p>
          </p:txBody>
        </p:sp>
      </p:grpSp>
      <p:grpSp>
        <p:nvGrpSpPr>
          <p:cNvPr id="14" name="Group 1">
            <a:extLst>
              <a:ext uri="{FF2B5EF4-FFF2-40B4-BE49-F238E27FC236}">
                <a16:creationId xmlns:a16="http://schemas.microsoft.com/office/drawing/2014/main" id="{2EFF441D-B1EA-669C-64B0-91C1D604A467}"/>
              </a:ext>
            </a:extLst>
          </p:cNvPr>
          <p:cNvGrpSpPr/>
          <p:nvPr/>
        </p:nvGrpSpPr>
        <p:grpSpPr>
          <a:xfrm>
            <a:off x="1039499" y="13543449"/>
            <a:ext cx="1597200" cy="1597200"/>
            <a:chOff x="1039499" y="13898015"/>
            <a:chExt cx="1597200" cy="1597200"/>
          </a:xfrm>
        </p:grpSpPr>
        <p:sp>
          <p:nvSpPr>
            <p:cNvPr id="15" name="Google Shape;139;p29"/>
            <p:cNvSpPr/>
            <p:nvPr/>
          </p:nvSpPr>
          <p:spPr>
            <a:xfrm>
              <a:off x="1039499" y="13898015"/>
              <a:ext cx="1597200" cy="1597200"/>
            </a:xfrm>
            <a:prstGeom prst="ellipse">
              <a:avLst/>
            </a:prstGeom>
            <a:gradFill>
              <a:gsLst>
                <a:gs pos="0">
                  <a:srgbClr val="07213C"/>
                </a:gs>
                <a:gs pos="50000">
                  <a:srgbClr val="0A3258"/>
                </a:gs>
                <a:gs pos="100000">
                  <a:srgbClr val="0E3B69"/>
                </a:gs>
              </a:gsLst>
              <a:lin ang="16200000" scaled="0"/>
            </a:gradFill>
            <a:ln w="5715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  <a:effectLst>
              <a:outerShdw blurRad="50800" dist="38100" dir="10800000" algn="r" rotWithShape="0">
                <a:srgbClr val="000000">
                  <a:alpha val="40000"/>
                </a:srgbClr>
              </a:outerShdw>
            </a:effectLst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algn="l" marL="0" marR="0" lvl="0" indent="0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4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6" name="Google Shape;140;p29"/>
            <p:cNvSpPr txBox="1"/>
            <p:nvPr/>
          </p:nvSpPr>
          <p:spPr>
            <a:xfrm>
              <a:off x="1104806" y="14096520"/>
              <a:ext cx="1466700" cy="12006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pPr algn="ctr">
                <a:buSzPts val="8400"/>
              </a:pPr>
              <a:r>
                <a:rPr lang="en-IN" sz="7000" b="1" dirty="0">
                  <a:solidFill>
                    <a:schemeClr val="lt1"/>
                  </a:solidFill>
                  <a:latin typeface="Cambria"/>
                  <a:ea typeface="Cambria"/>
                  <a:sym typeface="Poppins"/>
                </a:rPr>
                <a:t>D</a:t>
              </a:r>
              <a:endParaRPr sz="7000" b="1" dirty="0">
                <a:solidFill>
                  <a:schemeClr val="lt1"/>
                </a:solidFill>
                <a:latin typeface="Cambria"/>
                <a:ea typeface="Cambria"/>
              </a:endParaRPr>
            </a:p>
          </p:txBody>
        </p:sp>
      </p:grpSp>
      <p:sp>
        <p:nvSpPr>
          <p:cNvPr id="17" name="Google Shape;130;p29">
            <a:extLst>
              <a:ext uri="{FF2B5EF4-FFF2-40B4-BE49-F238E27FC236}">
                <a16:creationId xmlns:a16="http://schemas.microsoft.com/office/drawing/2014/main" id="{359EC1B9-8B0A-CB48-A9AA-6F6EAF44500B}"/>
              </a:ext>
            </a:extLst>
          </p:cNvPr>
          <p:cNvSpPr txBox="1"/>
          <p:nvPr/>
        </p:nvSpPr>
        <p:spPr>
          <a:xfrm>
            <a:off x="3107605" y="9539360"/>
            <a:ext cx="32744401" cy="15973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algn="l" marL="0" indent="0">
              <a:buSzPts val="8400"/>
            </a:pPr>
            <a:r>
              <a:rPr lang="en-IN" sz="6000" b="1" dirty="0">
                <a:solidFill>
                  <a:schemeClr val="lt1"/>
                </a:solidFill>
                <a:latin typeface="Cambria"/>
                <a:ea typeface="Cambria"/>
                <a:sym typeface="Cambria"/>
              </a:rPr>
              <a:t>Capacitance</a:t>
            </a:r>
            <a:endParaRPr sz="6000" b="1" dirty="0">
              <a:solidFill>
                <a:schemeClr val="lt1"/>
              </a:solidFill>
              <a:latin typeface="Cambria"/>
              <a:ea typeface="Cambria"/>
            </a:endParaRPr>
          </a:p>
        </p:txBody>
      </p:sp>
      <p:sp>
        <p:nvSpPr>
          <p:cNvPr id="18" name="Google Shape;130;p29">
            <a:extLst>
              <a:ext uri="{FF2B5EF4-FFF2-40B4-BE49-F238E27FC236}">
                <a16:creationId xmlns:a16="http://schemas.microsoft.com/office/drawing/2014/main" id="{7A900CAF-02A4-EA2C-D5AE-61E805D388DB}"/>
              </a:ext>
            </a:extLst>
          </p:cNvPr>
          <p:cNvSpPr txBox="1"/>
          <p:nvPr/>
        </p:nvSpPr>
        <p:spPr>
          <a:xfrm>
            <a:off x="3107605" y="11606675"/>
            <a:ext cx="32744401" cy="15973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algn="l" marL="0" indent="0">
              <a:buSzPts val="8400"/>
            </a:pPr>
            <a:r>
              <a:rPr lang="en-IN" sz="6000" b="1" dirty="0">
                <a:solidFill>
                  <a:schemeClr val="lt1"/>
                </a:solidFill>
                <a:latin typeface="Cambria"/>
                <a:ea typeface="Cambria"/>
                <a:sym typeface="Cambria"/>
              </a:rPr>
              <a:t>Inductance</a:t>
            </a:r>
            <a:endParaRPr sz="6000" b="1" dirty="0">
              <a:solidFill>
                <a:schemeClr val="lt1"/>
              </a:solidFill>
              <a:latin typeface="Cambria"/>
              <a:ea typeface="Cambria"/>
            </a:endParaRPr>
          </a:p>
        </p:txBody>
      </p:sp>
      <p:sp>
        <p:nvSpPr>
          <p:cNvPr id="19" name="Google Shape;130;p29">
            <a:extLst>
              <a:ext uri="{FF2B5EF4-FFF2-40B4-BE49-F238E27FC236}">
                <a16:creationId xmlns:a16="http://schemas.microsoft.com/office/drawing/2014/main" id="{14CC97B5-99F4-9A71-2E1A-0ED3B3F0A5F1}"/>
              </a:ext>
            </a:extLst>
          </p:cNvPr>
          <p:cNvSpPr txBox="1"/>
          <p:nvPr/>
        </p:nvSpPr>
        <p:spPr>
          <a:xfrm>
            <a:off x="3107605" y="13741954"/>
            <a:ext cx="32744401" cy="15973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algn="l" marL="0" indent="0">
              <a:buSzPts val="8400"/>
            </a:pPr>
            <a:r>
              <a:rPr lang="en-IN" sz="6000" b="1" dirty="0">
                <a:solidFill>
                  <a:schemeClr val="lt1"/>
                </a:solidFill>
                <a:latin typeface="Cambria"/>
                <a:ea typeface="Cambria"/>
                <a:sym typeface="Cambria"/>
              </a:rPr>
              <a:t>Resistance</a:t>
            </a:r>
            <a:endParaRPr sz="6000" b="1" dirty="0">
              <a:solidFill>
                <a:schemeClr val="lt1"/>
              </a:solidFill>
              <a:latin typeface="Cambria"/>
              <a:ea typeface="Cambria"/>
            </a:endParaRPr>
          </a:p>
        </p:txBody>
      </p:sp>
    </p:spTree>
  </p:cSld>
  <p:clrMapOvr>
    <a:masterClrMapping/>
  </p:clrMapOvr>
  <p:transition spd="slow">
    <p:push/>
  </p:transition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Google Shape;129;p29"/>
          <p:cNvSpPr txBox="1"/>
          <p:nvPr/>
        </p:nvSpPr>
        <p:spPr>
          <a:xfrm>
            <a:off x="1104806" y="2396709"/>
            <a:ext cx="34747200" cy="25603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algn="l" marL="0" lvl="0" indent="0">
              <a:buSzPts val="8400"/>
              <a:buFont typeface="Arial"/>
              <a:buNone/>
            </a:pPr>
            <a:r>
              <a:rPr lang="en-IN" sz="6000" b="1" dirty="0">
                <a:solidFill>
                  <a:schemeClr val="lt1"/>
                </a:solidFill>
                <a:latin typeface="Cambria"/>
                <a:ea typeface="Cambria"/>
                <a:sym typeface="Cambria"/>
              </a:rPr>
              <a:t>8. Match List-I with List-II. [07 April, 2025 (Shift-II)]</a:t>
            </a:r>
          </a:p>
          <a:p>
            <a:pPr algn="l" marL="0" lvl="0" indent="0">
              <a:buSzPts val="8400"/>
              <a:buFont typeface="Arial"/>
              <a:buNone/>
            </a:pPr>
            <a:r>
              <a:rPr lang="en-IN" sz="6000" b="1" dirty="0">
                <a:solidFill>
                  <a:schemeClr val="lt1"/>
                </a:solidFill>
                <a:latin typeface="Cambria"/>
                <a:ea typeface="Cambria"/>
                <a:sym typeface="Cambria"/>
              </a:rPr>
              <a:t>Choose the correct answer from the options given below :</a:t>
            </a:r>
          </a:p>
        </p:txBody>
      </p:sp>
      <p:sp>
        <p:nvSpPr>
          <p:cNvPr id="3" name="Google Shape;130;p29"/>
          <p:cNvSpPr txBox="1"/>
          <p:nvPr/>
        </p:nvSpPr>
        <p:spPr>
          <a:xfrm>
            <a:off x="3107605" y="11663909"/>
            <a:ext cx="32744401" cy="15973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algn="l" marL="0" indent="0">
              <a:buSzPts val="8400"/>
            </a:pPr>
            <a:r>
              <a:rPr lang="en-IN" sz="6000" b="1" dirty="0">
                <a:solidFill>
                  <a:schemeClr val="lt1"/>
                </a:solidFill>
                <a:latin typeface="Cambria"/>
                <a:ea typeface="Cambria"/>
                <a:sym typeface="Cambria"/>
              </a:rPr>
              <a:t>(A)-(IV), (B)-(II), (C)-(III), (D)-(I)</a:t>
            </a:r>
            <a:endParaRPr sz="6000" b="1" dirty="0">
              <a:solidFill>
                <a:schemeClr val="lt1"/>
              </a:solidFill>
              <a:latin typeface="Cambria"/>
              <a:ea typeface="Cambria"/>
            </a:endParaRPr>
          </a:p>
        </p:txBody>
      </p:sp>
      <p:sp>
        <p:nvSpPr>
          <p:cNvPr id="4" name="Google Shape;131;p29"/>
          <p:cNvSpPr/>
          <p:nvPr/>
        </p:nvSpPr>
        <p:spPr>
          <a:xfrm>
            <a:off x="-1864528" y="681774"/>
            <a:ext cx="7081988" cy="1569660"/>
          </a:xfrm>
          <a:prstGeom prst="roundRect">
            <a:avLst>
              <a:gd name="adj" fmla="val 50000"/>
            </a:avLst>
          </a:prstGeom>
          <a:gradFill>
            <a:gsLst>
              <a:gs pos="0">
                <a:srgbClr val="07213C"/>
              </a:gs>
              <a:gs pos="50000">
                <a:srgbClr val="0A3258"/>
              </a:gs>
              <a:gs pos="100000">
                <a:srgbClr val="0E3B69"/>
              </a:gs>
            </a:gsLst>
            <a:lin ang="16200000" scaled="0"/>
          </a:gradFill>
          <a:ln w="57150" cap="flat" cmpd="sng">
            <a:solidFill>
              <a:schemeClr val="lt1"/>
            </a:solidFill>
            <a:prstDash val="solid"/>
            <a:round/>
            <a:headEnd type="none" w="sm" len="sm"/>
            <a:tailEnd type="none" w="sm" len="sm"/>
          </a:ln>
          <a:effectLst>
            <a:outerShdw blurRad="50800" dist="38100" dir="10800000" algn="r" rotWithShape="0">
              <a:srgbClr val="000000">
                <a:alpha val="40000"/>
              </a:srgb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algn="l" marL="0" marR="0" lvl="0" indent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8400" b="1" i="0" u="none" strike="noStrike" cap="none">
              <a:solidFill>
                <a:schemeClr val="lt1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5" name="Google Shape;132;p29"/>
          <p:cNvSpPr txBox="1"/>
          <p:nvPr/>
        </p:nvSpPr>
        <p:spPr>
          <a:xfrm>
            <a:off x="1039500" y="827049"/>
            <a:ext cx="4562190" cy="101562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algn="l">
              <a:buSzPts val="8400"/>
            </a:pPr>
            <a:r>
              <a:rPr lang="en-IN" sz="6000" b="1" dirty="0">
                <a:solidFill>
                  <a:schemeClr val="lt1"/>
                </a:solidFill>
                <a:latin typeface="Cambria"/>
                <a:ea typeface="Cambria"/>
                <a:sym typeface="Cambria"/>
              </a:rPr>
              <a:t>Question</a:t>
            </a:r>
            <a:endParaRPr sz="6000" b="1" dirty="0">
              <a:solidFill>
                <a:schemeClr val="lt1"/>
              </a:solidFill>
              <a:latin typeface="Cambria"/>
              <a:ea typeface="Cambria"/>
            </a:endParaRPr>
          </a:p>
        </p:txBody>
      </p:sp>
      <p:sp>
        <p:nvSpPr>
          <p:cNvPr id="6" name="Google Shape;133;p29"/>
          <p:cNvSpPr/>
          <p:nvPr/>
        </p:nvSpPr>
        <p:spPr>
          <a:xfrm>
            <a:off x="1039499" y="11373120"/>
            <a:ext cx="1597200" cy="1597200"/>
          </a:xfrm>
          <a:prstGeom prst="ellipse">
            <a:avLst/>
          </a:prstGeom>
          <a:gradFill>
            <a:gsLst>
              <a:gs pos="0">
                <a:srgbClr val="07213C"/>
              </a:gs>
              <a:gs pos="50000">
                <a:srgbClr val="0A3258"/>
              </a:gs>
              <a:gs pos="100000">
                <a:srgbClr val="0E3B69"/>
              </a:gs>
            </a:gsLst>
            <a:lin ang="16200000" scaled="0"/>
          </a:gradFill>
          <a:ln w="57150" cap="flat" cmpd="sng">
            <a:solidFill>
              <a:schemeClr val="lt1"/>
            </a:solidFill>
            <a:prstDash val="solid"/>
            <a:round/>
            <a:headEnd type="none" w="sm" len="sm"/>
            <a:tailEnd type="none" w="sm" len="sm"/>
          </a:ln>
          <a:effectLst>
            <a:outerShdw blurRad="50800" dist="38100" dir="10800000" algn="r" rotWithShape="0">
              <a:srgbClr val="000000">
                <a:alpha val="40000"/>
              </a:srgb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algn="l" marL="0" marR="0" lvl="0" indent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400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" name="Google Shape;134;p29"/>
          <p:cNvSpPr txBox="1"/>
          <p:nvPr/>
        </p:nvSpPr>
        <p:spPr>
          <a:xfrm>
            <a:off x="1104807" y="11571625"/>
            <a:ext cx="1466700" cy="116951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lvl="0" indent="0" algn="ctr">
              <a:buSzPts val="8400"/>
              <a:buFont typeface="Arial"/>
              <a:buNone/>
            </a:pPr>
            <a:r>
              <a:rPr lang="en-IN" sz="7000" b="1" dirty="0">
                <a:solidFill>
                  <a:schemeClr val="lt1"/>
                </a:solidFill>
                <a:latin typeface="Cambria"/>
                <a:ea typeface="Cambria"/>
                <a:sym typeface="Poppins"/>
              </a:rPr>
              <a:t>A</a:t>
            </a:r>
            <a:endParaRPr sz="7000" b="1" dirty="0">
              <a:solidFill>
                <a:schemeClr val="lt1"/>
              </a:solidFill>
              <a:latin typeface="Cambria"/>
              <a:ea typeface="Cambria"/>
            </a:endParaRPr>
          </a:p>
        </p:txBody>
      </p:sp>
      <p:grpSp>
        <p:nvGrpSpPr>
          <p:cNvPr id="8" name="Group 3">
            <a:extLst>
              <a:ext uri="{FF2B5EF4-FFF2-40B4-BE49-F238E27FC236}">
                <a16:creationId xmlns:a16="http://schemas.microsoft.com/office/drawing/2014/main" id="{E7A8D3A8-3CB4-6749-CCFA-38CA3F055B3C}"/>
              </a:ext>
            </a:extLst>
          </p:cNvPr>
          <p:cNvGrpSpPr/>
          <p:nvPr/>
        </p:nvGrpSpPr>
        <p:grpSpPr>
          <a:xfrm>
            <a:off x="1039499" y="13490460"/>
            <a:ext cx="1597200" cy="1597200"/>
            <a:chOff x="1039499" y="8887793"/>
            <a:chExt cx="1597200" cy="1597200"/>
          </a:xfrm>
        </p:grpSpPr>
        <p:sp>
          <p:nvSpPr>
            <p:cNvPr id="9" name="Google Shape;135;p29"/>
            <p:cNvSpPr/>
            <p:nvPr/>
          </p:nvSpPr>
          <p:spPr>
            <a:xfrm>
              <a:off x="1039499" y="8887793"/>
              <a:ext cx="1597200" cy="1597200"/>
            </a:xfrm>
            <a:prstGeom prst="ellipse">
              <a:avLst/>
            </a:prstGeom>
            <a:gradFill>
              <a:gsLst>
                <a:gs pos="0">
                  <a:srgbClr val="07213C"/>
                </a:gs>
                <a:gs pos="50000">
                  <a:srgbClr val="0A3258"/>
                </a:gs>
                <a:gs pos="100000">
                  <a:srgbClr val="0E3B69"/>
                </a:gs>
              </a:gsLst>
              <a:lin ang="16200000" scaled="0"/>
            </a:gradFill>
            <a:ln w="5715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  <a:effectLst>
              <a:outerShdw blurRad="50800" dist="38100" dir="10800000" algn="r" rotWithShape="0">
                <a:srgbClr val="000000">
                  <a:alpha val="40000"/>
                </a:srgbClr>
              </a:outerShdw>
            </a:effectLst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algn="l" marL="0" marR="0" lvl="0" indent="0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4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0" name="Google Shape;136;p29"/>
            <p:cNvSpPr txBox="1"/>
            <p:nvPr/>
          </p:nvSpPr>
          <p:spPr>
            <a:xfrm>
              <a:off x="1104806" y="9086298"/>
              <a:ext cx="1466700" cy="12006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pPr algn="ctr">
                <a:buSzPts val="8400"/>
              </a:pPr>
              <a:r>
                <a:rPr lang="en-IN" sz="7000" b="1" dirty="0">
                  <a:solidFill>
                    <a:schemeClr val="lt1"/>
                  </a:solidFill>
                  <a:latin typeface="Cambria"/>
                  <a:ea typeface="Cambria"/>
                  <a:sym typeface="Poppins"/>
                </a:rPr>
                <a:t>B</a:t>
              </a:r>
              <a:endParaRPr sz="7000" b="1" dirty="0">
                <a:solidFill>
                  <a:schemeClr val="lt1"/>
                </a:solidFill>
                <a:latin typeface="Cambria"/>
                <a:ea typeface="Cambria"/>
              </a:endParaRPr>
            </a:p>
          </p:txBody>
        </p:sp>
      </p:grpSp>
      <p:grpSp>
        <p:nvGrpSpPr>
          <p:cNvPr id="11" name="Group 2">
            <a:extLst>
              <a:ext uri="{FF2B5EF4-FFF2-40B4-BE49-F238E27FC236}">
                <a16:creationId xmlns:a16="http://schemas.microsoft.com/office/drawing/2014/main" id="{1929EFE0-7899-C986-6D22-F9305746025F}"/>
              </a:ext>
            </a:extLst>
          </p:cNvPr>
          <p:cNvGrpSpPr/>
          <p:nvPr/>
        </p:nvGrpSpPr>
        <p:grpSpPr>
          <a:xfrm>
            <a:off x="1039499" y="15607800"/>
            <a:ext cx="1597200" cy="1597200"/>
            <a:chOff x="1039499" y="11392904"/>
            <a:chExt cx="1597200" cy="1597200"/>
          </a:xfrm>
        </p:grpSpPr>
        <p:sp>
          <p:nvSpPr>
            <p:cNvPr id="12" name="Google Shape;137;p29"/>
            <p:cNvSpPr/>
            <p:nvPr/>
          </p:nvSpPr>
          <p:spPr>
            <a:xfrm>
              <a:off x="1039499" y="11392904"/>
              <a:ext cx="1597200" cy="1597200"/>
            </a:xfrm>
            <a:prstGeom prst="ellipse">
              <a:avLst/>
            </a:prstGeom>
            <a:gradFill>
              <a:gsLst>
                <a:gs pos="0">
                  <a:srgbClr val="07213C"/>
                </a:gs>
                <a:gs pos="50000">
                  <a:srgbClr val="0A3258"/>
                </a:gs>
                <a:gs pos="100000">
                  <a:srgbClr val="0E3B69"/>
                </a:gs>
              </a:gsLst>
              <a:lin ang="16200000" scaled="0"/>
            </a:gradFill>
            <a:ln w="5715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  <a:effectLst>
              <a:outerShdw blurRad="50800" dist="38100" dir="10800000" algn="r" rotWithShape="0">
                <a:srgbClr val="000000">
                  <a:alpha val="40000"/>
                </a:srgbClr>
              </a:outerShdw>
            </a:effectLst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algn="l" marL="0" marR="0" lvl="0" indent="0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4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3" name="Google Shape;138;p29"/>
            <p:cNvSpPr txBox="1"/>
            <p:nvPr/>
          </p:nvSpPr>
          <p:spPr>
            <a:xfrm>
              <a:off x="1104806" y="11591409"/>
              <a:ext cx="1466700" cy="12006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pPr algn="ctr">
                <a:buSzPts val="8400"/>
              </a:pPr>
              <a:r>
                <a:rPr lang="en-IN" sz="7000" b="1" dirty="0">
                  <a:solidFill>
                    <a:schemeClr val="lt1"/>
                  </a:solidFill>
                  <a:latin typeface="Cambria"/>
                  <a:ea typeface="Cambria"/>
                  <a:sym typeface="Poppins"/>
                </a:rPr>
                <a:t>C</a:t>
              </a:r>
              <a:endParaRPr sz="7000" b="1" dirty="0">
                <a:solidFill>
                  <a:schemeClr val="lt1"/>
                </a:solidFill>
                <a:latin typeface="Cambria"/>
                <a:ea typeface="Cambria"/>
              </a:endParaRPr>
            </a:p>
          </p:txBody>
        </p:sp>
      </p:grpSp>
      <p:grpSp>
        <p:nvGrpSpPr>
          <p:cNvPr id="14" name="Group 1">
            <a:extLst>
              <a:ext uri="{FF2B5EF4-FFF2-40B4-BE49-F238E27FC236}">
                <a16:creationId xmlns:a16="http://schemas.microsoft.com/office/drawing/2014/main" id="{2EFF441D-B1EA-669C-64B0-91C1D604A467}"/>
              </a:ext>
            </a:extLst>
          </p:cNvPr>
          <p:cNvGrpSpPr/>
          <p:nvPr/>
        </p:nvGrpSpPr>
        <p:grpSpPr>
          <a:xfrm>
            <a:off x="1039499" y="17725140"/>
            <a:ext cx="1597200" cy="1597200"/>
            <a:chOff x="1039499" y="13898015"/>
            <a:chExt cx="1597200" cy="1597200"/>
          </a:xfrm>
        </p:grpSpPr>
        <p:sp>
          <p:nvSpPr>
            <p:cNvPr id="15" name="Google Shape;139;p29"/>
            <p:cNvSpPr/>
            <p:nvPr/>
          </p:nvSpPr>
          <p:spPr>
            <a:xfrm>
              <a:off x="1039499" y="13898015"/>
              <a:ext cx="1597200" cy="1597200"/>
            </a:xfrm>
            <a:prstGeom prst="ellipse">
              <a:avLst/>
            </a:prstGeom>
            <a:gradFill>
              <a:gsLst>
                <a:gs pos="0">
                  <a:srgbClr val="07213C"/>
                </a:gs>
                <a:gs pos="50000">
                  <a:srgbClr val="0A3258"/>
                </a:gs>
                <a:gs pos="100000">
                  <a:srgbClr val="0E3B69"/>
                </a:gs>
              </a:gsLst>
              <a:lin ang="16200000" scaled="0"/>
            </a:gradFill>
            <a:ln w="5715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  <a:effectLst>
              <a:outerShdw blurRad="50800" dist="38100" dir="10800000" algn="r" rotWithShape="0">
                <a:srgbClr val="000000">
                  <a:alpha val="40000"/>
                </a:srgbClr>
              </a:outerShdw>
            </a:effectLst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algn="l" marL="0" marR="0" lvl="0" indent="0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4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6" name="Google Shape;140;p29"/>
            <p:cNvSpPr txBox="1"/>
            <p:nvPr/>
          </p:nvSpPr>
          <p:spPr>
            <a:xfrm>
              <a:off x="1104806" y="14096520"/>
              <a:ext cx="1466700" cy="12006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pPr algn="ctr">
                <a:buSzPts val="8400"/>
              </a:pPr>
              <a:r>
                <a:rPr lang="en-IN" sz="7000" b="1" dirty="0">
                  <a:solidFill>
                    <a:schemeClr val="lt1"/>
                  </a:solidFill>
                  <a:latin typeface="Cambria"/>
                  <a:ea typeface="Cambria"/>
                  <a:sym typeface="Poppins"/>
                </a:rPr>
                <a:t>D</a:t>
              </a:r>
              <a:endParaRPr sz="7000" b="1" dirty="0">
                <a:solidFill>
                  <a:schemeClr val="lt1"/>
                </a:solidFill>
                <a:latin typeface="Cambria"/>
                <a:ea typeface="Cambria"/>
              </a:endParaRPr>
            </a:p>
          </p:txBody>
        </p:sp>
      </p:grpSp>
      <p:sp>
        <p:nvSpPr>
          <p:cNvPr id="17" name="Google Shape;130;p29">
            <a:extLst>
              <a:ext uri="{FF2B5EF4-FFF2-40B4-BE49-F238E27FC236}">
                <a16:creationId xmlns:a16="http://schemas.microsoft.com/office/drawing/2014/main" id="{359EC1B9-8B0A-CB48-A9AA-6F6EAF44500B}"/>
              </a:ext>
            </a:extLst>
          </p:cNvPr>
          <p:cNvSpPr txBox="1"/>
          <p:nvPr/>
        </p:nvSpPr>
        <p:spPr>
          <a:xfrm>
            <a:off x="3107605" y="13721051"/>
            <a:ext cx="32744401" cy="15973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algn="l" marL="0" indent="0">
              <a:buSzPts val="8400"/>
            </a:pPr>
            <a:r>
              <a:rPr lang="en-IN" sz="6000" b="1" dirty="0">
                <a:solidFill>
                  <a:schemeClr val="lt1"/>
                </a:solidFill>
                <a:latin typeface="Cambria"/>
                <a:ea typeface="Cambria"/>
                <a:sym typeface="Cambria"/>
              </a:rPr>
              <a:t>(A)-(I), (B)-(III), (C)-(IV), (D)-(II)</a:t>
            </a:r>
            <a:endParaRPr sz="6000" b="1" dirty="0">
              <a:solidFill>
                <a:schemeClr val="lt1"/>
              </a:solidFill>
              <a:latin typeface="Cambria"/>
              <a:ea typeface="Cambria"/>
            </a:endParaRPr>
          </a:p>
        </p:txBody>
      </p:sp>
      <p:sp>
        <p:nvSpPr>
          <p:cNvPr id="18" name="Google Shape;130;p29">
            <a:extLst>
              <a:ext uri="{FF2B5EF4-FFF2-40B4-BE49-F238E27FC236}">
                <a16:creationId xmlns:a16="http://schemas.microsoft.com/office/drawing/2014/main" id="{7A900CAF-02A4-EA2C-D5AE-61E805D388DB}"/>
              </a:ext>
            </a:extLst>
          </p:cNvPr>
          <p:cNvSpPr txBox="1"/>
          <p:nvPr/>
        </p:nvSpPr>
        <p:spPr>
          <a:xfrm>
            <a:off x="3107605" y="15788366"/>
            <a:ext cx="32744401" cy="15973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algn="l" marL="0" indent="0">
              <a:buSzPts val="8400"/>
            </a:pPr>
            <a:r>
              <a:rPr lang="en-IN" sz="6000" b="1" dirty="0">
                <a:solidFill>
                  <a:schemeClr val="lt1"/>
                </a:solidFill>
                <a:latin typeface="Cambria"/>
                <a:ea typeface="Cambria"/>
                <a:sym typeface="Cambria"/>
              </a:rPr>
              <a:t>(A)-(IV), (B)-(II), (C)-(I), (D)-(III)</a:t>
            </a:r>
            <a:endParaRPr sz="6000" b="1" dirty="0">
              <a:solidFill>
                <a:schemeClr val="lt1"/>
              </a:solidFill>
              <a:latin typeface="Cambria"/>
              <a:ea typeface="Cambria"/>
            </a:endParaRPr>
          </a:p>
        </p:txBody>
      </p:sp>
      <p:sp>
        <p:nvSpPr>
          <p:cNvPr id="19" name="Google Shape;130;p29">
            <a:extLst>
              <a:ext uri="{FF2B5EF4-FFF2-40B4-BE49-F238E27FC236}">
                <a16:creationId xmlns:a16="http://schemas.microsoft.com/office/drawing/2014/main" id="{14CC97B5-99F4-9A71-2E1A-0ED3B3F0A5F1}"/>
              </a:ext>
            </a:extLst>
          </p:cNvPr>
          <p:cNvSpPr txBox="1"/>
          <p:nvPr/>
        </p:nvSpPr>
        <p:spPr>
          <a:xfrm>
            <a:off x="3107605" y="17923645"/>
            <a:ext cx="32744401" cy="15973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algn="l" marL="0" indent="0">
              <a:buSzPts val="8400"/>
            </a:pPr>
            <a:r>
              <a:rPr lang="en-IN" sz="6000" b="1" dirty="0">
                <a:solidFill>
                  <a:schemeClr val="lt1"/>
                </a:solidFill>
                <a:latin typeface="Cambria"/>
                <a:ea typeface="Cambria"/>
                <a:sym typeface="Cambria"/>
              </a:rPr>
              <a:t>(A)-(II), (B)-(III), (C)-(IV), (D)-(I)</a:t>
            </a:r>
            <a:endParaRPr sz="6000" b="1" dirty="0">
              <a:solidFill>
                <a:schemeClr val="lt1"/>
              </a:solidFill>
              <a:latin typeface="Cambria"/>
              <a:ea typeface="Cambria"/>
            </a:endParaRPr>
          </a:p>
        </p:txBody>
      </p:sp>
      <p:graphicFrame>
        <p:nvGraphicFramePr>
          <p:cNvPr id="20" name="ContentTable"/>
          <p:cNvGraphicFramePr>
            <a:graphicFrameLocks noGrp="1"/>
          </p:cNvGraphicFramePr>
          <p:nvPr/>
        </p:nvGraphicFramePr>
        <p:xfrm>
          <a:off x="1104806" y="5477029"/>
          <a:ext cx="34747200" cy="4576091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7373600"/>
                <a:gridCol w="17373600"/>
              </a:tblGrid>
              <a:tr h="915219">
                <a:tc>
                  <a:txBody>
                    <a:bodyPr/>
                    <a:lstStyle/>
                    <a:p>
                      <a:pPr algn="l" marL="0" marR="0" lvl="0" indent="0" rtl="0">
                        <a:lnSpc>
                          <a:spcPct val="110000"/>
                        </a:lnSpc>
                        <a:spcBef>
                          <a:spcPts val="60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buNone/>
                      </a:pPr>
                      <a:r>
                        <a:rPr lang="en-IN" sz="4000" b="1" i="0" u="none" strike="noStrike" cap="none" dirty="0">
                          <a:solidFill>
                            <a:schemeClr val="tx1"/>
                          </a:solidFill>
                          <a:latin typeface="Cambria"/>
                          <a:ea typeface="Cambria"/>
                          <a:sym typeface="Arial"/>
                        </a:rPr>
                        <a:t>List-I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marL="0" marR="0" lvl="0" indent="0" rtl="0">
                        <a:lnSpc>
                          <a:spcPct val="110000"/>
                        </a:lnSpc>
                        <a:spcBef>
                          <a:spcPts val="60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buNone/>
                      </a:pPr>
                      <a:r>
                        <a:rPr lang="en-IN" sz="4000" b="1" i="0" u="none" strike="noStrike" cap="none" dirty="0">
                          <a:solidFill>
                            <a:schemeClr val="tx1"/>
                          </a:solidFill>
                          <a:latin typeface="Cambria"/>
                          <a:ea typeface="Cambria"/>
                          <a:sym typeface="Arial"/>
                        </a:rPr>
                        <a:t>List-II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915218">
                <a:tc>
                  <a:txBody>
                    <a:bodyPr/>
                    <a:lstStyle/>
                    <a:p>
                      <a:pPr algn="l" marL="0" marR="0" lvl="0" indent="0" defTabSz="914400" rtl="0" eaLnBrk="1" fontAlgn="auto" latinLnBrk="0" hangingPunct="1">
                        <a:lnSpc>
                          <a:spcPct val="110000"/>
                        </a:lnSpc>
                        <a:spcBef>
                          <a:spcPts val="60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kumimoji="0" lang="en-IN" sz="4000" b="0" i="0" u="none" strike="noStrike" kern="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Cambria"/>
                          <a:ea typeface="Cambria"/>
                          <a:cs typeface="+mn-cs"/>
                          <a:sym typeface="Arial"/>
                        </a:rPr>
                        <a:t>(A) Mass density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marL="0" marR="0" lvl="0" indent="0" defTabSz="914400" rtl="0" eaLnBrk="1" fontAlgn="auto" latinLnBrk="0" hangingPunct="1">
                        <a:lnSpc>
                          <a:spcPct val="110000"/>
                        </a:lnSpc>
                        <a:spcBef>
                          <a:spcPts val="60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kumimoji="0" lang="en-IN" sz="4000" b="0" i="0" u="none" strike="noStrike" kern="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Cambria"/>
                          <a:ea typeface="Cambria"/>
                          <a:cs typeface="+mn-cs"/>
                          <a:sym typeface="Arial"/>
                        </a:rPr>
                        <a:t>(I) </a:t>
                      </a:r>
                      <mc:AlternateContent xmlns:mc="http://schemas.openxmlformats.org/markup-compatibility/2006">
                        <mc:Choice xmlns:a14="http://schemas.microsoft.com/office/drawing/2010/main" Requires="a14">
                          <a14:m xmlns:m="http://schemas.openxmlformats.org/officeDocument/2006/math">
                            <m:oMath>
                              <m:r>
                                <a:rPr kumimoji="0" lang="en-IN" sz="4000" b="0" i="0" u="none" strike="noStrike" kern="0" cap="none" spc="0" normalizeH="0" baseline="0" noProof="0" dirty="0">
                                  <a:ln>
                                    <a:noFill/>
                                  </a:ln>
                                  <a:solidFill>
                                    <a:srgbClr val="000000"/>
                                  </a:solidFill>
                                  <a:effectLst/>
                                  <a:uLnTx/>
                                  <a:uFillTx/>
                                  <a:latin typeface="Cambria Math"/>
                                  <a:ea typeface="Cambria Math"/>
                                  <a:cs typeface="Cambria Math"/>
                                  <a:sym typeface="Cambria Math"/>
                                </a:rPr>
                                <m:t xml:space="preserve"> [M</m:t>
                              </m:r>
                              <m:sSup>
                                <m:sSupPr/>
                                <m:e>
                                  <m:r>
                                    <a:rPr kumimoji="0" lang="en-IN" sz="4000" b="0" i="0" u="none" strike="noStrike" kern="0" cap="none" spc="0" normalizeH="0" baseline="0" noProof="0" dirty="0">
                                      <a:ln>
                                        <a:noFill/>
                                      </a:ln>
                                      <a:solidFill>
                                        <a:srgbClr val="000000"/>
                                      </a:solidFill>
                                      <a:effectLst/>
                                      <a:uLnTx/>
                                      <a:uFillTx/>
                                      <a:latin typeface="Cambria Math"/>
                                      <a:ea typeface="Cambria Math"/>
                                      <a:cs typeface="Cambria Math"/>
                                      <a:sym typeface="Cambria Math"/>
                                    </a:rPr>
                                    <m:t xml:space="preserve">L</m:t>
                                  </m:r>
                                </m:e>
                                <m:sup>
                                  <m:r>
                                    <a:rPr kumimoji="0" lang="en-IN" sz="4000" b="0" i="0" u="none" strike="noStrike" kern="0" cap="none" spc="0" normalizeH="0" baseline="0" noProof="0" dirty="0">
                                      <a:ln>
                                        <a:noFill/>
                                      </a:ln>
                                      <a:solidFill>
                                        <a:srgbClr val="000000"/>
                                      </a:solidFill>
                                      <a:effectLst/>
                                      <a:uLnTx/>
                                      <a:uFillTx/>
                                      <a:latin typeface="Cambria Math"/>
                                      <a:ea typeface="Cambria Math"/>
                                      <a:cs typeface="Cambria Math"/>
                                      <a:sym typeface="Cambria Math"/>
                                    </a:rPr>
                                    <m:t xml:space="preserve">2</m:t>
                                  </m:r>
                                </m:sup>
                              </m:sSup>
                              <m:r>
                                <a:rPr kumimoji="0" lang="en-IN" sz="4000" b="0" i="0" u="none" strike="noStrike" kern="0" cap="none" spc="0" normalizeH="0" baseline="0" noProof="0" dirty="0">
                                  <a:ln>
                                    <a:noFill/>
                                  </a:ln>
                                  <a:solidFill>
                                    <a:srgbClr val="000000"/>
                                  </a:solidFill>
                                  <a:effectLst/>
                                  <a:uLnTx/>
                                  <a:uFillTx/>
                                  <a:latin typeface="Cambria Math"/>
                                  <a:ea typeface="Cambria Math"/>
                                  <a:cs typeface="Cambria Math"/>
                                  <a:sym typeface="Cambria Math"/>
                                </a:rPr>
                                <m:t xml:space="preserve"> </m:t>
                              </m:r>
                              <m:sSup>
                                <m:sSupPr/>
                                <m:e>
                                  <m:r>
                                    <a:rPr kumimoji="0" lang="en-IN" sz="4000" b="0" i="0" u="none" strike="noStrike" kern="0" cap="none" spc="0" normalizeH="0" baseline="0" noProof="0" dirty="0">
                                      <a:ln>
                                        <a:noFill/>
                                      </a:ln>
                                      <a:solidFill>
                                        <a:srgbClr val="000000"/>
                                      </a:solidFill>
                                      <a:effectLst/>
                                      <a:uLnTx/>
                                      <a:uFillTx/>
                                      <a:latin typeface="Cambria Math"/>
                                      <a:ea typeface="Cambria Math"/>
                                      <a:cs typeface="Cambria Math"/>
                                      <a:sym typeface="Cambria Math"/>
                                    </a:rPr>
                                    <m:t xml:space="preserve">T</m:t>
                                  </m:r>
                                </m:e>
                                <m:sup>
                                  <m:r>
                                    <a:rPr kumimoji="0" lang="en-IN" sz="4000" b="0" i="0" u="none" strike="noStrike" kern="0" cap="none" spc="0" normalizeH="0" baseline="0" noProof="0" dirty="0">
                                      <a:ln>
                                        <a:noFill/>
                                      </a:ln>
                                      <a:solidFill>
                                        <a:srgbClr val="000000"/>
                                      </a:solidFill>
                                      <a:effectLst/>
                                      <a:uLnTx/>
                                      <a:uFillTx/>
                                      <a:latin typeface="Cambria Math"/>
                                      <a:ea typeface="Cambria Math"/>
                                      <a:cs typeface="Cambria Math"/>
                                      <a:sym typeface="Cambria Math"/>
                                    </a:rPr>
                                    <m:t xml:space="preserve">-3</m:t>
                                  </m:r>
                                </m:sup>
                              </m:sSup>
                              <m:r>
                                <a:rPr kumimoji="0" lang="en-IN" sz="4000" b="0" i="0" u="none" strike="noStrike" kern="0" cap="none" spc="0" normalizeH="0" baseline="0" noProof="0" dirty="0">
                                  <a:ln>
                                    <a:noFill/>
                                  </a:ln>
                                  <a:solidFill>
                                    <a:srgbClr val="000000"/>
                                  </a:solidFill>
                                  <a:effectLst/>
                                  <a:uLnTx/>
                                  <a:uFillTx/>
                                  <a:latin typeface="Cambria Math"/>
                                  <a:ea typeface="Cambria Math"/>
                                  <a:cs typeface="Cambria Math"/>
                                  <a:sym typeface="Cambria Math"/>
                                </a:rPr>
                                <m:t xml:space="preserve">] </m:t>
                              </m:r>
                            </m:oMath>
                          </a14:m>
                        </mc:Choice>
                        <mc:Fallback>
                          <a:r>
                            <a:rPr kumimoji="0" lang="en-IN" sz="4000" b="0" i="0" u="none" strike="noStrike" kern="0" cap="none" spc="0" normalizeH="0" baseline="0" noProof="0" dirty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uLnTx/>
                              <a:uFillTx/>
                              <a:latin typeface="Cambria"/>
                              <a:ea typeface="Cambria"/>
                              <a:cs typeface="+mn-cs"/>
                              <a:sym typeface="Arial"/>
                            </a:rPr>
                            <a:t> [ML</a:t>
                          </a:r>
                          <a:r>
                            <a:rPr kumimoji="0" lang="en-IN" sz="2880" b="0" i="0" u="none" strike="noStrike" kern="0" cap="none" spc="0" normalizeH="0" baseline="52000" noProof="0" dirty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uLnTx/>
                              <a:uFillTx/>
                              <a:latin typeface="Cambria"/>
                              <a:ea typeface="Cambria"/>
                              <a:cs typeface="+mn-cs"/>
                              <a:sym typeface="Arial"/>
                            </a:rPr>
                            <a:t>2</a:t>
                          </a:r>
                          <a:r>
                            <a:rPr kumimoji="0" lang="en-IN" sz="4000" b="0" i="0" u="none" strike="noStrike" kern="0" cap="none" spc="0" normalizeH="0" baseline="0" noProof="0" dirty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uLnTx/>
                              <a:uFillTx/>
                              <a:latin typeface="Cambria"/>
                              <a:ea typeface="Cambria"/>
                              <a:cs typeface="+mn-cs"/>
                              <a:sym typeface="Arial"/>
                            </a:rPr>
                            <a:t> T</a:t>
                          </a:r>
                          <a:r>
                            <a:rPr kumimoji="0" lang="en-IN" sz="2880" b="0" i="0" u="none" strike="noStrike" kern="0" cap="none" spc="0" normalizeH="0" baseline="52000" noProof="0" dirty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uLnTx/>
                              <a:uFillTx/>
                              <a:latin typeface="Cambria"/>
                              <a:ea typeface="Cambria"/>
                              <a:cs typeface="+mn-cs"/>
                              <a:sym typeface="Arial"/>
                            </a:rPr>
                            <a:t>-3</a:t>
                          </a:r>
                          <a:r>
                            <a:rPr kumimoji="0" lang="en-IN" sz="4000" b="0" i="0" u="none" strike="noStrike" kern="0" cap="none" spc="0" normalizeH="0" baseline="0" noProof="0" dirty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uLnTx/>
                              <a:uFillTx/>
                              <a:latin typeface="Cambria"/>
                              <a:ea typeface="Cambria"/>
                              <a:cs typeface="+mn-cs"/>
                              <a:sym typeface="Arial"/>
                            </a:rPr>
                            <a:t>] </a:t>
                          </a:r>
                        </mc:Fallback>
                      </mc:AlternateContent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915218">
                <a:tc>
                  <a:txBody>
                    <a:bodyPr/>
                    <a:lstStyle/>
                    <a:p>
                      <a:pPr algn="l" marL="0" marR="0" lvl="0" indent="0" defTabSz="914400" rtl="0" eaLnBrk="1" fontAlgn="auto" latinLnBrk="0" hangingPunct="1">
                        <a:lnSpc>
                          <a:spcPct val="110000"/>
                        </a:lnSpc>
                        <a:spcBef>
                          <a:spcPts val="60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kumimoji="0" lang="en-IN" sz="4000" b="0" i="0" u="none" strike="noStrike" kern="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Cambria"/>
                          <a:ea typeface="Cambria"/>
                          <a:cs typeface="+mn-cs"/>
                          <a:sym typeface="Arial"/>
                        </a:rPr>
                        <a:t>(B) Impulse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marL="0" marR="0" lvl="0" indent="0" defTabSz="914400" rtl="0" eaLnBrk="1" fontAlgn="auto" latinLnBrk="0" hangingPunct="1">
                        <a:lnSpc>
                          <a:spcPct val="110000"/>
                        </a:lnSpc>
                        <a:spcBef>
                          <a:spcPts val="60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kumimoji="0" lang="en-IN" sz="4000" b="0" i="0" u="none" strike="noStrike" kern="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Cambria"/>
                          <a:ea typeface="Cambria"/>
                          <a:cs typeface="+mn-cs"/>
                          <a:sym typeface="Arial"/>
                        </a:rPr>
                        <a:t>(II) </a:t>
                      </a:r>
                      <mc:AlternateContent xmlns:mc="http://schemas.openxmlformats.org/markup-compatibility/2006">
                        <mc:Choice xmlns:a14="http://schemas.microsoft.com/office/drawing/2010/main" Requires="a14">
                          <a14:m xmlns:m="http://schemas.openxmlformats.org/officeDocument/2006/math">
                            <m:oMath>
                              <m:r>
                                <a:rPr kumimoji="0" lang="en-IN" sz="4000" b="0" i="0" u="none" strike="noStrike" kern="0" cap="none" spc="0" normalizeH="0" baseline="0" noProof="0" dirty="0">
                                  <a:ln>
                                    <a:noFill/>
                                  </a:ln>
                                  <a:solidFill>
                                    <a:srgbClr val="000000"/>
                                  </a:solidFill>
                                  <a:effectLst/>
                                  <a:uLnTx/>
                                  <a:uFillTx/>
                                  <a:latin typeface="Cambria Math"/>
                                  <a:ea typeface="Cambria Math"/>
                                  <a:cs typeface="Cambria Math"/>
                                  <a:sym typeface="Cambria Math"/>
                                </a:rPr>
                                <m:t xml:space="preserve"> [ML</m:t>
                              </m:r>
                              <m:sSup>
                                <m:sSupPr/>
                                <m:e>
                                  <m:r>
                                    <a:rPr kumimoji="0" lang="en-IN" sz="4000" b="0" i="0" u="none" strike="noStrike" kern="0" cap="none" spc="0" normalizeH="0" baseline="0" noProof="0" dirty="0">
                                      <a:ln>
                                        <a:noFill/>
                                      </a:ln>
                                      <a:solidFill>
                                        <a:srgbClr val="000000"/>
                                      </a:solidFill>
                                      <a:effectLst/>
                                      <a:uLnTx/>
                                      <a:uFillTx/>
                                      <a:latin typeface="Cambria Math"/>
                                      <a:ea typeface="Cambria Math"/>
                                      <a:cs typeface="Cambria Math"/>
                                      <a:sym typeface="Cambria Math"/>
                                    </a:rPr>
                                    <m:t xml:space="preserve">T</m:t>
                                  </m:r>
                                </m:e>
                                <m:sup>
                                  <m:r>
                                    <a:rPr kumimoji="0" lang="en-IN" sz="4000" b="0" i="0" u="none" strike="noStrike" kern="0" cap="none" spc="0" normalizeH="0" baseline="0" noProof="0" dirty="0">
                                      <a:ln>
                                        <a:noFill/>
                                      </a:ln>
                                      <a:solidFill>
                                        <a:srgbClr val="000000"/>
                                      </a:solidFill>
                                      <a:effectLst/>
                                      <a:uLnTx/>
                                      <a:uFillTx/>
                                      <a:latin typeface="Cambria Math"/>
                                      <a:ea typeface="Cambria Math"/>
                                      <a:cs typeface="Cambria Math"/>
                                      <a:sym typeface="Cambria Math"/>
                                    </a:rPr>
                                    <m:t xml:space="preserve">-1</m:t>
                                  </m:r>
                                </m:sup>
                              </m:sSup>
                              <m:r>
                                <a:rPr kumimoji="0" lang="en-IN" sz="4000" b="0" i="0" u="none" strike="noStrike" kern="0" cap="none" spc="0" normalizeH="0" baseline="0" noProof="0" dirty="0">
                                  <a:ln>
                                    <a:noFill/>
                                  </a:ln>
                                  <a:solidFill>
                                    <a:srgbClr val="000000"/>
                                  </a:solidFill>
                                  <a:effectLst/>
                                  <a:uLnTx/>
                                  <a:uFillTx/>
                                  <a:latin typeface="Cambria Math"/>
                                  <a:ea typeface="Cambria Math"/>
                                  <a:cs typeface="Cambria Math"/>
                                  <a:sym typeface="Cambria Math"/>
                                </a:rPr>
                                <m:t xml:space="preserve">] </m:t>
                              </m:r>
                            </m:oMath>
                          </a14:m>
                        </mc:Choice>
                        <mc:Fallback>
                          <a:r>
                            <a:rPr kumimoji="0" lang="en-IN" sz="4000" b="0" i="0" u="none" strike="noStrike" kern="0" cap="none" spc="0" normalizeH="0" baseline="0" noProof="0" dirty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uLnTx/>
                              <a:uFillTx/>
                              <a:latin typeface="Cambria"/>
                              <a:ea typeface="Cambria"/>
                              <a:cs typeface="+mn-cs"/>
                              <a:sym typeface="Arial"/>
                            </a:rPr>
                            <a:t> [MLT</a:t>
                          </a:r>
                          <a:r>
                            <a:rPr kumimoji="0" lang="en-IN" sz="2880" b="0" i="0" u="none" strike="noStrike" kern="0" cap="none" spc="0" normalizeH="0" baseline="52000" noProof="0" dirty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uLnTx/>
                              <a:uFillTx/>
                              <a:latin typeface="Cambria"/>
                              <a:ea typeface="Cambria"/>
                              <a:cs typeface="+mn-cs"/>
                              <a:sym typeface="Arial"/>
                            </a:rPr>
                            <a:t>-1</a:t>
                          </a:r>
                          <a:r>
                            <a:rPr kumimoji="0" lang="en-IN" sz="4000" b="0" i="0" u="none" strike="noStrike" kern="0" cap="none" spc="0" normalizeH="0" baseline="0" noProof="0" dirty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uLnTx/>
                              <a:uFillTx/>
                              <a:latin typeface="Cambria"/>
                              <a:ea typeface="Cambria"/>
                              <a:cs typeface="+mn-cs"/>
                              <a:sym typeface="Arial"/>
                            </a:rPr>
                            <a:t>] </a:t>
                          </a:r>
                        </mc:Fallback>
                      </mc:AlternateContent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915218">
                <a:tc>
                  <a:txBody>
                    <a:bodyPr/>
                    <a:lstStyle/>
                    <a:p>
                      <a:pPr algn="l" marL="0" marR="0" lvl="0" indent="0" defTabSz="914400" rtl="0" eaLnBrk="1" fontAlgn="auto" latinLnBrk="0" hangingPunct="1">
                        <a:lnSpc>
                          <a:spcPct val="110000"/>
                        </a:lnSpc>
                        <a:spcBef>
                          <a:spcPts val="60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kumimoji="0" lang="en-IN" sz="4000" b="0" i="0" u="none" strike="noStrike" kern="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Cambria"/>
                          <a:ea typeface="Cambria"/>
                          <a:cs typeface="+mn-cs"/>
                          <a:sym typeface="Arial"/>
                        </a:rPr>
                        <a:t>(C) Power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marL="0" marR="0" lvl="0" indent="0" defTabSz="914400" rtl="0" eaLnBrk="1" fontAlgn="auto" latinLnBrk="0" hangingPunct="1">
                        <a:lnSpc>
                          <a:spcPct val="110000"/>
                        </a:lnSpc>
                        <a:spcBef>
                          <a:spcPts val="60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kumimoji="0" lang="en-IN" sz="4000" b="0" i="0" u="none" strike="noStrike" kern="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Cambria"/>
                          <a:ea typeface="Cambria"/>
                          <a:cs typeface="+mn-cs"/>
                          <a:sym typeface="Arial"/>
                        </a:rPr>
                        <a:t>(III) </a:t>
                      </a:r>
                      <mc:AlternateContent xmlns:mc="http://schemas.openxmlformats.org/markup-compatibility/2006">
                        <mc:Choice xmlns:a14="http://schemas.microsoft.com/office/drawing/2010/main" Requires="a14">
                          <a14:m xmlns:m="http://schemas.openxmlformats.org/officeDocument/2006/math">
                            <m:oMath>
                              <m:r>
                                <a:rPr kumimoji="0" lang="en-IN" sz="4000" b="0" i="0" u="none" strike="noStrike" kern="0" cap="none" spc="0" normalizeH="0" baseline="0" noProof="0" dirty="0">
                                  <a:ln>
                                    <a:noFill/>
                                  </a:ln>
                                  <a:solidFill>
                                    <a:srgbClr val="000000"/>
                                  </a:solidFill>
                                  <a:effectLst/>
                                  <a:uLnTx/>
                                  <a:uFillTx/>
                                  <a:latin typeface="Cambria Math"/>
                                  <a:ea typeface="Cambria Math"/>
                                  <a:cs typeface="Cambria Math"/>
                                  <a:sym typeface="Cambria Math"/>
                                </a:rPr>
                                <m:t xml:space="preserve"> [M</m:t>
                              </m:r>
                              <m:sSup>
                                <m:sSupPr/>
                                <m:e>
                                  <m:r>
                                    <a:rPr kumimoji="0" lang="en-IN" sz="4000" b="0" i="0" u="none" strike="noStrike" kern="0" cap="none" spc="0" normalizeH="0" baseline="0" noProof="0" dirty="0">
                                      <a:ln>
                                        <a:noFill/>
                                      </a:ln>
                                      <a:solidFill>
                                        <a:srgbClr val="000000"/>
                                      </a:solidFill>
                                      <a:effectLst/>
                                      <a:uLnTx/>
                                      <a:uFillTx/>
                                      <a:latin typeface="Cambria Math"/>
                                      <a:ea typeface="Cambria Math"/>
                                      <a:cs typeface="Cambria Math"/>
                                      <a:sym typeface="Cambria Math"/>
                                    </a:rPr>
                                    <m:t xml:space="preserve">L</m:t>
                                  </m:r>
                                </m:e>
                                <m:sup>
                                  <m:r>
                                    <a:rPr kumimoji="0" lang="en-IN" sz="4000" b="0" i="0" u="none" strike="noStrike" kern="0" cap="none" spc="0" normalizeH="0" baseline="0" noProof="0" dirty="0">
                                      <a:ln>
                                        <a:noFill/>
                                      </a:ln>
                                      <a:solidFill>
                                        <a:srgbClr val="000000"/>
                                      </a:solidFill>
                                      <a:effectLst/>
                                      <a:uLnTx/>
                                      <a:uFillTx/>
                                      <a:latin typeface="Cambria Math"/>
                                      <a:ea typeface="Cambria Math"/>
                                      <a:cs typeface="Cambria Math"/>
                                      <a:sym typeface="Cambria Math"/>
                                    </a:rPr>
                                    <m:t xml:space="preserve">2</m:t>
                                  </m:r>
                                </m:sup>
                              </m:sSup>
                              <m:r>
                                <a:rPr kumimoji="0" lang="en-IN" sz="4000" b="0" i="0" u="none" strike="noStrike" kern="0" cap="none" spc="0" normalizeH="0" baseline="0" noProof="0" dirty="0">
                                  <a:ln>
                                    <a:noFill/>
                                  </a:ln>
                                  <a:solidFill>
                                    <a:srgbClr val="000000"/>
                                  </a:solidFill>
                                  <a:effectLst/>
                                  <a:uLnTx/>
                                  <a:uFillTx/>
                                  <a:latin typeface="Cambria Math"/>
                                  <a:ea typeface="Cambria Math"/>
                                  <a:cs typeface="Cambria Math"/>
                                  <a:sym typeface="Cambria Math"/>
                                </a:rPr>
                                <m:t xml:space="preserve"> </m:t>
                              </m:r>
                              <m:sSup>
                                <m:sSupPr/>
                                <m:e>
                                  <m:r>
                                    <a:rPr kumimoji="0" lang="en-IN" sz="4000" b="0" i="0" u="none" strike="noStrike" kern="0" cap="none" spc="0" normalizeH="0" baseline="0" noProof="0" dirty="0">
                                      <a:ln>
                                        <a:noFill/>
                                      </a:ln>
                                      <a:solidFill>
                                        <a:srgbClr val="000000"/>
                                      </a:solidFill>
                                      <a:effectLst/>
                                      <a:uLnTx/>
                                      <a:uFillTx/>
                                      <a:latin typeface="Cambria Math"/>
                                      <a:ea typeface="Cambria Math"/>
                                      <a:cs typeface="Cambria Math"/>
                                      <a:sym typeface="Cambria Math"/>
                                    </a:rPr>
                                    <m:t xml:space="preserve">T</m:t>
                                  </m:r>
                                </m:e>
                                <m:sup>
                                  <m:r>
                                    <a:rPr kumimoji="0" lang="en-IN" sz="4000" b="0" i="0" u="none" strike="noStrike" kern="0" cap="none" spc="0" normalizeH="0" baseline="0" noProof="0" dirty="0">
                                      <a:ln>
                                        <a:noFill/>
                                      </a:ln>
                                      <a:solidFill>
                                        <a:srgbClr val="000000"/>
                                      </a:solidFill>
                                      <a:effectLst/>
                                      <a:uLnTx/>
                                      <a:uFillTx/>
                                      <a:latin typeface="Cambria Math"/>
                                      <a:ea typeface="Cambria Math"/>
                                      <a:cs typeface="Cambria Math"/>
                                      <a:sym typeface="Cambria Math"/>
                                    </a:rPr>
                                    <m:t xml:space="preserve">0</m:t>
                                  </m:r>
                                </m:sup>
                              </m:sSup>
                              <m:r>
                                <a:rPr kumimoji="0" lang="en-IN" sz="4000" b="0" i="0" u="none" strike="noStrike" kern="0" cap="none" spc="0" normalizeH="0" baseline="0" noProof="0" dirty="0">
                                  <a:ln>
                                    <a:noFill/>
                                  </a:ln>
                                  <a:solidFill>
                                    <a:srgbClr val="000000"/>
                                  </a:solidFill>
                                  <a:effectLst/>
                                  <a:uLnTx/>
                                  <a:uFillTx/>
                                  <a:latin typeface="Cambria Math"/>
                                  <a:ea typeface="Cambria Math"/>
                                  <a:cs typeface="Cambria Math"/>
                                  <a:sym typeface="Cambria Math"/>
                                </a:rPr>
                                <m:t xml:space="preserve">] </m:t>
                              </m:r>
                            </m:oMath>
                          </a14:m>
                        </mc:Choice>
                        <mc:Fallback>
                          <a:r>
                            <a:rPr kumimoji="0" lang="en-IN" sz="4000" b="0" i="0" u="none" strike="noStrike" kern="0" cap="none" spc="0" normalizeH="0" baseline="0" noProof="0" dirty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uLnTx/>
                              <a:uFillTx/>
                              <a:latin typeface="Cambria"/>
                              <a:ea typeface="Cambria"/>
                              <a:cs typeface="+mn-cs"/>
                              <a:sym typeface="Arial"/>
                            </a:rPr>
                            <a:t> [ML</a:t>
                          </a:r>
                          <a:r>
                            <a:rPr kumimoji="0" lang="en-IN" sz="2880" b="0" i="0" u="none" strike="noStrike" kern="0" cap="none" spc="0" normalizeH="0" baseline="52000" noProof="0" dirty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uLnTx/>
                              <a:uFillTx/>
                              <a:latin typeface="Cambria"/>
                              <a:ea typeface="Cambria"/>
                              <a:cs typeface="+mn-cs"/>
                              <a:sym typeface="Arial"/>
                            </a:rPr>
                            <a:t>2</a:t>
                          </a:r>
                          <a:r>
                            <a:rPr kumimoji="0" lang="en-IN" sz="4000" b="0" i="0" u="none" strike="noStrike" kern="0" cap="none" spc="0" normalizeH="0" baseline="0" noProof="0" dirty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uLnTx/>
                              <a:uFillTx/>
                              <a:latin typeface="Cambria"/>
                              <a:ea typeface="Cambria"/>
                              <a:cs typeface="+mn-cs"/>
                              <a:sym typeface="Arial"/>
                            </a:rPr>
                            <a:t> T</a:t>
                          </a:r>
                          <a:r>
                            <a:rPr kumimoji="0" lang="en-IN" sz="2880" b="0" i="0" u="none" strike="noStrike" kern="0" cap="none" spc="0" normalizeH="0" baseline="52000" noProof="0" dirty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uLnTx/>
                              <a:uFillTx/>
                              <a:latin typeface="Cambria"/>
                              <a:ea typeface="Cambria"/>
                              <a:cs typeface="+mn-cs"/>
                              <a:sym typeface="Arial"/>
                            </a:rPr>
                            <a:t>0</a:t>
                          </a:r>
                          <a:r>
                            <a:rPr kumimoji="0" lang="en-IN" sz="4000" b="0" i="0" u="none" strike="noStrike" kern="0" cap="none" spc="0" normalizeH="0" baseline="0" noProof="0" dirty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uLnTx/>
                              <a:uFillTx/>
                              <a:latin typeface="Cambria"/>
                              <a:ea typeface="Cambria"/>
                              <a:cs typeface="+mn-cs"/>
                              <a:sym typeface="Arial"/>
                            </a:rPr>
                            <a:t>] </a:t>
                          </a:r>
                        </mc:Fallback>
                      </mc:AlternateContent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915218">
                <a:tc>
                  <a:txBody>
                    <a:bodyPr/>
                    <a:lstStyle/>
                    <a:p>
                      <a:pPr algn="l" marL="0" marR="0" lvl="0" indent="0" defTabSz="914400" rtl="0" eaLnBrk="1" fontAlgn="auto" latinLnBrk="0" hangingPunct="1">
                        <a:lnSpc>
                          <a:spcPct val="110000"/>
                        </a:lnSpc>
                        <a:spcBef>
                          <a:spcPts val="60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kumimoji="0" lang="en-IN" sz="4000" b="0" i="0" u="none" strike="noStrike" kern="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Cambria"/>
                          <a:ea typeface="Cambria"/>
                          <a:cs typeface="+mn-cs"/>
                          <a:sym typeface="Arial"/>
                        </a:rPr>
                        <a:t>(D) Moment of inertia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marL="0" marR="0" lvl="0" indent="0" defTabSz="914400" rtl="0" eaLnBrk="1" fontAlgn="auto" latinLnBrk="0" hangingPunct="1">
                        <a:lnSpc>
                          <a:spcPct val="110000"/>
                        </a:lnSpc>
                        <a:spcBef>
                          <a:spcPts val="60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kumimoji="0" lang="en-IN" sz="4000" b="0" i="0" u="none" strike="noStrike" kern="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Cambria"/>
                          <a:ea typeface="Cambria"/>
                          <a:cs typeface="+mn-cs"/>
                          <a:sym typeface="Arial"/>
                        </a:rPr>
                        <a:t>(IV) </a:t>
                      </a:r>
                      <mc:AlternateContent xmlns:mc="http://schemas.openxmlformats.org/markup-compatibility/2006">
                        <mc:Choice xmlns:a14="http://schemas.microsoft.com/office/drawing/2010/main" Requires="a14">
                          <a14:m xmlns:m="http://schemas.openxmlformats.org/officeDocument/2006/math">
                            <m:oMath>
                              <m:r>
                                <a:rPr kumimoji="0" lang="en-IN" sz="4000" b="0" i="0" u="none" strike="noStrike" kern="0" cap="none" spc="0" normalizeH="0" baseline="0" noProof="0" dirty="0">
                                  <a:ln>
                                    <a:noFill/>
                                  </a:ln>
                                  <a:solidFill>
                                    <a:srgbClr val="000000"/>
                                  </a:solidFill>
                                  <a:effectLst/>
                                  <a:uLnTx/>
                                  <a:uFillTx/>
                                  <a:latin typeface="Cambria Math"/>
                                  <a:ea typeface="Cambria Math"/>
                                  <a:cs typeface="Cambria Math"/>
                                  <a:sym typeface="Cambria Math"/>
                                </a:rPr>
                                <m:t xml:space="preserve"> [M</m:t>
                              </m:r>
                              <m:sSup>
                                <m:sSupPr/>
                                <m:e>
                                  <m:r>
                                    <a:rPr kumimoji="0" lang="en-IN" sz="4000" b="0" i="0" u="none" strike="noStrike" kern="0" cap="none" spc="0" normalizeH="0" baseline="0" noProof="0" dirty="0">
                                      <a:ln>
                                        <a:noFill/>
                                      </a:ln>
                                      <a:solidFill>
                                        <a:srgbClr val="000000"/>
                                      </a:solidFill>
                                      <a:effectLst/>
                                      <a:uLnTx/>
                                      <a:uFillTx/>
                                      <a:latin typeface="Cambria Math"/>
                                      <a:ea typeface="Cambria Math"/>
                                      <a:cs typeface="Cambria Math"/>
                                      <a:sym typeface="Cambria Math"/>
                                    </a:rPr>
                                    <m:t xml:space="preserve">L</m:t>
                                  </m:r>
                                </m:e>
                                <m:sup>
                                  <m:r>
                                    <a:rPr kumimoji="0" lang="en-IN" sz="4000" b="0" i="0" u="none" strike="noStrike" kern="0" cap="none" spc="0" normalizeH="0" baseline="0" noProof="0" dirty="0">
                                      <a:ln>
                                        <a:noFill/>
                                      </a:ln>
                                      <a:solidFill>
                                        <a:srgbClr val="000000"/>
                                      </a:solidFill>
                                      <a:effectLst/>
                                      <a:uLnTx/>
                                      <a:uFillTx/>
                                      <a:latin typeface="Cambria Math"/>
                                      <a:ea typeface="Cambria Math"/>
                                      <a:cs typeface="Cambria Math"/>
                                      <a:sym typeface="Cambria Math"/>
                                    </a:rPr>
                                    <m:t xml:space="preserve">-3</m:t>
                                  </m:r>
                                </m:sup>
                              </m:sSup>
                              <m:r>
                                <a:rPr kumimoji="0" lang="en-IN" sz="4000" b="0" i="0" u="none" strike="noStrike" kern="0" cap="none" spc="0" normalizeH="0" baseline="0" noProof="0" dirty="0">
                                  <a:ln>
                                    <a:noFill/>
                                  </a:ln>
                                  <a:solidFill>
                                    <a:srgbClr val="000000"/>
                                  </a:solidFill>
                                  <a:effectLst/>
                                  <a:uLnTx/>
                                  <a:uFillTx/>
                                  <a:latin typeface="Cambria Math"/>
                                  <a:ea typeface="Cambria Math"/>
                                  <a:cs typeface="Cambria Math"/>
                                  <a:sym typeface="Cambria Math"/>
                                </a:rPr>
                                <m:t xml:space="preserve"> </m:t>
                              </m:r>
                              <m:sSup>
                                <m:sSupPr/>
                                <m:e>
                                  <m:r>
                                    <a:rPr kumimoji="0" lang="en-IN" sz="4000" b="0" i="0" u="none" strike="noStrike" kern="0" cap="none" spc="0" normalizeH="0" baseline="0" noProof="0" dirty="0">
                                      <a:ln>
                                        <a:noFill/>
                                      </a:ln>
                                      <a:solidFill>
                                        <a:srgbClr val="000000"/>
                                      </a:solidFill>
                                      <a:effectLst/>
                                      <a:uLnTx/>
                                      <a:uFillTx/>
                                      <a:latin typeface="Cambria Math"/>
                                      <a:ea typeface="Cambria Math"/>
                                      <a:cs typeface="Cambria Math"/>
                                      <a:sym typeface="Cambria Math"/>
                                    </a:rPr>
                                    <m:t xml:space="preserve">T</m:t>
                                  </m:r>
                                </m:e>
                                <m:sup>
                                  <m:r>
                                    <a:rPr kumimoji="0" lang="en-IN" sz="4000" b="0" i="0" u="none" strike="noStrike" kern="0" cap="none" spc="0" normalizeH="0" baseline="0" noProof="0" dirty="0">
                                      <a:ln>
                                        <a:noFill/>
                                      </a:ln>
                                      <a:solidFill>
                                        <a:srgbClr val="000000"/>
                                      </a:solidFill>
                                      <a:effectLst/>
                                      <a:uLnTx/>
                                      <a:uFillTx/>
                                      <a:latin typeface="Cambria Math"/>
                                      <a:ea typeface="Cambria Math"/>
                                      <a:cs typeface="Cambria Math"/>
                                      <a:sym typeface="Cambria Math"/>
                                    </a:rPr>
                                    <m:t xml:space="preserve">0</m:t>
                                  </m:r>
                                </m:sup>
                              </m:sSup>
                              <m:r>
                                <a:rPr kumimoji="0" lang="en-IN" sz="4000" b="0" i="0" u="none" strike="noStrike" kern="0" cap="none" spc="0" normalizeH="0" baseline="0" noProof="0" dirty="0">
                                  <a:ln>
                                    <a:noFill/>
                                  </a:ln>
                                  <a:solidFill>
                                    <a:srgbClr val="000000"/>
                                  </a:solidFill>
                                  <a:effectLst/>
                                  <a:uLnTx/>
                                  <a:uFillTx/>
                                  <a:latin typeface="Cambria Math"/>
                                  <a:ea typeface="Cambria Math"/>
                                  <a:cs typeface="Cambria Math"/>
                                  <a:sym typeface="Cambria Math"/>
                                </a:rPr>
                                <m:t xml:space="preserve">] </m:t>
                              </m:r>
                            </m:oMath>
                          </a14:m>
                        </mc:Choice>
                        <mc:Fallback>
                          <a:r>
                            <a:rPr kumimoji="0" lang="en-IN" sz="4000" b="0" i="0" u="none" strike="noStrike" kern="0" cap="none" spc="0" normalizeH="0" baseline="0" noProof="0" dirty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uLnTx/>
                              <a:uFillTx/>
                              <a:latin typeface="Cambria"/>
                              <a:ea typeface="Cambria"/>
                              <a:cs typeface="+mn-cs"/>
                              <a:sym typeface="Arial"/>
                            </a:rPr>
                            <a:t> [ML</a:t>
                          </a:r>
                          <a:r>
                            <a:rPr kumimoji="0" lang="en-IN" sz="2880" b="0" i="0" u="none" strike="noStrike" kern="0" cap="none" spc="0" normalizeH="0" baseline="52000" noProof="0" dirty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uLnTx/>
                              <a:uFillTx/>
                              <a:latin typeface="Cambria"/>
                              <a:ea typeface="Cambria"/>
                              <a:cs typeface="+mn-cs"/>
                              <a:sym typeface="Arial"/>
                            </a:rPr>
                            <a:t>-3</a:t>
                          </a:r>
                          <a:r>
                            <a:rPr kumimoji="0" lang="en-IN" sz="4000" b="0" i="0" u="none" strike="noStrike" kern="0" cap="none" spc="0" normalizeH="0" baseline="0" noProof="0" dirty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uLnTx/>
                              <a:uFillTx/>
                              <a:latin typeface="Cambria"/>
                              <a:ea typeface="Cambria"/>
                              <a:cs typeface="+mn-cs"/>
                              <a:sym typeface="Arial"/>
                            </a:rPr>
                            <a:t> T</a:t>
                          </a:r>
                          <a:r>
                            <a:rPr kumimoji="0" lang="en-IN" sz="2880" b="0" i="0" u="none" strike="noStrike" kern="0" cap="none" spc="0" normalizeH="0" baseline="52000" noProof="0" dirty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uLnTx/>
                              <a:uFillTx/>
                              <a:latin typeface="Cambria"/>
                              <a:ea typeface="Cambria"/>
                              <a:cs typeface="+mn-cs"/>
                              <a:sym typeface="Arial"/>
                            </a:rPr>
                            <a:t>0</a:t>
                          </a:r>
                          <a:r>
                            <a:rPr kumimoji="0" lang="en-IN" sz="4000" b="0" i="0" u="none" strike="noStrike" kern="0" cap="none" spc="0" normalizeH="0" baseline="0" noProof="0" dirty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uLnTx/>
                              <a:uFillTx/>
                              <a:latin typeface="Cambria"/>
                              <a:ea typeface="Cambria"/>
                              <a:cs typeface="+mn-cs"/>
                              <a:sym typeface="Arial"/>
                            </a:rPr>
                            <a:t>] </a:t>
                          </a:r>
                        </mc:Fallback>
                      </mc:AlternateContent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</p:spTree>
  </p:cSld>
  <p:clrMapOvr>
    <a:masterClrMapping/>
  </p:clrMapOvr>
  <p:transition spd="slow">
    <p:push/>
  </p:transition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8" name="Group 3">
            <a:extLst>
              <a:ext uri="{FF2B5EF4-FFF2-40B4-BE49-F238E27FC236}">
                <a16:creationId xmlns:a16="http://schemas.microsoft.com/office/drawing/2014/main" id="{E7A8D3A8-3CB4-6749-CCFA-38CA3F055B3C}"/>
              </a:ext>
            </a:extLst>
          </p:cNvPr>
          <p:cNvGrpSpPr/>
          <p:nvPr/>
        </p:nvGrpSpPr>
        <p:grpSpPr>
          <a:xfrm>
            <a:off x="1039499" y="13490143"/>
            <a:ext cx="1597200" cy="1597200"/>
            <a:chOff x="1039499" y="8887793"/>
            <a:chExt cx="1597200" cy="1597200"/>
          </a:xfrm>
        </p:grpSpPr>
        <p:sp>
          <p:nvSpPr>
            <p:cNvPr id="9" name="Google Shape;135;p29"/>
            <p:cNvSpPr/>
            <p:nvPr/>
          </p:nvSpPr>
          <p:spPr>
            <a:xfrm>
              <a:off x="1039499" y="8887793"/>
              <a:ext cx="1597200" cy="1597200"/>
            </a:xfrm>
            <a:prstGeom prst="ellipse">
              <a:avLst/>
            </a:prstGeom>
            <a:gradFill>
              <a:gsLst>
                <a:gs pos="0">
                  <a:srgbClr val="07213C"/>
                </a:gs>
                <a:gs pos="50000">
                  <a:srgbClr val="0A3258"/>
                </a:gs>
                <a:gs pos="100000">
                  <a:srgbClr val="0E3B69"/>
                </a:gs>
              </a:gsLst>
              <a:lin ang="16200000" scaled="0"/>
            </a:gradFill>
            <a:ln w="5715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  <a:effectLst>
              <a:outerShdw blurRad="50800" dist="38100" dir="10800000" algn="r" rotWithShape="0">
                <a:srgbClr val="000000">
                  <a:alpha val="40000"/>
                </a:srgbClr>
              </a:outerShdw>
            </a:effectLst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algn="l" marL="0" marR="0" lvl="0" indent="0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4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0" name="Google Shape;136;p29"/>
            <p:cNvSpPr txBox="1"/>
            <p:nvPr/>
          </p:nvSpPr>
          <p:spPr>
            <a:xfrm>
              <a:off x="1104806" y="9086298"/>
              <a:ext cx="1466700" cy="12006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pPr algn="ctr">
                <a:buSzPts val="8400"/>
              </a:pPr>
              <a:r>
                <a:rPr lang="en-IN" sz="7000" b="1" dirty="0">
                  <a:solidFill>
                    <a:schemeClr val="lt1"/>
                  </a:solidFill>
                  <a:latin typeface="Cambria"/>
                  <a:ea typeface="Cambria"/>
                  <a:sym typeface="Poppins"/>
                </a:rPr>
                <a:t>B</a:t>
              </a:r>
              <a:endParaRPr sz="7000" b="1" dirty="0">
                <a:solidFill>
                  <a:schemeClr val="lt1"/>
                </a:solidFill>
                <a:latin typeface="Cambria"/>
                <a:ea typeface="Cambria"/>
              </a:endParaRPr>
            </a:p>
          </p:txBody>
        </p:sp>
      </p:grpSp>
      <p:grpSp>
        <p:nvGrpSpPr>
          <p:cNvPr id="11" name="Group 2">
            <a:extLst>
              <a:ext uri="{FF2B5EF4-FFF2-40B4-BE49-F238E27FC236}">
                <a16:creationId xmlns:a16="http://schemas.microsoft.com/office/drawing/2014/main" id="{1929EFE0-7899-C986-6D22-F9305746025F}"/>
              </a:ext>
            </a:extLst>
          </p:cNvPr>
          <p:cNvGrpSpPr/>
          <p:nvPr/>
        </p:nvGrpSpPr>
        <p:grpSpPr>
          <a:xfrm>
            <a:off x="1039499" y="15607893"/>
            <a:ext cx="1597200" cy="1597200"/>
            <a:chOff x="1039499" y="11392904"/>
            <a:chExt cx="1597200" cy="1597200"/>
          </a:xfrm>
        </p:grpSpPr>
        <p:sp>
          <p:nvSpPr>
            <p:cNvPr id="12" name="Google Shape;137;p29"/>
            <p:cNvSpPr/>
            <p:nvPr/>
          </p:nvSpPr>
          <p:spPr>
            <a:xfrm>
              <a:off x="1039499" y="11392904"/>
              <a:ext cx="1597200" cy="1597200"/>
            </a:xfrm>
            <a:prstGeom prst="ellipse">
              <a:avLst/>
            </a:prstGeom>
            <a:gradFill>
              <a:gsLst>
                <a:gs pos="0">
                  <a:srgbClr val="07213C"/>
                </a:gs>
                <a:gs pos="50000">
                  <a:srgbClr val="0A3258"/>
                </a:gs>
                <a:gs pos="100000">
                  <a:srgbClr val="0E3B69"/>
                </a:gs>
              </a:gsLst>
              <a:lin ang="16200000" scaled="0"/>
            </a:gradFill>
            <a:ln w="5715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  <a:effectLst>
              <a:outerShdw blurRad="50800" dist="38100" dir="10800000" algn="r" rotWithShape="0">
                <a:srgbClr val="000000">
                  <a:alpha val="40000"/>
                </a:srgbClr>
              </a:outerShdw>
            </a:effectLst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algn="l" marL="0" marR="0" lvl="0" indent="0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4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3" name="Google Shape;138;p29"/>
            <p:cNvSpPr txBox="1"/>
            <p:nvPr/>
          </p:nvSpPr>
          <p:spPr>
            <a:xfrm>
              <a:off x="1104806" y="11591409"/>
              <a:ext cx="1466700" cy="12006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pPr algn="ctr">
                <a:buSzPts val="8400"/>
              </a:pPr>
              <a:r>
                <a:rPr lang="en-IN" sz="7000" b="1" dirty="0">
                  <a:solidFill>
                    <a:schemeClr val="lt1"/>
                  </a:solidFill>
                  <a:latin typeface="Cambria"/>
                  <a:ea typeface="Cambria"/>
                  <a:sym typeface="Poppins"/>
                </a:rPr>
                <a:t>C</a:t>
              </a:r>
              <a:endParaRPr sz="7000" b="1" dirty="0">
                <a:solidFill>
                  <a:schemeClr val="lt1"/>
                </a:solidFill>
                <a:latin typeface="Cambria"/>
                <a:ea typeface="Cambria"/>
              </a:endParaRPr>
            </a:p>
          </p:txBody>
        </p:sp>
      </p:grpSp>
      <p:grpSp>
        <p:nvGrpSpPr>
          <p:cNvPr id="14" name="Group 1">
            <a:extLst>
              <a:ext uri="{FF2B5EF4-FFF2-40B4-BE49-F238E27FC236}">
                <a16:creationId xmlns:a16="http://schemas.microsoft.com/office/drawing/2014/main" id="{2EFF441D-B1EA-669C-64B0-91C1D604A467}"/>
              </a:ext>
            </a:extLst>
          </p:cNvPr>
          <p:cNvGrpSpPr/>
          <p:nvPr/>
        </p:nvGrpSpPr>
        <p:grpSpPr>
          <a:xfrm>
            <a:off x="1039499" y="17724729"/>
            <a:ext cx="1597200" cy="1597200"/>
            <a:chOff x="1039499" y="13898015"/>
            <a:chExt cx="1597200" cy="1597200"/>
          </a:xfrm>
        </p:grpSpPr>
        <p:sp>
          <p:nvSpPr>
            <p:cNvPr id="15" name="Google Shape;139;p29"/>
            <p:cNvSpPr/>
            <p:nvPr/>
          </p:nvSpPr>
          <p:spPr>
            <a:xfrm>
              <a:off x="1039499" y="13898015"/>
              <a:ext cx="1597200" cy="1597200"/>
            </a:xfrm>
            <a:prstGeom prst="ellipse">
              <a:avLst/>
            </a:prstGeom>
            <a:gradFill>
              <a:gsLst>
                <a:gs pos="0">
                  <a:srgbClr val="07213C"/>
                </a:gs>
                <a:gs pos="50000">
                  <a:srgbClr val="0A3258"/>
                </a:gs>
                <a:gs pos="100000">
                  <a:srgbClr val="0E3B69"/>
                </a:gs>
              </a:gsLst>
              <a:lin ang="16200000" scaled="0"/>
            </a:gradFill>
            <a:ln w="5715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  <a:effectLst>
              <a:outerShdw blurRad="50800" dist="38100" dir="10800000" algn="r" rotWithShape="0">
                <a:srgbClr val="000000">
                  <a:alpha val="40000"/>
                </a:srgbClr>
              </a:outerShdw>
            </a:effectLst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algn="l" marL="0" marR="0" lvl="0" indent="0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4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6" name="Google Shape;140;p29"/>
            <p:cNvSpPr txBox="1"/>
            <p:nvPr/>
          </p:nvSpPr>
          <p:spPr>
            <a:xfrm>
              <a:off x="1104806" y="14096520"/>
              <a:ext cx="1466700" cy="12006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pPr algn="ctr">
                <a:buSzPts val="8400"/>
              </a:pPr>
              <a:r>
                <a:rPr lang="en-IN" sz="7000" b="1" dirty="0">
                  <a:solidFill>
                    <a:schemeClr val="lt1"/>
                  </a:solidFill>
                  <a:latin typeface="Cambria"/>
                  <a:ea typeface="Cambria"/>
                  <a:sym typeface="Poppins"/>
                </a:rPr>
                <a:t>D</a:t>
              </a:r>
              <a:endParaRPr sz="7000" b="1" dirty="0">
                <a:solidFill>
                  <a:schemeClr val="lt1"/>
                </a:solidFill>
                <a:latin typeface="Cambria"/>
                <a:ea typeface="Cambria"/>
              </a:endParaRPr>
            </a:p>
          </p:txBody>
        </p:sp>
      </p:grpSp>
      <p:sp>
        <p:nvSpPr>
          <p:cNvPr id="4" name="Google Shape;131;p29"/>
          <p:cNvSpPr/>
          <p:nvPr/>
        </p:nvSpPr>
        <p:spPr>
          <a:xfrm>
            <a:off x="-1864528" y="681774"/>
            <a:ext cx="7081988" cy="1569660"/>
          </a:xfrm>
          <a:prstGeom prst="roundRect">
            <a:avLst>
              <a:gd name="adj" fmla="val 50000"/>
            </a:avLst>
          </a:prstGeom>
          <a:gradFill>
            <a:gsLst>
              <a:gs pos="0">
                <a:srgbClr val="07213C"/>
              </a:gs>
              <a:gs pos="50000">
                <a:srgbClr val="0A3258"/>
              </a:gs>
              <a:gs pos="100000">
                <a:srgbClr val="0E3B69"/>
              </a:gs>
            </a:gsLst>
            <a:lin ang="16200000" scaled="0"/>
          </a:gradFill>
          <a:ln w="57150" cap="flat" cmpd="sng">
            <a:solidFill>
              <a:schemeClr val="lt1"/>
            </a:solidFill>
            <a:prstDash val="solid"/>
            <a:round/>
            <a:headEnd type="none" w="sm" len="sm"/>
            <a:tailEnd type="none" w="sm" len="sm"/>
          </a:ln>
          <a:effectLst>
            <a:outerShdw blurRad="50800" dist="38100" dir="10800000" algn="r" rotWithShape="0">
              <a:srgbClr val="000000">
                <a:alpha val="40000"/>
              </a:srgb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algn="l" marL="0" marR="0" lvl="0" indent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8400" b="1" i="0" u="none" strike="noStrike" cap="none">
              <a:solidFill>
                <a:schemeClr val="lt1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5" name="Google Shape;132;p29"/>
          <p:cNvSpPr txBox="1"/>
          <p:nvPr/>
        </p:nvSpPr>
        <p:spPr>
          <a:xfrm>
            <a:off x="1039500" y="827049"/>
            <a:ext cx="4562190" cy="101562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algn="l">
              <a:buSzPts val="8400"/>
            </a:pPr>
            <a:r>
              <a:rPr lang="en-IN" sz="6000" b="1" dirty="0">
                <a:solidFill>
                  <a:schemeClr val="lt1"/>
                </a:solidFill>
                <a:latin typeface="Cambria"/>
                <a:ea typeface="Cambria"/>
                <a:sym typeface="Cambria"/>
              </a:rPr>
              <a:t>Question</a:t>
            </a:r>
            <a:endParaRPr sz="6000" b="1" dirty="0">
              <a:solidFill>
                <a:schemeClr val="lt1"/>
              </a:solidFill>
              <a:latin typeface="Cambria"/>
              <a:ea typeface="Cambria"/>
            </a:endParaRPr>
          </a:p>
        </p:txBody>
      </p:sp>
      <p:sp>
        <p:nvSpPr>
          <p:cNvPr id="2" name="Google Shape;129;p29"/>
          <p:cNvSpPr txBox="1"/>
          <p:nvPr/>
        </p:nvSpPr>
        <p:spPr>
          <a:xfrm>
            <a:off x="1104806" y="2396709"/>
            <a:ext cx="34747200" cy="25603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 rtlCol="0">
            <a:normAutofit/>
          </a:bodyPr>
          <a:lstStyle/>
          <a:p>
            <a:pPr algn="l" marL="0" lvl="0" indent="0">
              <a:buSzPts val="8400"/>
              <a:buFont typeface="Arial"/>
              <a:buNone/>
            </a:pPr>
            <a:r>
              <a:rPr lang="en-IN" sz="6000" b="1" dirty="0">
                <a:solidFill>
                  <a:schemeClr val="lt1"/>
                </a:solidFill>
                <a:latin typeface="Cambria"/>
                <a:ea typeface="Cambria"/>
                <a:sym typeface="Cambria"/>
              </a:rPr>
              <a:t>9. Match the LIST-I with LIST-II [03 April, 2025 (Shift-II)]</a:t>
            </a:r>
          </a:p>
          <a:p>
            <a:pPr algn="l" marL="0" lvl="0" indent="0">
              <a:buSzPts val="8400"/>
              <a:buFont typeface="Arial"/>
              <a:buNone/>
            </a:pPr>
            <a:r>
              <a:rPr lang="en-IN" sz="6000" b="1" dirty="0">
                <a:solidFill>
                  <a:schemeClr val="lt1"/>
                </a:solidFill>
                <a:latin typeface="Cambria"/>
                <a:ea typeface="Cambria"/>
                <a:sym typeface="Cambria"/>
              </a:rPr>
              <a:t>Choose the correct answer from the options given below:</a:t>
            </a:r>
          </a:p>
        </p:txBody>
      </p:sp>
      <p:graphicFrame>
        <p:nvGraphicFramePr>
          <p:cNvPr id="20" name="ContentTable"/>
          <p:cNvGraphicFramePr>
            <a:graphicFrameLocks noGrp="1"/>
          </p:cNvGraphicFramePr>
          <p:nvPr/>
        </p:nvGraphicFramePr>
        <p:xfrm>
          <a:off x="1104806" y="5477256"/>
          <a:ext cx="34747200" cy="4576091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7373600"/>
                <a:gridCol w="17373600"/>
              </a:tblGrid>
              <a:tr h="915219">
                <a:tc>
                  <a:txBody>
                    <a:bodyPr/>
                    <a:lstStyle/>
                    <a:p>
                      <a:pPr algn="l" marL="0" marR="0" lvl="0" indent="0" rtl="0">
                        <a:lnSpc>
                          <a:spcPct val="110000"/>
                        </a:lnSpc>
                        <a:spcBef>
                          <a:spcPts val="60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buNone/>
                      </a:pPr>
                      <a:r>
                        <a:rPr lang="en-IN" sz="4000" b="1" i="0" u="none" strike="noStrike" cap="none" dirty="0">
                          <a:solidFill>
                            <a:schemeClr val="tx1"/>
                          </a:solidFill>
                          <a:latin typeface="Cambria"/>
                          <a:ea typeface="Cambria"/>
                          <a:sym typeface="Arial"/>
                        </a:rPr>
                        <a:t>LIST-I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marL="0" marR="0" lvl="0" indent="0" rtl="0">
                        <a:lnSpc>
                          <a:spcPct val="110000"/>
                        </a:lnSpc>
                        <a:spcBef>
                          <a:spcPts val="60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buNone/>
                      </a:pPr>
                      <a:r>
                        <a:rPr lang="en-IN" sz="4000" b="1" i="0" u="none" strike="noStrike" cap="none" dirty="0">
                          <a:solidFill>
                            <a:schemeClr val="tx1"/>
                          </a:solidFill>
                          <a:latin typeface="Cambria"/>
                          <a:ea typeface="Cambria"/>
                          <a:sym typeface="Arial"/>
                        </a:rPr>
                        <a:t>LIST-II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915218">
                <a:tc>
                  <a:txBody>
                    <a:bodyPr/>
                    <a:lstStyle/>
                    <a:p>
                      <a:pPr algn="l" marL="0" marR="0" lvl="0" indent="0" defTabSz="914400" rtl="0" eaLnBrk="1" fontAlgn="auto" latinLnBrk="0" hangingPunct="1">
                        <a:lnSpc>
                          <a:spcPct val="110000"/>
                        </a:lnSpc>
                        <a:spcBef>
                          <a:spcPts val="60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kumimoji="0" lang="en-IN" sz="4000" b="0" i="0" u="none" strike="noStrike" kern="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Cambria"/>
                          <a:ea typeface="Cambria"/>
                          <a:cs typeface="+mn-cs"/>
                          <a:sym typeface="Arial"/>
                        </a:rPr>
                        <a:t>A. Boltzmann constant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marL="0" marR="0" lvl="0" indent="0" defTabSz="914400" rtl="0" eaLnBrk="1" fontAlgn="auto" latinLnBrk="0" hangingPunct="1">
                        <a:lnSpc>
                          <a:spcPct val="110000"/>
                        </a:lnSpc>
                        <a:spcBef>
                          <a:spcPts val="60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kumimoji="0" lang="en-IN" sz="4000" b="0" i="0" u="none" strike="noStrike" kern="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Cambria"/>
                          <a:ea typeface="Cambria"/>
                          <a:cs typeface="+mn-cs"/>
                          <a:sym typeface="Arial"/>
                        </a:rPr>
                        <a:t>I. </a:t>
                      </a:r>
                      <mc:AlternateContent xmlns:mc="http://schemas.openxmlformats.org/markup-compatibility/2006">
                        <mc:Choice xmlns:a14="http://schemas.microsoft.com/office/drawing/2010/main" Requires="a14">
                          <a14:m xmlns:m="http://schemas.openxmlformats.org/officeDocument/2006/math">
                            <m:oMath>
                              <m:r>
                                <a:rPr kumimoji="0" lang="en-IN" sz="4000" b="0" i="0" u="none" strike="noStrike" kern="0" cap="none" spc="0" normalizeH="0" baseline="0" noProof="0" dirty="0">
                                  <a:ln>
                                    <a:noFill/>
                                  </a:ln>
                                  <a:solidFill>
                                    <a:srgbClr val="000000"/>
                                  </a:solidFill>
                                  <a:effectLst/>
                                  <a:uLnTx/>
                                  <a:uFillTx/>
                                  <a:latin typeface="Cambria Math"/>
                                  <a:ea typeface="Cambria Math"/>
                                  <a:cs typeface="Cambria Math"/>
                                  <a:sym typeface="Cambria Math"/>
                                </a:rPr>
                                <m:t xml:space="preserve"> M</m:t>
                              </m:r>
                              <m:sSup>
                                <m:sSupPr/>
                                <m:e>
                                  <m:r>
                                    <a:rPr kumimoji="0" lang="en-IN" sz="4000" b="0" i="0" u="none" strike="noStrike" kern="0" cap="none" spc="0" normalizeH="0" baseline="0" noProof="0" dirty="0">
                                      <a:ln>
                                        <a:noFill/>
                                      </a:ln>
                                      <a:solidFill>
                                        <a:srgbClr val="000000"/>
                                      </a:solidFill>
                                      <a:effectLst/>
                                      <a:uLnTx/>
                                      <a:uFillTx/>
                                      <a:latin typeface="Cambria Math"/>
                                      <a:ea typeface="Cambria Math"/>
                                      <a:cs typeface="Cambria Math"/>
                                      <a:sym typeface="Cambria Math"/>
                                    </a:rPr>
                                    <m:t xml:space="preserve">L</m:t>
                                  </m:r>
                                </m:e>
                                <m:sup>
                                  <m:r>
                                    <a:rPr kumimoji="0" lang="en-IN" sz="4000" b="0" i="0" u="none" strike="noStrike" kern="0" cap="none" spc="0" normalizeH="0" baseline="0" noProof="0" dirty="0">
                                      <a:ln>
                                        <a:noFill/>
                                      </a:ln>
                                      <a:solidFill>
                                        <a:srgbClr val="000000"/>
                                      </a:solidFill>
                                      <a:effectLst/>
                                      <a:uLnTx/>
                                      <a:uFillTx/>
                                      <a:latin typeface="Cambria Math"/>
                                      <a:ea typeface="Cambria Math"/>
                                      <a:cs typeface="Cambria Math"/>
                                      <a:sym typeface="Cambria Math"/>
                                    </a:rPr>
                                    <m:t xml:space="preserve">2</m:t>
                                  </m:r>
                                </m:sup>
                              </m:sSup>
                              <m:r>
                                <a:rPr kumimoji="0" lang="en-IN" sz="4000" b="0" i="0" u="none" strike="noStrike" kern="0" cap="none" spc="0" normalizeH="0" baseline="0" noProof="0" dirty="0">
                                  <a:ln>
                                    <a:noFill/>
                                  </a:ln>
                                  <a:solidFill>
                                    <a:srgbClr val="000000"/>
                                  </a:solidFill>
                                  <a:effectLst/>
                                  <a:uLnTx/>
                                  <a:uFillTx/>
                                  <a:latin typeface="Cambria Math"/>
                                  <a:ea typeface="Cambria Math"/>
                                  <a:cs typeface="Cambria Math"/>
                                  <a:sym typeface="Cambria Math"/>
                                </a:rPr>
                                <m:t xml:space="preserve"> </m:t>
                              </m:r>
                              <m:sSup>
                                <m:sSupPr/>
                                <m:e>
                                  <m:r>
                                    <a:rPr kumimoji="0" lang="en-IN" sz="4000" b="0" i="0" u="none" strike="noStrike" kern="0" cap="none" spc="0" normalizeH="0" baseline="0" noProof="0" dirty="0">
                                      <a:ln>
                                        <a:noFill/>
                                      </a:ln>
                                      <a:solidFill>
                                        <a:srgbClr val="000000"/>
                                      </a:solidFill>
                                      <a:effectLst/>
                                      <a:uLnTx/>
                                      <a:uFillTx/>
                                      <a:latin typeface="Cambria Math"/>
                                      <a:ea typeface="Cambria Math"/>
                                      <a:cs typeface="Cambria Math"/>
                                      <a:sym typeface="Cambria Math"/>
                                    </a:rPr>
                                    <m:t xml:space="preserve">T</m:t>
                                  </m:r>
                                </m:e>
                                <m:sup>
                                  <m:r>
                                    <a:rPr kumimoji="0" lang="en-IN" sz="4000" b="0" i="0" u="none" strike="noStrike" kern="0" cap="none" spc="0" normalizeH="0" baseline="0" noProof="0" dirty="0">
                                      <a:ln>
                                        <a:noFill/>
                                      </a:ln>
                                      <a:solidFill>
                                        <a:srgbClr val="000000"/>
                                      </a:solidFill>
                                      <a:effectLst/>
                                      <a:uLnTx/>
                                      <a:uFillTx/>
                                      <a:latin typeface="Cambria Math"/>
                                      <a:ea typeface="Cambria Math"/>
                                      <a:cs typeface="Cambria Math"/>
                                      <a:sym typeface="Cambria Math"/>
                                    </a:rPr>
                                    <m:t xml:space="preserve">-1</m:t>
                                  </m:r>
                                </m:sup>
                              </m:sSup>
                              <m:r>
                                <a:rPr kumimoji="0" lang="en-IN" sz="4000" b="0" i="0" u="none" strike="noStrike" kern="0" cap="none" spc="0" normalizeH="0" baseline="0" noProof="0" dirty="0">
                                  <a:ln>
                                    <a:noFill/>
                                  </a:ln>
                                  <a:solidFill>
                                    <a:srgbClr val="000000"/>
                                  </a:solidFill>
                                  <a:effectLst/>
                                  <a:uLnTx/>
                                  <a:uFillTx/>
                                  <a:latin typeface="Cambria Math"/>
                                  <a:ea typeface="Cambria Math"/>
                                  <a:cs typeface="Cambria Math"/>
                                  <a:sym typeface="Cambria Math"/>
                                </a:rPr>
                                <m:t xml:space="preserve"> </m:t>
                              </m:r>
                            </m:oMath>
                          </a14:m>
                        </mc:Choice>
                        <mc:Fallback>
                          <a:r>
                            <a:rPr kumimoji="0" lang="en-IN" sz="4000" b="0" i="0" u="none" strike="noStrike" kern="0" cap="none" spc="0" normalizeH="0" baseline="0" noProof="0" dirty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uLnTx/>
                              <a:uFillTx/>
                              <a:latin typeface="Cambria"/>
                              <a:ea typeface="Cambria"/>
                              <a:cs typeface="+mn-cs"/>
                              <a:sym typeface="Arial"/>
                            </a:rPr>
                            <a:t> ML</a:t>
                          </a:r>
                          <a:r>
                            <a:rPr kumimoji="0" lang="en-IN" sz="2880" b="0" i="0" u="none" strike="noStrike" kern="0" cap="none" spc="0" normalizeH="0" baseline="52000" noProof="0" dirty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uLnTx/>
                              <a:uFillTx/>
                              <a:latin typeface="Cambria"/>
                              <a:ea typeface="Cambria"/>
                              <a:cs typeface="+mn-cs"/>
                              <a:sym typeface="Arial"/>
                            </a:rPr>
                            <a:t>2</a:t>
                          </a:r>
                          <a:r>
                            <a:rPr kumimoji="0" lang="en-IN" sz="4000" b="0" i="0" u="none" strike="noStrike" kern="0" cap="none" spc="0" normalizeH="0" baseline="0" noProof="0" dirty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uLnTx/>
                              <a:uFillTx/>
                              <a:latin typeface="Cambria"/>
                              <a:ea typeface="Cambria"/>
                              <a:cs typeface="+mn-cs"/>
                              <a:sym typeface="Arial"/>
                            </a:rPr>
                            <a:t> T</a:t>
                          </a:r>
                          <a:r>
                            <a:rPr kumimoji="0" lang="en-IN" sz="2880" b="0" i="0" u="none" strike="noStrike" kern="0" cap="none" spc="0" normalizeH="0" baseline="52000" noProof="0" dirty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uLnTx/>
                              <a:uFillTx/>
                              <a:latin typeface="Cambria"/>
                              <a:ea typeface="Cambria"/>
                              <a:cs typeface="+mn-cs"/>
                              <a:sym typeface="Arial"/>
                            </a:rPr>
                            <a:t>-1</a:t>
                          </a:r>
                          <a:r>
                            <a:rPr kumimoji="0" lang="en-IN" sz="4000" b="0" i="0" u="none" strike="noStrike" kern="0" cap="none" spc="0" normalizeH="0" baseline="0" noProof="0" dirty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uLnTx/>
                              <a:uFillTx/>
                              <a:latin typeface="Cambria"/>
                              <a:ea typeface="Cambria"/>
                              <a:cs typeface="+mn-cs"/>
                              <a:sym typeface="Arial"/>
                            </a:rPr>
                            <a:t> </a:t>
                          </a:r>
                        </mc:Fallback>
                      </mc:AlternateContent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915218">
                <a:tc>
                  <a:txBody>
                    <a:bodyPr/>
                    <a:lstStyle/>
                    <a:p>
                      <a:pPr algn="l" marL="0" marR="0" lvl="0" indent="0" defTabSz="914400" rtl="0" eaLnBrk="1" fontAlgn="auto" latinLnBrk="0" hangingPunct="1">
                        <a:lnSpc>
                          <a:spcPct val="110000"/>
                        </a:lnSpc>
                        <a:spcBef>
                          <a:spcPts val="60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kumimoji="0" lang="en-IN" sz="4000" b="0" i="0" u="none" strike="noStrike" kern="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Cambria"/>
                          <a:ea typeface="Cambria"/>
                          <a:cs typeface="+mn-cs"/>
                          <a:sym typeface="Arial"/>
                        </a:rPr>
                        <a:t>B. Coefficient of viscosity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marL="0" marR="0" lvl="0" indent="0" defTabSz="914400" rtl="0" eaLnBrk="1" fontAlgn="auto" latinLnBrk="0" hangingPunct="1">
                        <a:lnSpc>
                          <a:spcPct val="110000"/>
                        </a:lnSpc>
                        <a:spcBef>
                          <a:spcPts val="60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kumimoji="0" lang="en-IN" sz="4000" b="0" i="0" u="none" strike="noStrike" kern="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Cambria"/>
                          <a:ea typeface="Cambria"/>
                          <a:cs typeface="+mn-cs"/>
                          <a:sym typeface="Arial"/>
                        </a:rPr>
                        <a:t>II. </a:t>
                      </a:r>
                      <mc:AlternateContent xmlns:mc="http://schemas.openxmlformats.org/markup-compatibility/2006">
                        <mc:Choice xmlns:a14="http://schemas.microsoft.com/office/drawing/2010/main" Requires="a14">
                          <a14:m xmlns:m="http://schemas.openxmlformats.org/officeDocument/2006/math">
                            <m:oMath>
                              <m:r>
                                <a:rPr kumimoji="0" lang="en-IN" sz="4000" b="0" i="0" u="none" strike="noStrike" kern="0" cap="none" spc="0" normalizeH="0" baseline="0" noProof="0" dirty="0">
                                  <a:ln>
                                    <a:noFill/>
                                  </a:ln>
                                  <a:solidFill>
                                    <a:srgbClr val="000000"/>
                                  </a:solidFill>
                                  <a:effectLst/>
                                  <a:uLnTx/>
                                  <a:uFillTx/>
                                  <a:latin typeface="Cambria Math"/>
                                  <a:ea typeface="Cambria Math"/>
                                  <a:cs typeface="Cambria Math"/>
                                  <a:sym typeface="Cambria Math"/>
                                </a:rPr>
                                <m:t xml:space="preserve"> ML</m:t>
                              </m:r>
                              <m:sSup>
                                <m:sSupPr/>
                                <m:e>
                                  <m:r>
                                    <a:rPr kumimoji="0" lang="en-IN" sz="4000" b="0" i="0" u="none" strike="noStrike" kern="0" cap="none" spc="0" normalizeH="0" baseline="0" noProof="0" dirty="0">
                                      <a:ln>
                                        <a:noFill/>
                                      </a:ln>
                                      <a:solidFill>
                                        <a:srgbClr val="000000"/>
                                      </a:solidFill>
                                      <a:effectLst/>
                                      <a:uLnTx/>
                                      <a:uFillTx/>
                                      <a:latin typeface="Cambria Math"/>
                                      <a:ea typeface="Cambria Math"/>
                                      <a:cs typeface="Cambria Math"/>
                                      <a:sym typeface="Cambria Math"/>
                                    </a:rPr>
                                    <m:t xml:space="preserve">T</m:t>
                                  </m:r>
                                </m:e>
                                <m:sup>
                                  <m:r>
                                    <a:rPr kumimoji="0" lang="en-IN" sz="4000" b="0" i="0" u="none" strike="noStrike" kern="0" cap="none" spc="0" normalizeH="0" baseline="0" noProof="0" dirty="0">
                                      <a:ln>
                                        <a:noFill/>
                                      </a:ln>
                                      <a:solidFill>
                                        <a:srgbClr val="000000"/>
                                      </a:solidFill>
                                      <a:effectLst/>
                                      <a:uLnTx/>
                                      <a:uFillTx/>
                                      <a:latin typeface="Cambria Math"/>
                                      <a:ea typeface="Cambria Math"/>
                                      <a:cs typeface="Cambria Math"/>
                                      <a:sym typeface="Cambria Math"/>
                                    </a:rPr>
                                    <m:t xml:space="preserve">-3</m:t>
                                  </m:r>
                                </m:sup>
                              </m:sSup>
                              <m:r>
                                <a:rPr kumimoji="0" lang="en-IN" sz="4000" b="0" i="0" u="none" strike="noStrike" kern="0" cap="none" spc="0" normalizeH="0" baseline="0" noProof="0" dirty="0">
                                  <a:ln>
                                    <a:noFill/>
                                  </a:ln>
                                  <a:solidFill>
                                    <a:srgbClr val="000000"/>
                                  </a:solidFill>
                                  <a:effectLst/>
                                  <a:uLnTx/>
                                  <a:uFillTx/>
                                  <a:latin typeface="Cambria Math"/>
                                  <a:ea typeface="Cambria Math"/>
                                  <a:cs typeface="Cambria Math"/>
                                  <a:sym typeface="Cambria Math"/>
                                </a:rPr>
                                <m:t xml:space="preserve"> </m:t>
                              </m:r>
                              <m:sSup>
                                <m:sSupPr/>
                                <m:e>
                                  <m:r>
                                    <a:rPr kumimoji="0" lang="en-IN" sz="4000" b="0" i="0" u="none" strike="noStrike" kern="0" cap="none" spc="0" normalizeH="0" baseline="0" noProof="0" dirty="0">
                                      <a:ln>
                                        <a:noFill/>
                                      </a:ln>
                                      <a:solidFill>
                                        <a:srgbClr val="000000"/>
                                      </a:solidFill>
                                      <a:effectLst/>
                                      <a:uLnTx/>
                                      <a:uFillTx/>
                                      <a:latin typeface="Cambria Math"/>
                                      <a:ea typeface="Cambria Math"/>
                                      <a:cs typeface="Cambria Math"/>
                                      <a:sym typeface="Cambria Math"/>
                                    </a:rPr>
                                    <m:t xml:space="preserve">K</m:t>
                                  </m:r>
                                </m:e>
                                <m:sup>
                                  <m:r>
                                    <a:rPr kumimoji="0" lang="en-IN" sz="4000" b="0" i="0" u="none" strike="noStrike" kern="0" cap="none" spc="0" normalizeH="0" baseline="0" noProof="0" dirty="0">
                                      <a:ln>
                                        <a:noFill/>
                                      </a:ln>
                                      <a:solidFill>
                                        <a:srgbClr val="000000"/>
                                      </a:solidFill>
                                      <a:effectLst/>
                                      <a:uLnTx/>
                                      <a:uFillTx/>
                                      <a:latin typeface="Cambria Math"/>
                                      <a:ea typeface="Cambria Math"/>
                                      <a:cs typeface="Cambria Math"/>
                                      <a:sym typeface="Cambria Math"/>
                                    </a:rPr>
                                    <m:t xml:space="preserve">-1</m:t>
                                  </m:r>
                                </m:sup>
                              </m:sSup>
                              <m:r>
                                <a:rPr kumimoji="0" lang="en-IN" sz="4000" b="0" i="0" u="none" strike="noStrike" kern="0" cap="none" spc="0" normalizeH="0" baseline="0" noProof="0" dirty="0">
                                  <a:ln>
                                    <a:noFill/>
                                  </a:ln>
                                  <a:solidFill>
                                    <a:srgbClr val="000000"/>
                                  </a:solidFill>
                                  <a:effectLst/>
                                  <a:uLnTx/>
                                  <a:uFillTx/>
                                  <a:latin typeface="Cambria Math"/>
                                  <a:ea typeface="Cambria Math"/>
                                  <a:cs typeface="Cambria Math"/>
                                  <a:sym typeface="Cambria Math"/>
                                </a:rPr>
                                <m:t xml:space="preserve"> </m:t>
                              </m:r>
                            </m:oMath>
                          </a14:m>
                        </mc:Choice>
                        <mc:Fallback>
                          <a:r>
                            <a:rPr kumimoji="0" lang="en-IN" sz="4000" b="0" i="0" u="none" strike="noStrike" kern="0" cap="none" spc="0" normalizeH="0" baseline="0" noProof="0" dirty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uLnTx/>
                              <a:uFillTx/>
                              <a:latin typeface="Cambria"/>
                              <a:ea typeface="Cambria"/>
                              <a:cs typeface="+mn-cs"/>
                              <a:sym typeface="Arial"/>
                            </a:rPr>
                            <a:t> MLT</a:t>
                          </a:r>
                          <a:r>
                            <a:rPr kumimoji="0" lang="en-IN" sz="2880" b="0" i="0" u="none" strike="noStrike" kern="0" cap="none" spc="0" normalizeH="0" baseline="52000" noProof="0" dirty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uLnTx/>
                              <a:uFillTx/>
                              <a:latin typeface="Cambria"/>
                              <a:ea typeface="Cambria"/>
                              <a:cs typeface="+mn-cs"/>
                              <a:sym typeface="Arial"/>
                            </a:rPr>
                            <a:t>-3</a:t>
                          </a:r>
                          <a:r>
                            <a:rPr kumimoji="0" lang="en-IN" sz="4000" b="0" i="0" u="none" strike="noStrike" kern="0" cap="none" spc="0" normalizeH="0" baseline="0" noProof="0" dirty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uLnTx/>
                              <a:uFillTx/>
                              <a:latin typeface="Cambria"/>
                              <a:ea typeface="Cambria"/>
                              <a:cs typeface="+mn-cs"/>
                              <a:sym typeface="Arial"/>
                            </a:rPr>
                            <a:t> K</a:t>
                          </a:r>
                          <a:r>
                            <a:rPr kumimoji="0" lang="en-IN" sz="2880" b="0" i="0" u="none" strike="noStrike" kern="0" cap="none" spc="0" normalizeH="0" baseline="52000" noProof="0" dirty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uLnTx/>
                              <a:uFillTx/>
                              <a:latin typeface="Cambria"/>
                              <a:ea typeface="Cambria"/>
                              <a:cs typeface="+mn-cs"/>
                              <a:sym typeface="Arial"/>
                            </a:rPr>
                            <a:t>-1</a:t>
                          </a:r>
                          <a:r>
                            <a:rPr kumimoji="0" lang="en-IN" sz="4000" b="0" i="0" u="none" strike="noStrike" kern="0" cap="none" spc="0" normalizeH="0" baseline="0" noProof="0" dirty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uLnTx/>
                              <a:uFillTx/>
                              <a:latin typeface="Cambria"/>
                              <a:ea typeface="Cambria"/>
                              <a:cs typeface="+mn-cs"/>
                              <a:sym typeface="Arial"/>
                            </a:rPr>
                            <a:t> </a:t>
                          </a:r>
                        </mc:Fallback>
                      </mc:AlternateContent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915218">
                <a:tc>
                  <a:txBody>
                    <a:bodyPr/>
                    <a:lstStyle/>
                    <a:p>
                      <a:pPr algn="l" marL="0" marR="0" lvl="0" indent="0" defTabSz="914400" rtl="0" eaLnBrk="1" fontAlgn="auto" latinLnBrk="0" hangingPunct="1">
                        <a:lnSpc>
                          <a:spcPct val="110000"/>
                        </a:lnSpc>
                        <a:spcBef>
                          <a:spcPts val="60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kumimoji="0" lang="en-IN" sz="4000" b="0" i="0" u="none" strike="noStrike" kern="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Cambria"/>
                          <a:ea typeface="Cambria"/>
                          <a:cs typeface="+mn-cs"/>
                          <a:sym typeface="Arial"/>
                        </a:rPr>
                        <a:t>C. Planck's constant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marL="0" marR="0" lvl="0" indent="0" defTabSz="914400" rtl="0" eaLnBrk="1" fontAlgn="auto" latinLnBrk="0" hangingPunct="1">
                        <a:lnSpc>
                          <a:spcPct val="110000"/>
                        </a:lnSpc>
                        <a:spcBef>
                          <a:spcPts val="60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kumimoji="0" lang="en-IN" sz="4000" b="0" i="0" u="none" strike="noStrike" kern="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Cambria"/>
                          <a:ea typeface="Cambria"/>
                          <a:cs typeface="+mn-cs"/>
                          <a:sym typeface="Arial"/>
                        </a:rPr>
                        <a:t>III. </a:t>
                      </a:r>
                      <mc:AlternateContent xmlns:mc="http://schemas.openxmlformats.org/markup-compatibility/2006">
                        <mc:Choice xmlns:a14="http://schemas.microsoft.com/office/drawing/2010/main" Requires="a14">
                          <a14:m xmlns:m="http://schemas.openxmlformats.org/officeDocument/2006/math">
                            <m:oMath>
                              <m:r>
                                <a:rPr kumimoji="0" lang="en-IN" sz="4000" b="0" i="0" u="none" strike="noStrike" kern="0" cap="none" spc="0" normalizeH="0" baseline="0" noProof="0" dirty="0">
                                  <a:ln>
                                    <a:noFill/>
                                  </a:ln>
                                  <a:solidFill>
                                    <a:srgbClr val="000000"/>
                                  </a:solidFill>
                                  <a:effectLst/>
                                  <a:uLnTx/>
                                  <a:uFillTx/>
                                  <a:latin typeface="Cambria Math"/>
                                  <a:ea typeface="Cambria Math"/>
                                  <a:cs typeface="Cambria Math"/>
                                  <a:sym typeface="Cambria Math"/>
                                </a:rPr>
                                <m:t xml:space="preserve"> M</m:t>
                              </m:r>
                              <m:sSup>
                                <m:sSupPr/>
                                <m:e>
                                  <m:r>
                                    <a:rPr kumimoji="0" lang="en-IN" sz="4000" b="0" i="0" u="none" strike="noStrike" kern="0" cap="none" spc="0" normalizeH="0" baseline="0" noProof="0" dirty="0">
                                      <a:ln>
                                        <a:noFill/>
                                      </a:ln>
                                      <a:solidFill>
                                        <a:srgbClr val="000000"/>
                                      </a:solidFill>
                                      <a:effectLst/>
                                      <a:uLnTx/>
                                      <a:uFillTx/>
                                      <a:latin typeface="Cambria Math"/>
                                      <a:ea typeface="Cambria Math"/>
                                      <a:cs typeface="Cambria Math"/>
                                      <a:sym typeface="Cambria Math"/>
                                    </a:rPr>
                                    <m:t xml:space="preserve">L</m:t>
                                  </m:r>
                                </m:e>
                                <m:sup>
                                  <m:r>
                                    <a:rPr kumimoji="0" lang="en-IN" sz="4000" b="0" i="0" u="none" strike="noStrike" kern="0" cap="none" spc="0" normalizeH="0" baseline="0" noProof="0" dirty="0">
                                      <a:ln>
                                        <a:noFill/>
                                      </a:ln>
                                      <a:solidFill>
                                        <a:srgbClr val="000000"/>
                                      </a:solidFill>
                                      <a:effectLst/>
                                      <a:uLnTx/>
                                      <a:uFillTx/>
                                      <a:latin typeface="Cambria Math"/>
                                      <a:ea typeface="Cambria Math"/>
                                      <a:cs typeface="Cambria Math"/>
                                      <a:sym typeface="Cambria Math"/>
                                    </a:rPr>
                                    <m:t xml:space="preserve">2</m:t>
                                  </m:r>
                                </m:sup>
                              </m:sSup>
                              <m:r>
                                <a:rPr kumimoji="0" lang="en-IN" sz="4000" b="0" i="0" u="none" strike="noStrike" kern="0" cap="none" spc="0" normalizeH="0" baseline="0" noProof="0" dirty="0">
                                  <a:ln>
                                    <a:noFill/>
                                  </a:ln>
                                  <a:solidFill>
                                    <a:srgbClr val="000000"/>
                                  </a:solidFill>
                                  <a:effectLst/>
                                  <a:uLnTx/>
                                  <a:uFillTx/>
                                  <a:latin typeface="Cambria Math"/>
                                  <a:ea typeface="Cambria Math"/>
                                  <a:cs typeface="Cambria Math"/>
                                  <a:sym typeface="Cambria Math"/>
                                </a:rPr>
                                <m:t xml:space="preserve"> </m:t>
                              </m:r>
                              <m:sSup>
                                <m:sSupPr/>
                                <m:e>
                                  <m:r>
                                    <a:rPr kumimoji="0" lang="en-IN" sz="4000" b="0" i="0" u="none" strike="noStrike" kern="0" cap="none" spc="0" normalizeH="0" baseline="0" noProof="0" dirty="0">
                                      <a:ln>
                                        <a:noFill/>
                                      </a:ln>
                                      <a:solidFill>
                                        <a:srgbClr val="000000"/>
                                      </a:solidFill>
                                      <a:effectLst/>
                                      <a:uLnTx/>
                                      <a:uFillTx/>
                                      <a:latin typeface="Cambria Math"/>
                                      <a:ea typeface="Cambria Math"/>
                                      <a:cs typeface="Cambria Math"/>
                                      <a:sym typeface="Cambria Math"/>
                                    </a:rPr>
                                    <m:t xml:space="preserve">T</m:t>
                                  </m:r>
                                </m:e>
                                <m:sup>
                                  <m:r>
                                    <a:rPr kumimoji="0" lang="en-IN" sz="4000" b="0" i="0" u="none" strike="noStrike" kern="0" cap="none" spc="0" normalizeH="0" baseline="0" noProof="0" dirty="0">
                                      <a:ln>
                                        <a:noFill/>
                                      </a:ln>
                                      <a:solidFill>
                                        <a:srgbClr val="000000"/>
                                      </a:solidFill>
                                      <a:effectLst/>
                                      <a:uLnTx/>
                                      <a:uFillTx/>
                                      <a:latin typeface="Cambria Math"/>
                                      <a:ea typeface="Cambria Math"/>
                                      <a:cs typeface="Cambria Math"/>
                                      <a:sym typeface="Cambria Math"/>
                                    </a:rPr>
                                    <m:t xml:space="preserve">-2</m:t>
                                  </m:r>
                                </m:sup>
                              </m:sSup>
                              <m:r>
                                <a:rPr kumimoji="0" lang="en-IN" sz="4000" b="0" i="0" u="none" strike="noStrike" kern="0" cap="none" spc="0" normalizeH="0" baseline="0" noProof="0" dirty="0">
                                  <a:ln>
                                    <a:noFill/>
                                  </a:ln>
                                  <a:solidFill>
                                    <a:srgbClr val="000000"/>
                                  </a:solidFill>
                                  <a:effectLst/>
                                  <a:uLnTx/>
                                  <a:uFillTx/>
                                  <a:latin typeface="Cambria Math"/>
                                  <a:ea typeface="Cambria Math"/>
                                  <a:cs typeface="Cambria Math"/>
                                  <a:sym typeface="Cambria Math"/>
                                </a:rPr>
                                <m:t xml:space="preserve"> </m:t>
                              </m:r>
                              <m:sSup>
                                <m:sSupPr/>
                                <m:e>
                                  <m:r>
                                    <a:rPr kumimoji="0" lang="en-IN" sz="4000" b="0" i="0" u="none" strike="noStrike" kern="0" cap="none" spc="0" normalizeH="0" baseline="0" noProof="0" dirty="0">
                                      <a:ln>
                                        <a:noFill/>
                                      </a:ln>
                                      <a:solidFill>
                                        <a:srgbClr val="000000"/>
                                      </a:solidFill>
                                      <a:effectLst/>
                                      <a:uLnTx/>
                                      <a:uFillTx/>
                                      <a:latin typeface="Cambria Math"/>
                                      <a:ea typeface="Cambria Math"/>
                                      <a:cs typeface="Cambria Math"/>
                                      <a:sym typeface="Cambria Math"/>
                                    </a:rPr>
                                    <m:t xml:space="preserve">K</m:t>
                                  </m:r>
                                </m:e>
                                <m:sup>
                                  <m:r>
                                    <a:rPr kumimoji="0" lang="en-IN" sz="4000" b="0" i="0" u="none" strike="noStrike" kern="0" cap="none" spc="0" normalizeH="0" baseline="0" noProof="0" dirty="0">
                                      <a:ln>
                                        <a:noFill/>
                                      </a:ln>
                                      <a:solidFill>
                                        <a:srgbClr val="000000"/>
                                      </a:solidFill>
                                      <a:effectLst/>
                                      <a:uLnTx/>
                                      <a:uFillTx/>
                                      <a:latin typeface="Cambria Math"/>
                                      <a:ea typeface="Cambria Math"/>
                                      <a:cs typeface="Cambria Math"/>
                                      <a:sym typeface="Cambria Math"/>
                                    </a:rPr>
                                    <m:t xml:space="preserve">-1</m:t>
                                  </m:r>
                                </m:sup>
                              </m:sSup>
                              <m:r>
                                <a:rPr kumimoji="0" lang="en-IN" sz="4000" b="0" i="0" u="none" strike="noStrike" kern="0" cap="none" spc="0" normalizeH="0" baseline="0" noProof="0" dirty="0">
                                  <a:ln>
                                    <a:noFill/>
                                  </a:ln>
                                  <a:solidFill>
                                    <a:srgbClr val="000000"/>
                                  </a:solidFill>
                                  <a:effectLst/>
                                  <a:uLnTx/>
                                  <a:uFillTx/>
                                  <a:latin typeface="Cambria Math"/>
                                  <a:ea typeface="Cambria Math"/>
                                  <a:cs typeface="Cambria Math"/>
                                  <a:sym typeface="Cambria Math"/>
                                </a:rPr>
                                <m:t xml:space="preserve"> </m:t>
                              </m:r>
                            </m:oMath>
                          </a14:m>
                        </mc:Choice>
                        <mc:Fallback>
                          <a:r>
                            <a:rPr kumimoji="0" lang="en-IN" sz="4000" b="0" i="0" u="none" strike="noStrike" kern="0" cap="none" spc="0" normalizeH="0" baseline="0" noProof="0" dirty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uLnTx/>
                              <a:uFillTx/>
                              <a:latin typeface="Cambria"/>
                              <a:ea typeface="Cambria"/>
                              <a:cs typeface="+mn-cs"/>
                              <a:sym typeface="Arial"/>
                            </a:rPr>
                            <a:t> ML</a:t>
                          </a:r>
                          <a:r>
                            <a:rPr kumimoji="0" lang="en-IN" sz="2880" b="0" i="0" u="none" strike="noStrike" kern="0" cap="none" spc="0" normalizeH="0" baseline="52000" noProof="0" dirty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uLnTx/>
                              <a:uFillTx/>
                              <a:latin typeface="Cambria"/>
                              <a:ea typeface="Cambria"/>
                              <a:cs typeface="+mn-cs"/>
                              <a:sym typeface="Arial"/>
                            </a:rPr>
                            <a:t>2</a:t>
                          </a:r>
                          <a:r>
                            <a:rPr kumimoji="0" lang="en-IN" sz="4000" b="0" i="0" u="none" strike="noStrike" kern="0" cap="none" spc="0" normalizeH="0" baseline="0" noProof="0" dirty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uLnTx/>
                              <a:uFillTx/>
                              <a:latin typeface="Cambria"/>
                              <a:ea typeface="Cambria"/>
                              <a:cs typeface="+mn-cs"/>
                              <a:sym typeface="Arial"/>
                            </a:rPr>
                            <a:t> T</a:t>
                          </a:r>
                          <a:r>
                            <a:rPr kumimoji="0" lang="en-IN" sz="2880" b="0" i="0" u="none" strike="noStrike" kern="0" cap="none" spc="0" normalizeH="0" baseline="52000" noProof="0" dirty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uLnTx/>
                              <a:uFillTx/>
                              <a:latin typeface="Cambria"/>
                              <a:ea typeface="Cambria"/>
                              <a:cs typeface="+mn-cs"/>
                              <a:sym typeface="Arial"/>
                            </a:rPr>
                            <a:t>-2</a:t>
                          </a:r>
                          <a:r>
                            <a:rPr kumimoji="0" lang="en-IN" sz="4000" b="0" i="0" u="none" strike="noStrike" kern="0" cap="none" spc="0" normalizeH="0" baseline="0" noProof="0" dirty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uLnTx/>
                              <a:uFillTx/>
                              <a:latin typeface="Cambria"/>
                              <a:ea typeface="Cambria"/>
                              <a:cs typeface="+mn-cs"/>
                              <a:sym typeface="Arial"/>
                            </a:rPr>
                            <a:t> K</a:t>
                          </a:r>
                          <a:r>
                            <a:rPr kumimoji="0" lang="en-IN" sz="2880" b="0" i="0" u="none" strike="noStrike" kern="0" cap="none" spc="0" normalizeH="0" baseline="52000" noProof="0" dirty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uLnTx/>
                              <a:uFillTx/>
                              <a:latin typeface="Cambria"/>
                              <a:ea typeface="Cambria"/>
                              <a:cs typeface="+mn-cs"/>
                              <a:sym typeface="Arial"/>
                            </a:rPr>
                            <a:t>-1</a:t>
                          </a:r>
                          <a:r>
                            <a:rPr kumimoji="0" lang="en-IN" sz="4000" b="0" i="0" u="none" strike="noStrike" kern="0" cap="none" spc="0" normalizeH="0" baseline="0" noProof="0" dirty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uLnTx/>
                              <a:uFillTx/>
                              <a:latin typeface="Cambria"/>
                              <a:ea typeface="Cambria"/>
                              <a:cs typeface="+mn-cs"/>
                              <a:sym typeface="Arial"/>
                            </a:rPr>
                            <a:t> </a:t>
                          </a:r>
                        </mc:Fallback>
                      </mc:AlternateContent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915218">
                <a:tc>
                  <a:txBody>
                    <a:bodyPr/>
                    <a:lstStyle/>
                    <a:p>
                      <a:pPr algn="l" marL="0" marR="0" lvl="0" indent="0" defTabSz="914400" rtl="0" eaLnBrk="1" fontAlgn="auto" latinLnBrk="0" hangingPunct="1">
                        <a:lnSpc>
                          <a:spcPct val="110000"/>
                        </a:lnSpc>
                        <a:spcBef>
                          <a:spcPts val="60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kumimoji="0" lang="en-IN" sz="4000" b="0" i="0" u="none" strike="noStrike" kern="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Cambria"/>
                          <a:ea typeface="Cambria"/>
                          <a:cs typeface="+mn-cs"/>
                          <a:sym typeface="Arial"/>
                        </a:rPr>
                        <a:t>D. Thermal conductivity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marL="0" marR="0" lvl="0" indent="0" defTabSz="914400" rtl="0" eaLnBrk="1" fontAlgn="auto" latinLnBrk="0" hangingPunct="1">
                        <a:lnSpc>
                          <a:spcPct val="110000"/>
                        </a:lnSpc>
                        <a:spcBef>
                          <a:spcPts val="60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kumimoji="0" lang="en-IN" sz="4000" b="0" i="0" u="none" strike="noStrike" kern="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Cambria"/>
                          <a:ea typeface="Cambria"/>
                          <a:cs typeface="+mn-cs"/>
                          <a:sym typeface="Arial"/>
                        </a:rPr>
                        <a:t>IV. </a:t>
                      </a:r>
                      <mc:AlternateContent xmlns:mc="http://schemas.openxmlformats.org/markup-compatibility/2006">
                        <mc:Choice xmlns:a14="http://schemas.microsoft.com/office/drawing/2010/main" Requires="a14">
                          <a14:m xmlns:m="http://schemas.openxmlformats.org/officeDocument/2006/math">
                            <m:oMath>
                              <m:r>
                                <a:rPr kumimoji="0" lang="en-IN" sz="4000" b="0" i="0" u="none" strike="noStrike" kern="0" cap="none" spc="0" normalizeH="0" baseline="0" noProof="0" dirty="0">
                                  <a:ln>
                                    <a:noFill/>
                                  </a:ln>
                                  <a:solidFill>
                                    <a:srgbClr val="000000"/>
                                  </a:solidFill>
                                  <a:effectLst/>
                                  <a:uLnTx/>
                                  <a:uFillTx/>
                                  <a:latin typeface="Cambria Math"/>
                                  <a:ea typeface="Cambria Math"/>
                                  <a:cs typeface="Cambria Math"/>
                                  <a:sym typeface="Cambria Math"/>
                                </a:rPr>
                                <m:t xml:space="preserve"> M</m:t>
                              </m:r>
                              <m:sSup>
                                <m:sSupPr/>
                                <m:e>
                                  <m:r>
                                    <a:rPr kumimoji="0" lang="en-IN" sz="4000" b="0" i="0" u="none" strike="noStrike" kern="0" cap="none" spc="0" normalizeH="0" baseline="0" noProof="0" dirty="0">
                                      <a:ln>
                                        <a:noFill/>
                                      </a:ln>
                                      <a:solidFill>
                                        <a:srgbClr val="000000"/>
                                      </a:solidFill>
                                      <a:effectLst/>
                                      <a:uLnTx/>
                                      <a:uFillTx/>
                                      <a:latin typeface="Cambria Math"/>
                                      <a:ea typeface="Cambria Math"/>
                                      <a:cs typeface="Cambria Math"/>
                                      <a:sym typeface="Cambria Math"/>
                                    </a:rPr>
                                    <m:t xml:space="preserve">L</m:t>
                                  </m:r>
                                </m:e>
                                <m:sup>
                                  <m:r>
                                    <a:rPr kumimoji="0" lang="en-IN" sz="4000" b="0" i="0" u="none" strike="noStrike" kern="0" cap="none" spc="0" normalizeH="0" baseline="0" noProof="0" dirty="0">
                                      <a:ln>
                                        <a:noFill/>
                                      </a:ln>
                                      <a:solidFill>
                                        <a:srgbClr val="000000"/>
                                      </a:solidFill>
                                      <a:effectLst/>
                                      <a:uLnTx/>
                                      <a:uFillTx/>
                                      <a:latin typeface="Cambria Math"/>
                                      <a:ea typeface="Cambria Math"/>
                                      <a:cs typeface="Cambria Math"/>
                                      <a:sym typeface="Cambria Math"/>
                                    </a:rPr>
                                    <m:t xml:space="preserve">-1</m:t>
                                  </m:r>
                                </m:sup>
                              </m:sSup>
                              <m:r>
                                <a:rPr kumimoji="0" lang="en-IN" sz="4000" b="0" i="0" u="none" strike="noStrike" kern="0" cap="none" spc="0" normalizeH="0" baseline="0" noProof="0" dirty="0">
                                  <a:ln>
                                    <a:noFill/>
                                  </a:ln>
                                  <a:solidFill>
                                    <a:srgbClr val="000000"/>
                                  </a:solidFill>
                                  <a:effectLst/>
                                  <a:uLnTx/>
                                  <a:uFillTx/>
                                  <a:latin typeface="Cambria Math"/>
                                  <a:ea typeface="Cambria Math"/>
                                  <a:cs typeface="Cambria Math"/>
                                  <a:sym typeface="Cambria Math"/>
                                </a:rPr>
                                <m:t xml:space="preserve"> </m:t>
                              </m:r>
                              <m:sSup>
                                <m:sSupPr/>
                                <m:e>
                                  <m:r>
                                    <a:rPr kumimoji="0" lang="en-IN" sz="4000" b="0" i="0" u="none" strike="noStrike" kern="0" cap="none" spc="0" normalizeH="0" baseline="0" noProof="0" dirty="0">
                                      <a:ln>
                                        <a:noFill/>
                                      </a:ln>
                                      <a:solidFill>
                                        <a:srgbClr val="000000"/>
                                      </a:solidFill>
                                      <a:effectLst/>
                                      <a:uLnTx/>
                                      <a:uFillTx/>
                                      <a:latin typeface="Cambria Math"/>
                                      <a:ea typeface="Cambria Math"/>
                                      <a:cs typeface="Cambria Math"/>
                                      <a:sym typeface="Cambria Math"/>
                                    </a:rPr>
                                    <m:t xml:space="preserve">T</m:t>
                                  </m:r>
                                </m:e>
                                <m:sup>
                                  <m:r>
                                    <a:rPr kumimoji="0" lang="en-IN" sz="4000" b="0" i="0" u="none" strike="noStrike" kern="0" cap="none" spc="0" normalizeH="0" baseline="0" noProof="0" dirty="0">
                                      <a:ln>
                                        <a:noFill/>
                                      </a:ln>
                                      <a:solidFill>
                                        <a:srgbClr val="000000"/>
                                      </a:solidFill>
                                      <a:effectLst/>
                                      <a:uLnTx/>
                                      <a:uFillTx/>
                                      <a:latin typeface="Cambria Math"/>
                                      <a:ea typeface="Cambria Math"/>
                                      <a:cs typeface="Cambria Math"/>
                                      <a:sym typeface="Cambria Math"/>
                                    </a:rPr>
                                    <m:t xml:space="preserve">-1</m:t>
                                  </m:r>
                                </m:sup>
                              </m:sSup>
                              <m:r>
                                <a:rPr kumimoji="0" lang="en-IN" sz="4000" b="0" i="0" u="none" strike="noStrike" kern="0" cap="none" spc="0" normalizeH="0" baseline="0" noProof="0" dirty="0">
                                  <a:ln>
                                    <a:noFill/>
                                  </a:ln>
                                  <a:solidFill>
                                    <a:srgbClr val="000000"/>
                                  </a:solidFill>
                                  <a:effectLst/>
                                  <a:uLnTx/>
                                  <a:uFillTx/>
                                  <a:latin typeface="Cambria Math"/>
                                  <a:ea typeface="Cambria Math"/>
                                  <a:cs typeface="Cambria Math"/>
                                  <a:sym typeface="Cambria Math"/>
                                </a:rPr>
                                <m:t xml:space="preserve"> </m:t>
                              </m:r>
                            </m:oMath>
                          </a14:m>
                        </mc:Choice>
                        <mc:Fallback>
                          <a:r>
                            <a:rPr kumimoji="0" lang="en-IN" sz="4000" b="0" i="0" u="none" strike="noStrike" kern="0" cap="none" spc="0" normalizeH="0" baseline="0" noProof="0" dirty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uLnTx/>
                              <a:uFillTx/>
                              <a:latin typeface="Cambria"/>
                              <a:ea typeface="Cambria"/>
                              <a:cs typeface="+mn-cs"/>
                              <a:sym typeface="Arial"/>
                            </a:rPr>
                            <a:t> ML</a:t>
                          </a:r>
                          <a:r>
                            <a:rPr kumimoji="0" lang="en-IN" sz="2880" b="0" i="0" u="none" strike="noStrike" kern="0" cap="none" spc="0" normalizeH="0" baseline="52000" noProof="0" dirty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uLnTx/>
                              <a:uFillTx/>
                              <a:latin typeface="Cambria"/>
                              <a:ea typeface="Cambria"/>
                              <a:cs typeface="+mn-cs"/>
                              <a:sym typeface="Arial"/>
                            </a:rPr>
                            <a:t>-1</a:t>
                          </a:r>
                          <a:r>
                            <a:rPr kumimoji="0" lang="en-IN" sz="4000" b="0" i="0" u="none" strike="noStrike" kern="0" cap="none" spc="0" normalizeH="0" baseline="0" noProof="0" dirty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uLnTx/>
                              <a:uFillTx/>
                              <a:latin typeface="Cambria"/>
                              <a:ea typeface="Cambria"/>
                              <a:cs typeface="+mn-cs"/>
                              <a:sym typeface="Arial"/>
                            </a:rPr>
                            <a:t> T</a:t>
                          </a:r>
                          <a:r>
                            <a:rPr kumimoji="0" lang="en-IN" sz="2880" b="0" i="0" u="none" strike="noStrike" kern="0" cap="none" spc="0" normalizeH="0" baseline="52000" noProof="0" dirty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uLnTx/>
                              <a:uFillTx/>
                              <a:latin typeface="Cambria"/>
                              <a:ea typeface="Cambria"/>
                              <a:cs typeface="+mn-cs"/>
                              <a:sym typeface="Arial"/>
                            </a:rPr>
                            <a:t>-1</a:t>
                          </a:r>
                          <a:r>
                            <a:rPr kumimoji="0" lang="en-IN" sz="4000" b="0" i="0" u="none" strike="noStrike" kern="0" cap="none" spc="0" normalizeH="0" baseline="0" noProof="0" dirty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uLnTx/>
                              <a:uFillTx/>
                              <a:latin typeface="Cambria"/>
                              <a:ea typeface="Cambria"/>
                              <a:cs typeface="+mn-cs"/>
                              <a:sym typeface="Arial"/>
                            </a:rPr>
                            <a:t> </a:t>
                          </a:r>
                        </mc:Fallback>
                      </mc:AlternateContent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6" name="Google Shape;133;p29"/>
          <p:cNvSpPr/>
          <p:nvPr/>
        </p:nvSpPr>
        <p:spPr>
          <a:xfrm>
            <a:off x="1039499" y="11373307"/>
            <a:ext cx="1597200" cy="1597200"/>
          </a:xfrm>
          <a:prstGeom prst="ellipse">
            <a:avLst/>
          </a:prstGeom>
          <a:gradFill>
            <a:gsLst>
              <a:gs pos="0">
                <a:srgbClr val="07213C"/>
              </a:gs>
              <a:gs pos="50000">
                <a:srgbClr val="0A3258"/>
              </a:gs>
              <a:gs pos="100000">
                <a:srgbClr val="0E3B69"/>
              </a:gs>
            </a:gsLst>
            <a:lin ang="16200000" scaled="0"/>
          </a:gradFill>
          <a:ln w="57150" cap="flat" cmpd="sng">
            <a:solidFill>
              <a:schemeClr val="lt1"/>
            </a:solidFill>
            <a:prstDash val="solid"/>
            <a:round/>
            <a:headEnd type="none" w="sm" len="sm"/>
            <a:tailEnd type="none" w="sm" len="sm"/>
          </a:ln>
          <a:effectLst>
            <a:outerShdw blurRad="50800" dist="38100" dir="10800000" algn="r" rotWithShape="0">
              <a:srgbClr val="000000">
                <a:alpha val="40000"/>
              </a:srgb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algn="l" marL="0" marR="0" lvl="0" indent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400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" name="Google Shape;134;p29"/>
          <p:cNvSpPr txBox="1"/>
          <p:nvPr/>
        </p:nvSpPr>
        <p:spPr>
          <a:xfrm>
            <a:off x="1104807" y="11571732"/>
            <a:ext cx="1466700" cy="116951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lvl="0" indent="0" algn="ctr">
              <a:buSzPts val="8400"/>
              <a:buFont typeface="Arial"/>
              <a:buNone/>
            </a:pPr>
            <a:r>
              <a:rPr lang="en-IN" sz="7000" b="1" dirty="0">
                <a:solidFill>
                  <a:schemeClr val="lt1"/>
                </a:solidFill>
                <a:latin typeface="Cambria"/>
                <a:ea typeface="Cambria"/>
                <a:sym typeface="Poppins"/>
              </a:rPr>
              <a:t>A</a:t>
            </a:r>
            <a:endParaRPr sz="7000" b="1" dirty="0">
              <a:solidFill>
                <a:schemeClr val="lt1"/>
              </a:solidFill>
              <a:latin typeface="Cambria"/>
              <a:ea typeface="Cambria"/>
            </a:endParaRPr>
          </a:p>
        </p:txBody>
      </p:sp>
      <p:sp>
        <p:nvSpPr>
          <p:cNvPr id="3" name="Google Shape;130;p29"/>
          <p:cNvSpPr txBox="1"/>
          <p:nvPr/>
        </p:nvSpPr>
        <p:spPr>
          <a:xfrm>
            <a:off x="3107605" y="11664086"/>
            <a:ext cx="32744401" cy="15973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 rtlCol="0">
            <a:normAutofit/>
          </a:bodyPr>
          <a:lstStyle/>
          <a:p>
            <a:pPr algn="l" marL="0" indent="0">
              <a:buSzPts val="8400"/>
            </a:pPr>
            <a:r>
              <a:rPr lang="en-IN" sz="6000" b="1" dirty="0">
                <a:solidFill>
                  <a:schemeClr val="lt1"/>
                </a:solidFill>
                <a:latin typeface="Cambria"/>
                <a:ea typeface="Cambria"/>
                <a:sym typeface="Cambria"/>
              </a:rPr>
              <a:t>A-III, B-IV, C-I, D-II</a:t>
            </a:r>
            <a:endParaRPr sz="6000" b="1" dirty="0">
              <a:solidFill>
                <a:schemeClr val="lt1"/>
              </a:solidFill>
              <a:latin typeface="Cambria"/>
              <a:ea typeface="Cambria"/>
            </a:endParaRPr>
          </a:p>
        </p:txBody>
      </p:sp>
      <p:sp>
        <p:nvSpPr>
          <p:cNvPr id="17" name="Google Shape;130;p29">
            <a:extLst>
              <a:ext uri="{FF2B5EF4-FFF2-40B4-BE49-F238E27FC236}">
                <a16:creationId xmlns:a16="http://schemas.microsoft.com/office/drawing/2014/main" id="{359EC1B9-8B0A-CB48-A9AA-6F6EAF44500B}"/>
              </a:ext>
            </a:extLst>
          </p:cNvPr>
          <p:cNvSpPr txBox="1"/>
          <p:nvPr/>
        </p:nvSpPr>
        <p:spPr>
          <a:xfrm>
            <a:off x="3107605" y="13721486"/>
            <a:ext cx="32744401" cy="15973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 rtlCol="0">
            <a:normAutofit/>
          </a:bodyPr>
          <a:lstStyle/>
          <a:p>
            <a:pPr algn="l" marL="0" indent="0">
              <a:buSzPts val="8400"/>
            </a:pPr>
            <a:r>
              <a:rPr lang="en-IN" sz="6000" b="1" dirty="0">
                <a:solidFill>
                  <a:schemeClr val="lt1"/>
                </a:solidFill>
                <a:latin typeface="Cambria"/>
                <a:ea typeface="Cambria"/>
                <a:sym typeface="Cambria"/>
              </a:rPr>
              <a:t>A-III, B-III, C-IV, D-I</a:t>
            </a:r>
            <a:endParaRPr sz="6000" b="1" dirty="0">
              <a:solidFill>
                <a:schemeClr val="lt1"/>
              </a:solidFill>
              <a:latin typeface="Cambria"/>
              <a:ea typeface="Cambria"/>
            </a:endParaRPr>
          </a:p>
        </p:txBody>
      </p:sp>
      <p:sp>
        <p:nvSpPr>
          <p:cNvPr id="18" name="Google Shape;130;p29">
            <a:extLst>
              <a:ext uri="{FF2B5EF4-FFF2-40B4-BE49-F238E27FC236}">
                <a16:creationId xmlns:a16="http://schemas.microsoft.com/office/drawing/2014/main" id="{7A900CAF-02A4-EA2C-D5AE-61E805D388DB}"/>
              </a:ext>
            </a:extLst>
          </p:cNvPr>
          <p:cNvSpPr txBox="1"/>
          <p:nvPr/>
        </p:nvSpPr>
        <p:spPr>
          <a:xfrm>
            <a:off x="3107605" y="15788030"/>
            <a:ext cx="32744401" cy="15973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 rtlCol="0">
            <a:normAutofit/>
          </a:bodyPr>
          <a:lstStyle/>
          <a:p>
            <a:pPr algn="l" marL="0" indent="0">
              <a:buSzPts val="8400"/>
            </a:pPr>
            <a:r>
              <a:rPr lang="en-IN" sz="6000" b="1" dirty="0">
                <a:solidFill>
                  <a:schemeClr val="lt1"/>
                </a:solidFill>
                <a:latin typeface="Cambria"/>
                <a:ea typeface="Cambria"/>
                <a:sym typeface="Cambria"/>
              </a:rPr>
              <a:t>A-III, B-II, C-I, D-IV</a:t>
            </a:r>
            <a:endParaRPr sz="6000" b="1" dirty="0">
              <a:solidFill>
                <a:schemeClr val="lt1"/>
              </a:solidFill>
              <a:latin typeface="Cambria"/>
              <a:ea typeface="Cambria"/>
            </a:endParaRPr>
          </a:p>
        </p:txBody>
      </p:sp>
      <p:sp>
        <p:nvSpPr>
          <p:cNvPr id="19" name="Google Shape;130;p29">
            <a:extLst>
              <a:ext uri="{FF2B5EF4-FFF2-40B4-BE49-F238E27FC236}">
                <a16:creationId xmlns:a16="http://schemas.microsoft.com/office/drawing/2014/main" id="{14CC97B5-99F4-9A71-2E1A-0ED3B3F0A5F1}"/>
              </a:ext>
            </a:extLst>
          </p:cNvPr>
          <p:cNvSpPr txBox="1"/>
          <p:nvPr/>
        </p:nvSpPr>
        <p:spPr>
          <a:xfrm>
            <a:off x="3107605" y="17924068"/>
            <a:ext cx="32744401" cy="15973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 rtlCol="0">
            <a:normAutofit/>
          </a:bodyPr>
          <a:lstStyle/>
          <a:p>
            <a:pPr algn="l" marL="0" indent="0">
              <a:buSzPts val="8400"/>
            </a:pPr>
            <a:r>
              <a:rPr lang="en-IN" sz="6000" b="1" dirty="0">
                <a:solidFill>
                  <a:schemeClr val="lt1"/>
                </a:solidFill>
                <a:latin typeface="Cambria"/>
                <a:ea typeface="Cambria"/>
                <a:sym typeface="Cambria"/>
              </a:rPr>
              <a:t>A-III, B-IV, C-II, D-I</a:t>
            </a:r>
            <a:endParaRPr sz="6000" b="1" dirty="0">
              <a:solidFill>
                <a:schemeClr val="lt1"/>
              </a:solidFill>
              <a:latin typeface="Cambria"/>
              <a:ea typeface="Cambria"/>
            </a:endParaRPr>
          </a:p>
        </p:txBody>
      </p:sp>
    </p:spTree>
  </p:cSld>
  <p:clrMapOvr>
    <a:masterClrMapping/>
  </p:clrMapOvr>
  <p:transition spd="slow">
    <p:push/>
  </p:transition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Google Shape;129;p29"/>
          <p:cNvSpPr txBox="1"/>
          <p:nvPr/>
        </p:nvSpPr>
        <p:spPr>
          <a:xfrm>
            <a:off x="1104806" y="2396709"/>
            <a:ext cx="34747200" cy="25603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algn="l" marL="0" lvl="0" indent="0">
              <a:buSzPts val="8400"/>
              <a:buFont typeface="Arial"/>
              <a:buNone/>
            </a:pPr>
            <a:r>
              <a:rPr lang="en-IN" sz="6000" b="1" dirty="0">
                <a:solidFill>
                  <a:schemeClr val="lt1"/>
                </a:solidFill>
                <a:latin typeface="Cambria"/>
                <a:ea typeface="Cambria"/>
                <a:sym typeface="Cambria"/>
              </a:rPr>
              <a:t>10. Given a charge q, current I and permeability of vacuum </a:t>
            </a:r>
            <mc:AlternateContent xmlns:mc="http://schemas.openxmlformats.org/markup-compatibility/2006">
              <mc:Choice xmlns:a14="http://schemas.microsoft.com/office/drawing/2010/main" Requires="a14">
                <a14:m xmlns:m="http://schemas.openxmlformats.org/officeDocument/2006/math">
                  <m:oMath>
                    <m:r>
                      <a:rPr lang="en-IN" sz="6000" b="1" dirty="0">
                        <a:solidFill>
                          <a:schemeClr val="lt1"/>
                        </a:solidFill>
                        <a:latin typeface="Cambria Math"/>
                        <a:ea typeface="Cambria Math"/>
                        <a:sym typeface="Cambria Math"/>
                      </a:rPr>
                      <m:t xml:space="preserve"> </m:t>
                    </m:r>
                    <m:sSub>
                      <m:sSubPr/>
                      <m:e>
                        <m:r>
                          <a:rPr lang="en-IN" sz="6000" b="1" dirty="0">
                            <a:solidFill>
                              <a:schemeClr val="lt1"/>
                            </a:solidFill>
                            <a:latin typeface="Cambria Math"/>
                            <a:ea typeface="Cambria Math"/>
                            <a:sym typeface="Cambria Math"/>
                          </a:rPr>
                          <m:t xml:space="preserve">μ</m:t>
                        </m:r>
                      </m:e>
                      <m:sub>
                        <m:r>
                          <a:rPr lang="en-IN" sz="6000" b="1" dirty="0">
                            <a:solidFill>
                              <a:schemeClr val="lt1"/>
                            </a:solidFill>
                            <a:latin typeface="Cambria Math"/>
                            <a:ea typeface="Cambria Math"/>
                            <a:sym typeface="Cambria Math"/>
                          </a:rPr>
                          <m:t xml:space="preserve">0</m:t>
                        </m:r>
                      </m:sub>
                    </m:sSub>
                    <m:r>
                      <a:rPr lang="en-IN" sz="6000" b="1" dirty="0">
                        <a:solidFill>
                          <a:schemeClr val="lt1"/>
                        </a:solidFill>
                        <a:latin typeface="Cambria Math"/>
                        <a:ea typeface="Cambria Math"/>
                        <a:sym typeface="Cambria Math"/>
                      </a:rPr>
                      <m:t xml:space="preserve"> </m:t>
                    </m:r>
                  </m:oMath>
                </a14:m>
              </mc:Choice>
              <mc:Fallback>
                <a:r>
                  <a:rPr lang="en-IN" sz="6000" b="1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 </a:t>
                </a:r>
                <a:r>
                  <a:rPr lang="en-IN" sz="6000" b="1" dirty="0">
                    <a:solidFill>
                      <a:schemeClr val="lt1"/>
                    </a:solidFill>
                    <a:latin typeface="Arial"/>
                    <a:ea typeface="Arial"/>
                    <a:sym typeface="Arial"/>
                  </a:rPr>
                  <a:t>μ</a:t>
                </a:r>
                <a:r>
                  <a:rPr baseline="-25000" lang="en-IN" sz="4320" b="1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0</a:t>
                </a:r>
                <a:r>
                  <a:rPr lang="en-IN" sz="6000" b="1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 </a:t>
                </a:r>
              </mc:Fallback>
            </mc:AlternateContent>
            <a:r>
              <a:rPr lang="en-IN" sz="6000" b="1" dirty="0">
                <a:solidFill>
                  <a:schemeClr val="lt1"/>
                </a:solidFill>
                <a:latin typeface="Cambria"/>
                <a:ea typeface="Cambria"/>
                <a:sym typeface="Cambria"/>
              </a:rPr>
              <a:t>. Which of the following quantity has the dimension of momentum? [02 April, 2025 (Shift-II)]</a:t>
            </a:r>
          </a:p>
        </p:txBody>
      </p:sp>
      <p:sp>
        <p:nvSpPr>
          <p:cNvPr id="3" name="Google Shape;130;p29"/>
          <p:cNvSpPr txBox="1"/>
          <p:nvPr/>
        </p:nvSpPr>
        <p:spPr>
          <a:xfrm>
            <a:off x="3107605" y="6567818"/>
            <a:ext cx="32744401" cy="15973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algn="l" marL="0" indent="0">
              <a:buSzPts val="8400"/>
            </a:pPr>
            <mc:AlternateContent xmlns:mc="http://schemas.openxmlformats.org/markup-compatibility/2006">
              <mc:Choice xmlns:a14="http://schemas.microsoft.com/office/drawing/2010/main" Requires="a14">
                <a14:m xmlns:m="http://schemas.openxmlformats.org/officeDocument/2006/math">
                  <m:oMath>
                    <m:r>
                      <a:rPr lang="en-IN" sz="6000" b="1" dirty="0">
                        <a:solidFill>
                          <a:schemeClr val="lt1"/>
                        </a:solidFill>
                        <a:latin typeface="Cambria Math"/>
                        <a:ea typeface="Cambria Math"/>
                        <a:sym typeface="Cambria Math"/>
                      </a:rPr>
                      <m:t xml:space="preserve"> qI/</m:t>
                    </m:r>
                    <m:sSub>
                      <m:sSubPr/>
                      <m:e>
                        <m:r>
                          <a:rPr lang="en-IN" sz="6000" b="1" dirty="0">
                            <a:solidFill>
                              <a:schemeClr val="lt1"/>
                            </a:solidFill>
                            <a:latin typeface="Cambria Math"/>
                            <a:ea typeface="Cambria Math"/>
                            <a:sym typeface="Cambria Math"/>
                          </a:rPr>
                          <m:t xml:space="preserve">μ</m:t>
                        </m:r>
                      </m:e>
                      <m:sub>
                        <m:r>
                          <a:rPr lang="en-IN" sz="6000" b="1" dirty="0">
                            <a:solidFill>
                              <a:schemeClr val="lt1"/>
                            </a:solidFill>
                            <a:latin typeface="Cambria Math"/>
                            <a:ea typeface="Cambria Math"/>
                            <a:sym typeface="Cambria Math"/>
                          </a:rPr>
                          <m:t xml:space="preserve">0</m:t>
                        </m:r>
                      </m:sub>
                    </m:sSub>
                    <m:r>
                      <a:rPr lang="en-IN" sz="6000" b="1" dirty="0">
                        <a:solidFill>
                          <a:schemeClr val="lt1"/>
                        </a:solidFill>
                        <a:latin typeface="Cambria Math"/>
                        <a:ea typeface="Cambria Math"/>
                        <a:sym typeface="Cambria Math"/>
                      </a:rPr>
                      <m:t xml:space="preserve"> </m:t>
                    </m:r>
                  </m:oMath>
                </a14:m>
              </mc:Choice>
              <mc:Fallback>
                <a:r>
                  <a:rPr lang="en-IN" sz="6000" b="1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 qI/</a:t>
                </a:r>
                <a:r>
                  <a:rPr lang="en-IN" sz="6000" b="1" dirty="0">
                    <a:solidFill>
                      <a:schemeClr val="lt1"/>
                    </a:solidFill>
                    <a:latin typeface="Arial"/>
                    <a:ea typeface="Arial"/>
                    <a:sym typeface="Arial"/>
                  </a:rPr>
                  <a:t>μ</a:t>
                </a:r>
                <a:r>
                  <a:rPr baseline="-25000" lang="en-IN" sz="4320" b="1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0</a:t>
                </a:r>
                <a:r>
                  <a:rPr lang="en-IN" sz="6000" b="1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 </a:t>
                </a:r>
              </mc:Fallback>
            </mc:AlternateContent>
            <a:endParaRPr sz="6000" b="1" dirty="0">
              <a:solidFill>
                <a:schemeClr val="lt1"/>
              </a:solidFill>
              <a:latin typeface="Cambria"/>
              <a:ea typeface="Cambria"/>
            </a:endParaRPr>
          </a:p>
        </p:txBody>
      </p:sp>
      <p:sp>
        <p:nvSpPr>
          <p:cNvPr id="4" name="Google Shape;131;p29"/>
          <p:cNvSpPr/>
          <p:nvPr/>
        </p:nvSpPr>
        <p:spPr>
          <a:xfrm>
            <a:off x="-1864528" y="681774"/>
            <a:ext cx="7081988" cy="1569660"/>
          </a:xfrm>
          <a:prstGeom prst="roundRect">
            <a:avLst>
              <a:gd name="adj" fmla="val 50000"/>
            </a:avLst>
          </a:prstGeom>
          <a:gradFill>
            <a:gsLst>
              <a:gs pos="0">
                <a:srgbClr val="07213C"/>
              </a:gs>
              <a:gs pos="50000">
                <a:srgbClr val="0A3258"/>
              </a:gs>
              <a:gs pos="100000">
                <a:srgbClr val="0E3B69"/>
              </a:gs>
            </a:gsLst>
            <a:lin ang="16200000" scaled="0"/>
          </a:gradFill>
          <a:ln w="57150" cap="flat" cmpd="sng">
            <a:solidFill>
              <a:schemeClr val="lt1"/>
            </a:solidFill>
            <a:prstDash val="solid"/>
            <a:round/>
            <a:headEnd type="none" w="sm" len="sm"/>
            <a:tailEnd type="none" w="sm" len="sm"/>
          </a:ln>
          <a:effectLst>
            <a:outerShdw blurRad="50800" dist="38100" dir="10800000" algn="r" rotWithShape="0">
              <a:srgbClr val="000000">
                <a:alpha val="40000"/>
              </a:srgb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algn="l" marL="0" marR="0" lvl="0" indent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8400" b="1" i="0" u="none" strike="noStrike" cap="none">
              <a:solidFill>
                <a:schemeClr val="lt1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5" name="Google Shape;132;p29"/>
          <p:cNvSpPr txBox="1"/>
          <p:nvPr/>
        </p:nvSpPr>
        <p:spPr>
          <a:xfrm>
            <a:off x="1039500" y="827049"/>
            <a:ext cx="4562190" cy="101562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algn="l">
              <a:buSzPts val="8400"/>
            </a:pPr>
            <a:r>
              <a:rPr lang="en-IN" sz="6000" b="1" dirty="0">
                <a:solidFill>
                  <a:schemeClr val="lt1"/>
                </a:solidFill>
                <a:latin typeface="Cambria"/>
                <a:ea typeface="Cambria"/>
                <a:sym typeface="Cambria"/>
              </a:rPr>
              <a:t>Question</a:t>
            </a:r>
            <a:endParaRPr sz="6000" b="1" dirty="0">
              <a:solidFill>
                <a:schemeClr val="lt1"/>
              </a:solidFill>
              <a:latin typeface="Cambria"/>
              <a:ea typeface="Cambria"/>
            </a:endParaRPr>
          </a:p>
        </p:txBody>
      </p:sp>
      <p:sp>
        <p:nvSpPr>
          <p:cNvPr id="6" name="Google Shape;133;p29"/>
          <p:cNvSpPr/>
          <p:nvPr/>
        </p:nvSpPr>
        <p:spPr>
          <a:xfrm>
            <a:off x="1039499" y="6277029"/>
            <a:ext cx="1597200" cy="1597200"/>
          </a:xfrm>
          <a:prstGeom prst="ellipse">
            <a:avLst/>
          </a:prstGeom>
          <a:gradFill>
            <a:gsLst>
              <a:gs pos="0">
                <a:srgbClr val="07213C"/>
              </a:gs>
              <a:gs pos="50000">
                <a:srgbClr val="0A3258"/>
              </a:gs>
              <a:gs pos="100000">
                <a:srgbClr val="0E3B69"/>
              </a:gs>
            </a:gsLst>
            <a:lin ang="16200000" scaled="0"/>
          </a:gradFill>
          <a:ln w="57150" cap="flat" cmpd="sng">
            <a:solidFill>
              <a:schemeClr val="lt1"/>
            </a:solidFill>
            <a:prstDash val="solid"/>
            <a:round/>
            <a:headEnd type="none" w="sm" len="sm"/>
            <a:tailEnd type="none" w="sm" len="sm"/>
          </a:ln>
          <a:effectLst>
            <a:outerShdw blurRad="50800" dist="38100" dir="10800000" algn="r" rotWithShape="0">
              <a:srgbClr val="000000">
                <a:alpha val="40000"/>
              </a:srgb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algn="l" marL="0" marR="0" lvl="0" indent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400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" name="Google Shape;134;p29"/>
          <p:cNvSpPr txBox="1"/>
          <p:nvPr/>
        </p:nvSpPr>
        <p:spPr>
          <a:xfrm>
            <a:off x="1104807" y="6475534"/>
            <a:ext cx="1466700" cy="116951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lvl="0" indent="0" algn="ctr">
              <a:buSzPts val="8400"/>
              <a:buFont typeface="Arial"/>
              <a:buNone/>
            </a:pPr>
            <a:r>
              <a:rPr lang="en-IN" sz="7000" b="1" dirty="0">
                <a:solidFill>
                  <a:schemeClr val="lt1"/>
                </a:solidFill>
                <a:latin typeface="Cambria"/>
                <a:ea typeface="Cambria"/>
                <a:sym typeface="Poppins"/>
              </a:rPr>
              <a:t>A</a:t>
            </a:r>
            <a:endParaRPr sz="7000" b="1" dirty="0">
              <a:solidFill>
                <a:schemeClr val="lt1"/>
              </a:solidFill>
              <a:latin typeface="Cambria"/>
              <a:ea typeface="Cambria"/>
            </a:endParaRPr>
          </a:p>
        </p:txBody>
      </p:sp>
      <p:grpSp>
        <p:nvGrpSpPr>
          <p:cNvPr id="8" name="Group 3">
            <a:extLst>
              <a:ext uri="{FF2B5EF4-FFF2-40B4-BE49-F238E27FC236}">
                <a16:creationId xmlns:a16="http://schemas.microsoft.com/office/drawing/2014/main" id="{E7A8D3A8-3CB4-6749-CCFA-38CA3F055B3C}"/>
              </a:ext>
            </a:extLst>
          </p:cNvPr>
          <p:cNvGrpSpPr/>
          <p:nvPr/>
        </p:nvGrpSpPr>
        <p:grpSpPr>
          <a:xfrm>
            <a:off x="1039499" y="8394369"/>
            <a:ext cx="1597200" cy="1597200"/>
            <a:chOff x="1039499" y="8887793"/>
            <a:chExt cx="1597200" cy="1597200"/>
          </a:xfrm>
        </p:grpSpPr>
        <p:sp>
          <p:nvSpPr>
            <p:cNvPr id="9" name="Google Shape;135;p29"/>
            <p:cNvSpPr/>
            <p:nvPr/>
          </p:nvSpPr>
          <p:spPr>
            <a:xfrm>
              <a:off x="1039499" y="8887793"/>
              <a:ext cx="1597200" cy="1597200"/>
            </a:xfrm>
            <a:prstGeom prst="ellipse">
              <a:avLst/>
            </a:prstGeom>
            <a:gradFill>
              <a:gsLst>
                <a:gs pos="0">
                  <a:srgbClr val="07213C"/>
                </a:gs>
                <a:gs pos="50000">
                  <a:srgbClr val="0A3258"/>
                </a:gs>
                <a:gs pos="100000">
                  <a:srgbClr val="0E3B69"/>
                </a:gs>
              </a:gsLst>
              <a:lin ang="16200000" scaled="0"/>
            </a:gradFill>
            <a:ln w="5715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  <a:effectLst>
              <a:outerShdw blurRad="50800" dist="38100" dir="10800000" algn="r" rotWithShape="0">
                <a:srgbClr val="000000">
                  <a:alpha val="40000"/>
                </a:srgbClr>
              </a:outerShdw>
            </a:effectLst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algn="l" marL="0" marR="0" lvl="0" indent="0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4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0" name="Google Shape;136;p29"/>
            <p:cNvSpPr txBox="1"/>
            <p:nvPr/>
          </p:nvSpPr>
          <p:spPr>
            <a:xfrm>
              <a:off x="1104806" y="9086298"/>
              <a:ext cx="1466700" cy="12006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pPr algn="ctr">
                <a:buSzPts val="8400"/>
              </a:pPr>
              <a:r>
                <a:rPr lang="en-IN" sz="7000" b="1" dirty="0">
                  <a:solidFill>
                    <a:schemeClr val="lt1"/>
                  </a:solidFill>
                  <a:latin typeface="Cambria"/>
                  <a:ea typeface="Cambria"/>
                  <a:sym typeface="Poppins"/>
                </a:rPr>
                <a:t>B</a:t>
              </a:r>
              <a:endParaRPr sz="7000" b="1" dirty="0">
                <a:solidFill>
                  <a:schemeClr val="lt1"/>
                </a:solidFill>
                <a:latin typeface="Cambria"/>
                <a:ea typeface="Cambria"/>
              </a:endParaRPr>
            </a:p>
          </p:txBody>
        </p:sp>
      </p:grpSp>
      <p:grpSp>
        <p:nvGrpSpPr>
          <p:cNvPr id="11" name="Group 2">
            <a:extLst>
              <a:ext uri="{FF2B5EF4-FFF2-40B4-BE49-F238E27FC236}">
                <a16:creationId xmlns:a16="http://schemas.microsoft.com/office/drawing/2014/main" id="{1929EFE0-7899-C986-6D22-F9305746025F}"/>
              </a:ext>
            </a:extLst>
          </p:cNvPr>
          <p:cNvGrpSpPr/>
          <p:nvPr/>
        </p:nvGrpSpPr>
        <p:grpSpPr>
          <a:xfrm>
            <a:off x="1039499" y="10511709"/>
            <a:ext cx="1597200" cy="1597200"/>
            <a:chOff x="1039499" y="11392904"/>
            <a:chExt cx="1597200" cy="1597200"/>
          </a:xfrm>
        </p:grpSpPr>
        <p:sp>
          <p:nvSpPr>
            <p:cNvPr id="12" name="Google Shape;137;p29"/>
            <p:cNvSpPr/>
            <p:nvPr/>
          </p:nvSpPr>
          <p:spPr>
            <a:xfrm>
              <a:off x="1039499" y="11392904"/>
              <a:ext cx="1597200" cy="1597200"/>
            </a:xfrm>
            <a:prstGeom prst="ellipse">
              <a:avLst/>
            </a:prstGeom>
            <a:gradFill>
              <a:gsLst>
                <a:gs pos="0">
                  <a:srgbClr val="07213C"/>
                </a:gs>
                <a:gs pos="50000">
                  <a:srgbClr val="0A3258"/>
                </a:gs>
                <a:gs pos="100000">
                  <a:srgbClr val="0E3B69"/>
                </a:gs>
              </a:gsLst>
              <a:lin ang="16200000" scaled="0"/>
            </a:gradFill>
            <a:ln w="5715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  <a:effectLst>
              <a:outerShdw blurRad="50800" dist="38100" dir="10800000" algn="r" rotWithShape="0">
                <a:srgbClr val="000000">
                  <a:alpha val="40000"/>
                </a:srgbClr>
              </a:outerShdw>
            </a:effectLst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algn="l" marL="0" marR="0" lvl="0" indent="0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4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3" name="Google Shape;138;p29"/>
            <p:cNvSpPr txBox="1"/>
            <p:nvPr/>
          </p:nvSpPr>
          <p:spPr>
            <a:xfrm>
              <a:off x="1104806" y="11591409"/>
              <a:ext cx="1466700" cy="12006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pPr algn="ctr">
                <a:buSzPts val="8400"/>
              </a:pPr>
              <a:r>
                <a:rPr lang="en-IN" sz="7000" b="1" dirty="0">
                  <a:solidFill>
                    <a:schemeClr val="lt1"/>
                  </a:solidFill>
                  <a:latin typeface="Cambria"/>
                  <a:ea typeface="Cambria"/>
                  <a:sym typeface="Poppins"/>
                </a:rPr>
                <a:t>C</a:t>
              </a:r>
              <a:endParaRPr sz="7000" b="1" dirty="0">
                <a:solidFill>
                  <a:schemeClr val="lt1"/>
                </a:solidFill>
                <a:latin typeface="Cambria"/>
                <a:ea typeface="Cambria"/>
              </a:endParaRPr>
            </a:p>
          </p:txBody>
        </p:sp>
      </p:grpSp>
      <p:grpSp>
        <p:nvGrpSpPr>
          <p:cNvPr id="14" name="Group 1">
            <a:extLst>
              <a:ext uri="{FF2B5EF4-FFF2-40B4-BE49-F238E27FC236}">
                <a16:creationId xmlns:a16="http://schemas.microsoft.com/office/drawing/2014/main" id="{2EFF441D-B1EA-669C-64B0-91C1D604A467}"/>
              </a:ext>
            </a:extLst>
          </p:cNvPr>
          <p:cNvGrpSpPr/>
          <p:nvPr/>
        </p:nvGrpSpPr>
        <p:grpSpPr>
          <a:xfrm>
            <a:off x="1039499" y="12629049"/>
            <a:ext cx="1597200" cy="1597200"/>
            <a:chOff x="1039499" y="13898015"/>
            <a:chExt cx="1597200" cy="1597200"/>
          </a:xfrm>
        </p:grpSpPr>
        <p:sp>
          <p:nvSpPr>
            <p:cNvPr id="15" name="Google Shape;139;p29"/>
            <p:cNvSpPr/>
            <p:nvPr/>
          </p:nvSpPr>
          <p:spPr>
            <a:xfrm>
              <a:off x="1039499" y="13898015"/>
              <a:ext cx="1597200" cy="1597200"/>
            </a:xfrm>
            <a:prstGeom prst="ellipse">
              <a:avLst/>
            </a:prstGeom>
            <a:gradFill>
              <a:gsLst>
                <a:gs pos="0">
                  <a:srgbClr val="07213C"/>
                </a:gs>
                <a:gs pos="50000">
                  <a:srgbClr val="0A3258"/>
                </a:gs>
                <a:gs pos="100000">
                  <a:srgbClr val="0E3B69"/>
                </a:gs>
              </a:gsLst>
              <a:lin ang="16200000" scaled="0"/>
            </a:gradFill>
            <a:ln w="5715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  <a:effectLst>
              <a:outerShdw blurRad="50800" dist="38100" dir="10800000" algn="r" rotWithShape="0">
                <a:srgbClr val="000000">
                  <a:alpha val="40000"/>
                </a:srgbClr>
              </a:outerShdw>
            </a:effectLst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algn="l" marL="0" marR="0" lvl="0" indent="0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4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6" name="Google Shape;140;p29"/>
            <p:cNvSpPr txBox="1"/>
            <p:nvPr/>
          </p:nvSpPr>
          <p:spPr>
            <a:xfrm>
              <a:off x="1104806" y="14096520"/>
              <a:ext cx="1466700" cy="12006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pPr algn="ctr">
                <a:buSzPts val="8400"/>
              </a:pPr>
              <a:r>
                <a:rPr lang="en-IN" sz="7000" b="1" dirty="0">
                  <a:solidFill>
                    <a:schemeClr val="lt1"/>
                  </a:solidFill>
                  <a:latin typeface="Cambria"/>
                  <a:ea typeface="Cambria"/>
                  <a:sym typeface="Poppins"/>
                </a:rPr>
                <a:t>D</a:t>
              </a:r>
              <a:endParaRPr sz="7000" b="1" dirty="0">
                <a:solidFill>
                  <a:schemeClr val="lt1"/>
                </a:solidFill>
                <a:latin typeface="Cambria"/>
                <a:ea typeface="Cambria"/>
              </a:endParaRPr>
            </a:p>
          </p:txBody>
        </p:sp>
      </p:grpSp>
      <p:sp>
        <p:nvSpPr>
          <p:cNvPr id="17" name="Google Shape;130;p29">
            <a:extLst>
              <a:ext uri="{FF2B5EF4-FFF2-40B4-BE49-F238E27FC236}">
                <a16:creationId xmlns:a16="http://schemas.microsoft.com/office/drawing/2014/main" id="{359EC1B9-8B0A-CB48-A9AA-6F6EAF44500B}"/>
              </a:ext>
            </a:extLst>
          </p:cNvPr>
          <p:cNvSpPr txBox="1"/>
          <p:nvPr/>
        </p:nvSpPr>
        <p:spPr>
          <a:xfrm>
            <a:off x="3107605" y="8624960"/>
            <a:ext cx="32744401" cy="15973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algn="l" marL="0" indent="0">
              <a:buSzPts val="8400"/>
            </a:pPr>
            <mc:AlternateContent xmlns:mc="http://schemas.openxmlformats.org/markup-compatibility/2006">
              <mc:Choice xmlns:a14="http://schemas.microsoft.com/office/drawing/2010/main" Requires="a14">
                <a14:m xmlns:m="http://schemas.openxmlformats.org/officeDocument/2006/math">
                  <m:oMath>
                    <m:r>
                      <a:rPr lang="en-IN" sz="6000" b="1" dirty="0">
                        <a:solidFill>
                          <a:schemeClr val="lt1"/>
                        </a:solidFill>
                        <a:latin typeface="Cambria Math"/>
                        <a:ea typeface="Cambria Math"/>
                        <a:sym typeface="Cambria Math"/>
                      </a:rPr>
                      <m:t xml:space="preserve"> q</m:t>
                    </m:r>
                    <m:sSub>
                      <m:sSubPr/>
                      <m:e>
                        <m:r>
                          <a:rPr lang="en-IN" sz="6000" b="1" dirty="0">
                            <a:solidFill>
                              <a:schemeClr val="lt1"/>
                            </a:solidFill>
                            <a:latin typeface="Cambria Math"/>
                            <a:ea typeface="Cambria Math"/>
                            <a:sym typeface="Cambria Math"/>
                          </a:rPr>
                          <m:t xml:space="preserve">μ</m:t>
                        </m:r>
                      </m:e>
                      <m:sub>
                        <m:r>
                          <a:rPr lang="en-IN" sz="6000" b="1" dirty="0">
                            <a:solidFill>
                              <a:schemeClr val="lt1"/>
                            </a:solidFill>
                            <a:latin typeface="Cambria Math"/>
                            <a:ea typeface="Cambria Math"/>
                            <a:sym typeface="Cambria Math"/>
                          </a:rPr>
                          <m:t xml:space="preserve">0</m:t>
                        </m:r>
                      </m:sub>
                    </m:sSub>
                    <m:r>
                      <a:rPr lang="en-IN" sz="6000" b="1" dirty="0">
                        <a:solidFill>
                          <a:schemeClr val="lt1"/>
                        </a:solidFill>
                        <a:latin typeface="Cambria Math"/>
                        <a:ea typeface="Cambria Math"/>
                        <a:sym typeface="Cambria Math"/>
                      </a:rPr>
                      <m:t xml:space="preserve"> I </m:t>
                    </m:r>
                  </m:oMath>
                </a14:m>
              </mc:Choice>
              <mc:Fallback>
                <a:r>
                  <a:rPr lang="en-IN" sz="6000" b="1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 q</a:t>
                </a:r>
                <a:r>
                  <a:rPr lang="en-IN" sz="6000" b="1" dirty="0">
                    <a:solidFill>
                      <a:schemeClr val="lt1"/>
                    </a:solidFill>
                    <a:latin typeface="Arial"/>
                    <a:ea typeface="Arial"/>
                    <a:sym typeface="Arial"/>
                  </a:rPr>
                  <a:t>μ</a:t>
                </a:r>
                <a:r>
                  <a:rPr baseline="-25000" lang="en-IN" sz="4320" b="1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0</a:t>
                </a:r>
                <a:r>
                  <a:rPr lang="en-IN" sz="6000" b="1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 I </a:t>
                </a:r>
              </mc:Fallback>
            </mc:AlternateContent>
            <a:endParaRPr sz="6000" b="1" dirty="0">
              <a:solidFill>
                <a:schemeClr val="lt1"/>
              </a:solidFill>
              <a:latin typeface="Cambria"/>
              <a:ea typeface="Cambria"/>
            </a:endParaRPr>
          </a:p>
        </p:txBody>
      </p:sp>
      <p:sp>
        <p:nvSpPr>
          <p:cNvPr id="18" name="Google Shape;130;p29">
            <a:extLst>
              <a:ext uri="{FF2B5EF4-FFF2-40B4-BE49-F238E27FC236}">
                <a16:creationId xmlns:a16="http://schemas.microsoft.com/office/drawing/2014/main" id="{7A900CAF-02A4-EA2C-D5AE-61E805D388DB}"/>
              </a:ext>
            </a:extLst>
          </p:cNvPr>
          <p:cNvSpPr txBox="1"/>
          <p:nvPr/>
        </p:nvSpPr>
        <p:spPr>
          <a:xfrm>
            <a:off x="3107605" y="10692275"/>
            <a:ext cx="32744401" cy="15973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algn="l" marL="0" indent="0">
              <a:buSzPts val="8400"/>
            </a:pPr>
            <mc:AlternateContent xmlns:mc="http://schemas.openxmlformats.org/markup-compatibility/2006">
              <mc:Choice xmlns:a14="http://schemas.microsoft.com/office/drawing/2010/main" Requires="a14">
                <a14:m xmlns:m="http://schemas.openxmlformats.org/officeDocument/2006/math">
                  <m:oMath>
                    <m:r>
                      <a:rPr lang="en-IN" sz="6000" b="1" dirty="0">
                        <a:solidFill>
                          <a:schemeClr val="lt1"/>
                        </a:solidFill>
                        <a:latin typeface="Cambria Math"/>
                        <a:ea typeface="Cambria Math"/>
                        <a:sym typeface="Cambria Math"/>
                      </a:rPr>
                      <m:t xml:space="preserve"> </m:t>
                    </m:r>
                    <m:sSup>
                      <m:sSupPr/>
                      <m:e>
                        <m:r>
                          <a:rPr lang="en-IN" sz="6000" b="1" dirty="0">
                            <a:solidFill>
                              <a:schemeClr val="lt1"/>
                            </a:solidFill>
                            <a:latin typeface="Cambria Math"/>
                            <a:ea typeface="Cambria Math"/>
                            <a:sym typeface="Cambria Math"/>
                          </a:rPr>
                          <m:t xml:space="preserve">q</m:t>
                        </m:r>
                      </m:e>
                      <m:sup>
                        <m:r>
                          <a:rPr lang="en-IN" sz="6000" b="1" dirty="0">
                            <a:solidFill>
                              <a:schemeClr val="lt1"/>
                            </a:solidFill>
                            <a:latin typeface="Cambria Math"/>
                            <a:ea typeface="Cambria Math"/>
                            <a:sym typeface="Cambria Math"/>
                          </a:rPr>
                          <m:t xml:space="preserve">2</m:t>
                        </m:r>
                      </m:sup>
                    </m:sSup>
                    <m:r>
                      <a:rPr lang="en-IN" sz="6000" b="1" dirty="0">
                        <a:solidFill>
                          <a:schemeClr val="lt1"/>
                        </a:solidFill>
                        <a:latin typeface="Cambria Math"/>
                        <a:ea typeface="Cambria Math"/>
                        <a:sym typeface="Cambria Math"/>
                      </a:rPr>
                      <m:t xml:space="preserve"> </m:t>
                    </m:r>
                    <m:sSub>
                      <m:sSubPr/>
                      <m:e>
                        <m:r>
                          <a:rPr lang="en-IN" sz="6000" b="1" dirty="0">
                            <a:solidFill>
                              <a:schemeClr val="lt1"/>
                            </a:solidFill>
                            <a:latin typeface="Cambria Math"/>
                            <a:ea typeface="Cambria Math"/>
                            <a:sym typeface="Cambria Math"/>
                          </a:rPr>
                          <m:t xml:space="preserve">μ</m:t>
                        </m:r>
                      </m:e>
                      <m:sub>
                        <m:r>
                          <a:rPr lang="en-IN" sz="6000" b="1" dirty="0">
                            <a:solidFill>
                              <a:schemeClr val="lt1"/>
                            </a:solidFill>
                            <a:latin typeface="Cambria Math"/>
                            <a:ea typeface="Cambria Math"/>
                            <a:sym typeface="Cambria Math"/>
                          </a:rPr>
                          <m:t xml:space="preserve">0</m:t>
                        </m:r>
                      </m:sub>
                    </m:sSub>
                    <m:r>
                      <a:rPr lang="en-IN" sz="6000" b="1" dirty="0">
                        <a:solidFill>
                          <a:schemeClr val="lt1"/>
                        </a:solidFill>
                        <a:latin typeface="Cambria Math"/>
                        <a:ea typeface="Cambria Math"/>
                        <a:sym typeface="Cambria Math"/>
                      </a:rPr>
                      <m:t xml:space="preserve"> I </m:t>
                    </m:r>
                  </m:oMath>
                </a14:m>
              </mc:Choice>
              <mc:Fallback>
                <a:r>
                  <a:rPr lang="en-IN" sz="6000" b="1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 q</a:t>
                </a:r>
                <a:r>
                  <a:rPr baseline="52000" lang="en-IN" sz="4320" b="1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2</a:t>
                </a:r>
                <a:r>
                  <a:rPr lang="en-IN" sz="6000" b="1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 </a:t>
                </a:r>
                <a:r>
                  <a:rPr lang="en-IN" sz="6000" b="1" dirty="0">
                    <a:solidFill>
                      <a:schemeClr val="lt1"/>
                    </a:solidFill>
                    <a:latin typeface="Arial"/>
                    <a:ea typeface="Arial"/>
                    <a:sym typeface="Arial"/>
                  </a:rPr>
                  <a:t>μ</a:t>
                </a:r>
                <a:r>
                  <a:rPr baseline="-25000" lang="en-IN" sz="4320" b="1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0</a:t>
                </a:r>
                <a:r>
                  <a:rPr lang="en-IN" sz="6000" b="1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 I </a:t>
                </a:r>
              </mc:Fallback>
            </mc:AlternateContent>
            <a:endParaRPr sz="6000" b="1" dirty="0">
              <a:solidFill>
                <a:schemeClr val="lt1"/>
              </a:solidFill>
              <a:latin typeface="Cambria"/>
              <a:ea typeface="Cambria"/>
            </a:endParaRPr>
          </a:p>
        </p:txBody>
      </p:sp>
      <p:sp>
        <p:nvSpPr>
          <p:cNvPr id="19" name="Google Shape;130;p29">
            <a:extLst>
              <a:ext uri="{FF2B5EF4-FFF2-40B4-BE49-F238E27FC236}">
                <a16:creationId xmlns:a16="http://schemas.microsoft.com/office/drawing/2014/main" id="{14CC97B5-99F4-9A71-2E1A-0ED3B3F0A5F1}"/>
              </a:ext>
            </a:extLst>
          </p:cNvPr>
          <p:cNvSpPr txBox="1"/>
          <p:nvPr/>
        </p:nvSpPr>
        <p:spPr>
          <a:xfrm>
            <a:off x="3107605" y="12827554"/>
            <a:ext cx="32744401" cy="15973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algn="l" marL="0" indent="0">
              <a:buSzPts val="8400"/>
            </a:pPr>
            <mc:AlternateContent xmlns:mc="http://schemas.openxmlformats.org/markup-compatibility/2006">
              <mc:Choice xmlns:a14="http://schemas.microsoft.com/office/drawing/2010/main" Requires="a14">
                <a14:m xmlns:m="http://schemas.openxmlformats.org/officeDocument/2006/math">
                  <m:oMath>
                    <m:r>
                      <a:rPr lang="en-IN" sz="6000" b="1" dirty="0">
                        <a:solidFill>
                          <a:schemeClr val="lt1"/>
                        </a:solidFill>
                        <a:latin typeface="Cambria Math"/>
                        <a:ea typeface="Cambria Math"/>
                        <a:sym typeface="Cambria Math"/>
                      </a:rPr>
                      <m:t xml:space="preserve"> q</m:t>
                    </m:r>
                    <m:sSub>
                      <m:sSubPr/>
                      <m:e>
                        <m:r>
                          <a:rPr lang="en-IN" sz="6000" b="1" dirty="0">
                            <a:solidFill>
                              <a:schemeClr val="lt1"/>
                            </a:solidFill>
                            <a:latin typeface="Cambria Math"/>
                            <a:ea typeface="Cambria Math"/>
                            <a:sym typeface="Cambria Math"/>
                          </a:rPr>
                          <m:t xml:space="preserve">μ</m:t>
                        </m:r>
                      </m:e>
                      <m:sub>
                        <m:r>
                          <a:rPr lang="en-IN" sz="6000" b="1" dirty="0">
                            <a:solidFill>
                              <a:schemeClr val="lt1"/>
                            </a:solidFill>
                            <a:latin typeface="Cambria Math"/>
                            <a:ea typeface="Cambria Math"/>
                            <a:sym typeface="Cambria Math"/>
                          </a:rPr>
                          <m:t xml:space="preserve">0</m:t>
                        </m:r>
                      </m:sub>
                    </m:sSub>
                    <m:r>
                      <a:rPr lang="en-IN" sz="6000" b="1" dirty="0">
                        <a:solidFill>
                          <a:schemeClr val="lt1"/>
                        </a:solidFill>
                        <a:latin typeface="Cambria Math"/>
                        <a:ea typeface="Cambria Math"/>
                        <a:sym typeface="Cambria Math"/>
                      </a:rPr>
                      <m:t xml:space="preserve">/I </m:t>
                    </m:r>
                  </m:oMath>
                </a14:m>
              </mc:Choice>
              <mc:Fallback>
                <a:r>
                  <a:rPr lang="en-IN" sz="6000" b="1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 q</a:t>
                </a:r>
                <a:r>
                  <a:rPr lang="en-IN" sz="6000" b="1" dirty="0">
                    <a:solidFill>
                      <a:schemeClr val="lt1"/>
                    </a:solidFill>
                    <a:latin typeface="Arial"/>
                    <a:ea typeface="Arial"/>
                    <a:sym typeface="Arial"/>
                  </a:rPr>
                  <a:t>μ</a:t>
                </a:r>
                <a:r>
                  <a:rPr baseline="-25000" lang="en-IN" sz="4320" b="1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0</a:t>
                </a:r>
                <a:r>
                  <a:rPr lang="en-IN" sz="6000" b="1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/I </a:t>
                </a:r>
              </mc:Fallback>
            </mc:AlternateContent>
            <a:endParaRPr sz="6000" b="1" dirty="0">
              <a:solidFill>
                <a:schemeClr val="lt1"/>
              </a:solidFill>
              <a:latin typeface="Cambria"/>
              <a:ea typeface="Cambria"/>
            </a:endParaRPr>
          </a:p>
        </p:txBody>
      </p:sp>
    </p:spTree>
  </p:cSld>
  <p:clrMapOvr>
    <a:masterClrMapping/>
  </p:clrMapOvr>
  <p:transition spd="slow">
    <p:push/>
  </p:transition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Google Shape;129;p29"/>
          <p:cNvSpPr txBox="1"/>
          <p:nvPr/>
        </p:nvSpPr>
        <p:spPr>
          <a:xfrm>
            <a:off x="1104806" y="2396709"/>
            <a:ext cx="34747200" cy="34747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algn="l" marL="0" lvl="0" indent="0">
              <a:buSzPts val="8400"/>
              <a:buFont typeface="Arial"/>
              <a:buNone/>
            </a:pPr>
            <a:r>
              <a:rPr lang="en-IN" sz="6000" b="1" dirty="0">
                <a:solidFill>
                  <a:schemeClr val="lt1"/>
                </a:solidFill>
                <a:latin typeface="Cambria"/>
                <a:ea typeface="Cambria"/>
                <a:sym typeface="Cambria"/>
              </a:rPr>
              <a:t>11. If </a:t>
            </a:r>
            <mc:AlternateContent xmlns:mc="http://schemas.openxmlformats.org/markup-compatibility/2006">
              <mc:Choice xmlns:a14="http://schemas.microsoft.com/office/drawing/2010/main" Requires="a14">
                <a14:m xmlns:m="http://schemas.openxmlformats.org/officeDocument/2006/math">
                  <m:oMath>
                    <m:r>
                      <a:rPr lang="en-IN" sz="6000" b="1" dirty="0">
                        <a:solidFill>
                          <a:schemeClr val="lt1"/>
                        </a:solidFill>
                        <a:latin typeface="Cambria Math"/>
                        <a:ea typeface="Cambria Math"/>
                        <a:sym typeface="Cambria Math"/>
                      </a:rPr>
                      <m:t xml:space="preserve"> </m:t>
                    </m:r>
                    <m:sSub>
                      <m:sSubPr/>
                      <m:e>
                        <m:r>
                          <a:rPr lang="en-IN" sz="6000" b="1" dirty="0">
                            <a:solidFill>
                              <a:schemeClr val="lt1"/>
                            </a:solidFill>
                            <a:latin typeface="Cambria Math"/>
                            <a:ea typeface="Cambria Math"/>
                            <a:sym typeface="Cambria Math"/>
                          </a:rPr>
                          <m:t xml:space="preserve">μ</m:t>
                        </m:r>
                      </m:e>
                      <m:sub>
                        <m:r>
                          <a:rPr lang="en-IN" sz="6000" b="1" dirty="0">
                            <a:solidFill>
                              <a:schemeClr val="lt1"/>
                            </a:solidFill>
                            <a:latin typeface="Cambria Math"/>
                            <a:ea typeface="Cambria Math"/>
                            <a:sym typeface="Cambria Math"/>
                          </a:rPr>
                          <m:t xml:space="preserve">0</m:t>
                        </m:r>
                      </m:sub>
                    </m:sSub>
                    <m:r>
                      <a:rPr lang="en-IN" sz="6000" b="1" dirty="0">
                        <a:solidFill>
                          <a:schemeClr val="lt1"/>
                        </a:solidFill>
                        <a:latin typeface="Cambria Math"/>
                        <a:ea typeface="Cambria Math"/>
                        <a:sym typeface="Cambria Math"/>
                      </a:rPr>
                      <m:t xml:space="preserve"> </m:t>
                    </m:r>
                  </m:oMath>
                </a14:m>
              </mc:Choice>
              <mc:Fallback>
                <a:r>
                  <a:rPr lang="en-IN" sz="6000" b="1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 </a:t>
                </a:r>
                <a:r>
                  <a:rPr lang="en-IN" sz="6000" b="1" dirty="0">
                    <a:solidFill>
                      <a:schemeClr val="lt1"/>
                    </a:solidFill>
                    <a:latin typeface="Arial"/>
                    <a:ea typeface="Arial"/>
                    <a:sym typeface="Arial"/>
                  </a:rPr>
                  <a:t>μ</a:t>
                </a:r>
                <a:r>
                  <a:rPr baseline="-25000" lang="en-IN" sz="4320" b="1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0</a:t>
                </a:r>
                <a:r>
                  <a:rPr lang="en-IN" sz="6000" b="1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 </a:t>
                </a:r>
              </mc:Fallback>
            </mc:AlternateContent>
            <a:r>
              <a:rPr lang="en-IN" sz="6000" b="1" dirty="0">
                <a:solidFill>
                  <a:schemeClr val="lt1"/>
                </a:solidFill>
                <a:latin typeface="Cambria"/>
                <a:ea typeface="Cambria"/>
                <a:sym typeface="Cambria"/>
              </a:rPr>
              <a:t> and </a:t>
            </a:r>
            <mc:AlternateContent xmlns:mc="http://schemas.openxmlformats.org/markup-compatibility/2006">
              <mc:Choice xmlns:a14="http://schemas.microsoft.com/office/drawing/2010/main" Requires="a14">
                <a14:m xmlns:m="http://schemas.openxmlformats.org/officeDocument/2006/math">
                  <m:oMath>
                    <m:r>
                      <a:rPr lang="en-IN" sz="6000" b="1" dirty="0">
                        <a:solidFill>
                          <a:schemeClr val="lt1"/>
                        </a:solidFill>
                        <a:latin typeface="Cambria Math"/>
                        <a:ea typeface="Cambria Math"/>
                        <a:sym typeface="Cambria Math"/>
                      </a:rPr>
                      <m:t xml:space="preserve"> </m:t>
                    </m:r>
                    <m:sSub>
                      <m:sSubPr/>
                      <m:e>
                        <m:r>
                          <a:rPr lang="en-IN" sz="6000" b="1" dirty="0">
                            <a:solidFill>
                              <a:schemeClr val="lt1"/>
                            </a:solidFill>
                            <a:latin typeface="Cambria Math"/>
                            <a:ea typeface="Cambria Math"/>
                            <a:sym typeface="Cambria Math"/>
                          </a:rPr>
                          <m:t xml:space="preserve">ε</m:t>
                        </m:r>
                      </m:e>
                      <m:sub>
                        <m:r>
                          <a:rPr lang="en-IN" sz="6000" b="1" dirty="0">
                            <a:solidFill>
                              <a:schemeClr val="lt1"/>
                            </a:solidFill>
                            <a:latin typeface="Cambria Math"/>
                            <a:ea typeface="Cambria Math"/>
                            <a:sym typeface="Cambria Math"/>
                          </a:rPr>
                          <m:t xml:space="preserve">0</m:t>
                        </m:r>
                      </m:sub>
                    </m:sSub>
                    <m:r>
                      <a:rPr lang="en-IN" sz="6000" b="1" dirty="0">
                        <a:solidFill>
                          <a:schemeClr val="lt1"/>
                        </a:solidFill>
                        <a:latin typeface="Cambria Math"/>
                        <a:ea typeface="Cambria Math"/>
                        <a:sym typeface="Cambria Math"/>
                      </a:rPr>
                      <m:t xml:space="preserve"> </m:t>
                    </m:r>
                  </m:oMath>
                </a14:m>
              </mc:Choice>
              <mc:Fallback>
                <a:r>
                  <a:rPr lang="en-IN" sz="6000" b="1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 </a:t>
                </a:r>
                <a:r>
                  <a:rPr lang="en-IN" sz="6000" b="1" dirty="0">
                    <a:solidFill>
                      <a:schemeClr val="lt1"/>
                    </a:solidFill>
                    <a:latin typeface="Arial"/>
                    <a:ea typeface="Arial"/>
                    <a:sym typeface="Arial"/>
                  </a:rPr>
                  <a:t>ε</a:t>
                </a:r>
                <a:r>
                  <a:rPr baseline="-25000" lang="en-IN" sz="4320" b="1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0</a:t>
                </a:r>
                <a:r>
                  <a:rPr lang="en-IN" sz="6000" b="1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 </a:t>
                </a:r>
              </mc:Fallback>
            </mc:AlternateContent>
            <a:r>
              <a:rPr lang="en-IN" sz="6000" b="1" dirty="0">
                <a:solidFill>
                  <a:schemeClr val="lt1"/>
                </a:solidFill>
                <a:latin typeface="Cambria"/>
                <a:ea typeface="Cambria"/>
                <a:sym typeface="Cambria"/>
              </a:rPr>
              <a:t> are the permeability and permittivity of free space, respectively, then the dimension of </a:t>
            </a:r>
            <mc:AlternateContent xmlns:mc="http://schemas.openxmlformats.org/markup-compatibility/2006">
              <mc:Choice xmlns:a14="http://schemas.microsoft.com/office/drawing/2010/main" Requires="a14">
                <a14:m xmlns:m="http://schemas.openxmlformats.org/officeDocument/2006/math">
                  <m:oMath>
                    <m:r>
                      <a:rPr lang="en-IN" sz="6000" b="1" dirty="0">
                        <a:solidFill>
                          <a:schemeClr val="lt1"/>
                        </a:solidFill>
                        <a:latin typeface="Cambria Math"/>
                        <a:ea typeface="Cambria Math"/>
                        <a:sym typeface="Cambria Math"/>
                      </a:rPr>
                      <m:t xml:space="preserve"> </m:t>
                    </m:r>
                    <m:d>
                      <m:dPr>
                        <m:ctrlPr/>
                      </m:dPr>
                      <m:e>
                        <m:r>
                          <a:rPr lang="en-IN" sz="6000" b="1" dirty="0">
                            <a:solidFill>
                              <a:schemeClr val="lt1"/>
                            </a:solidFill>
                            <a:latin typeface="Cambria Math"/>
                            <a:ea typeface="Cambria Math"/>
                            <a:sym typeface="Cambria Math"/>
                          </a:rPr>
                          <m:t xml:space="preserve"> </m:t>
                        </m:r>
                        <m:f>
                          <m:fPr/>
                          <m:num>
                            <m:r>
                              <a:rPr lang="en-IN" sz="6000" b="1" dirty="0">
                                <a:solidFill>
                                  <a:schemeClr val="lt1"/>
                                </a:solidFill>
                                <a:latin typeface="Cambria Math"/>
                                <a:ea typeface="Cambria Math"/>
                                <a:sym typeface="Cambria Math"/>
                              </a:rPr>
                              <m:t xml:space="preserve">1</m:t>
                            </m:r>
                          </m:num>
                          <m:den>
                            <m:sSub>
                              <m:sSubPr/>
                              <m:e>
                                <m:r>
                                  <a:rPr lang="en-IN" sz="6000" b="1" dirty="0">
                                    <a:solidFill>
                                      <a:schemeClr val="lt1"/>
                                    </a:solidFill>
                                    <a:latin typeface="Cambria Math"/>
                                    <a:ea typeface="Cambria Math"/>
                                    <a:sym typeface="Cambria Math"/>
                                  </a:rPr>
                                  <m:t xml:space="preserve">μ</m:t>
                                </m:r>
                              </m:e>
                              <m:sub>
                                <m:r>
                                  <a:rPr lang="en-IN" sz="6000" b="1" dirty="0">
                                    <a:solidFill>
                                      <a:schemeClr val="lt1"/>
                                    </a:solidFill>
                                    <a:latin typeface="Cambria Math"/>
                                    <a:ea typeface="Cambria Math"/>
                                    <a:sym typeface="Cambria Math"/>
                                  </a:rPr>
                                  <m:t xml:space="preserve">0</m:t>
                                </m:r>
                              </m:sub>
                            </m:sSub>
                            <m:r>
                              <a:rPr lang="en-IN" sz="6000" b="1" dirty="0">
                                <a:solidFill>
                                  <a:schemeClr val="lt1"/>
                                </a:solidFill>
                                <a:latin typeface="Cambria Math"/>
                                <a:ea typeface="Cambria Math"/>
                                <a:sym typeface="Cambria Math"/>
                              </a:rPr>
                              <m:t xml:space="preserve"> </m:t>
                            </m:r>
                            <m:sSub>
                              <m:sSubPr/>
                              <m:e>
                                <m:r>
                                  <a:rPr lang="en-IN" sz="6000" b="1" dirty="0">
                                    <a:solidFill>
                                      <a:schemeClr val="lt1"/>
                                    </a:solidFill>
                                    <a:latin typeface="Cambria Math"/>
                                    <a:ea typeface="Cambria Math"/>
                                    <a:sym typeface="Cambria Math"/>
                                  </a:rPr>
                                  <m:t xml:space="preserve">ε</m:t>
                                </m:r>
                              </m:e>
                              <m:sub>
                                <m:r>
                                  <a:rPr lang="en-IN" sz="6000" b="1" dirty="0">
                                    <a:solidFill>
                                      <a:schemeClr val="lt1"/>
                                    </a:solidFill>
                                    <a:latin typeface="Cambria Math"/>
                                    <a:ea typeface="Cambria Math"/>
                                    <a:sym typeface="Cambria Math"/>
                                  </a:rPr>
                                  <m:t xml:space="preserve">0</m:t>
                                </m:r>
                              </m:sub>
                            </m:sSub>
                          </m:den>
                        </m:f>
                        <m:r>
                          <a:rPr lang="en-IN" sz="6000" b="1" dirty="0">
                            <a:solidFill>
                              <a:schemeClr val="lt1"/>
                            </a:solidFill>
                            <a:latin typeface="Cambria Math"/>
                            <a:ea typeface="Cambria Math"/>
                            <a:sym typeface="Cambria Math"/>
                          </a:rPr>
                          <m:t xml:space="preserve"> </m:t>
                        </m:r>
                      </m:e>
                    </m:d>
                    <m:r>
                      <a:rPr lang="en-IN" sz="6000" b="1" dirty="0">
                        <a:solidFill>
                          <a:schemeClr val="lt1"/>
                        </a:solidFill>
                        <a:latin typeface="Cambria Math"/>
                        <a:ea typeface="Cambria Math"/>
                        <a:sym typeface="Cambria Math"/>
                      </a:rPr>
                      <m:t xml:space="preserve"> </m:t>
                    </m:r>
                  </m:oMath>
                </a14:m>
              </mc:Choice>
              <mc:Fallback>
                <a:r>
                  <a:rPr lang="en-IN" sz="6000" b="1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 ( 1/(</a:t>
                </a:r>
                <a:r>
                  <a:rPr lang="en-IN" sz="6000" b="1" dirty="0">
                    <a:solidFill>
                      <a:schemeClr val="lt1"/>
                    </a:solidFill>
                    <a:latin typeface="Arial"/>
                    <a:ea typeface="Arial"/>
                    <a:sym typeface="Arial"/>
                  </a:rPr>
                  <a:t>μ</a:t>
                </a:r>
                <a:r>
                  <a:rPr baseline="-25000" lang="en-IN" sz="4320" b="1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0</a:t>
                </a:r>
                <a:r>
                  <a:rPr lang="en-IN" sz="6000" b="1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 </a:t>
                </a:r>
                <a:r>
                  <a:rPr lang="en-IN" sz="6000" b="1" dirty="0">
                    <a:solidFill>
                      <a:schemeClr val="lt1"/>
                    </a:solidFill>
                    <a:latin typeface="Arial"/>
                    <a:ea typeface="Arial"/>
                    <a:sym typeface="Arial"/>
                  </a:rPr>
                  <a:t>ε</a:t>
                </a:r>
                <a:r>
                  <a:rPr baseline="-25000" lang="en-IN" sz="4320" b="1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0</a:t>
                </a:r>
                <a:r>
                  <a:rPr lang="en-IN" sz="6000" b="1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) ) </a:t>
                </a:r>
              </mc:Fallback>
            </mc:AlternateContent>
            <a:r>
              <a:rPr lang="en-IN" sz="6000" b="1" dirty="0">
                <a:solidFill>
                  <a:schemeClr val="lt1"/>
                </a:solidFill>
                <a:latin typeface="Cambria"/>
                <a:ea typeface="Cambria"/>
                <a:sym typeface="Cambria"/>
              </a:rPr>
              <a:t> is : [02 April, 2025 (Shift-II)]</a:t>
            </a:r>
          </a:p>
        </p:txBody>
      </p:sp>
      <p:sp>
        <p:nvSpPr>
          <p:cNvPr id="3" name="Google Shape;130;p29"/>
          <p:cNvSpPr txBox="1"/>
          <p:nvPr/>
        </p:nvSpPr>
        <p:spPr>
          <a:xfrm>
            <a:off x="3107605" y="7482218"/>
            <a:ext cx="32744401" cy="15973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algn="l" marL="0" indent="0">
              <a:buSzPts val="8400"/>
            </a:pPr>
            <mc:AlternateContent xmlns:mc="http://schemas.openxmlformats.org/markup-compatibility/2006">
              <mc:Choice xmlns:a14="http://schemas.microsoft.com/office/drawing/2010/main" Requires="a14">
                <a14:m xmlns:m="http://schemas.openxmlformats.org/officeDocument/2006/math">
                  <m:oMath>
                    <m:r>
                      <a:rPr lang="en-IN" sz="6000" b="1" dirty="0">
                        <a:solidFill>
                          <a:schemeClr val="lt1"/>
                        </a:solidFill>
                        <a:latin typeface="Cambria Math"/>
                        <a:ea typeface="Cambria Math"/>
                        <a:sym typeface="Cambria Math"/>
                      </a:rPr>
                      <m:t xml:space="preserve"> L/</m:t>
                    </m:r>
                    <m:sSup>
                      <m:sSupPr/>
                      <m:e>
                        <m:r>
                          <a:rPr lang="en-IN" sz="6000" b="1" dirty="0">
                            <a:solidFill>
                              <a:schemeClr val="lt1"/>
                            </a:solidFill>
                            <a:latin typeface="Cambria Math"/>
                            <a:ea typeface="Cambria Math"/>
                            <a:sym typeface="Cambria Math"/>
                          </a:rPr>
                          <m:t xml:space="preserve">T</m:t>
                        </m:r>
                      </m:e>
                      <m:sup>
                        <m:r>
                          <a:rPr lang="en-IN" sz="6000" b="1" dirty="0">
                            <a:solidFill>
                              <a:schemeClr val="lt1"/>
                            </a:solidFill>
                            <a:latin typeface="Cambria Math"/>
                            <a:ea typeface="Cambria Math"/>
                            <a:sym typeface="Cambria Math"/>
                          </a:rPr>
                          <m:t xml:space="preserve">2</m:t>
                        </m:r>
                      </m:sup>
                    </m:sSup>
                    <m:r>
                      <a:rPr lang="en-IN" sz="6000" b="1" dirty="0">
                        <a:solidFill>
                          <a:schemeClr val="lt1"/>
                        </a:solidFill>
                        <a:latin typeface="Cambria Math"/>
                        <a:ea typeface="Cambria Math"/>
                        <a:sym typeface="Cambria Math"/>
                      </a:rPr>
                      <m:t xml:space="preserve"> </m:t>
                    </m:r>
                  </m:oMath>
                </a14:m>
              </mc:Choice>
              <mc:Fallback>
                <a:r>
                  <a:rPr lang="en-IN" sz="6000" b="1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 L/T</a:t>
                </a:r>
                <a:r>
                  <a:rPr baseline="52000" lang="en-IN" sz="4320" b="1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2</a:t>
                </a:r>
                <a:r>
                  <a:rPr lang="en-IN" sz="6000" b="1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 </a:t>
                </a:r>
              </mc:Fallback>
            </mc:AlternateContent>
            <a:endParaRPr sz="6000" b="1" dirty="0">
              <a:solidFill>
                <a:schemeClr val="lt1"/>
              </a:solidFill>
              <a:latin typeface="Cambria"/>
              <a:ea typeface="Cambria"/>
            </a:endParaRPr>
          </a:p>
        </p:txBody>
      </p:sp>
      <p:sp>
        <p:nvSpPr>
          <p:cNvPr id="4" name="Google Shape;131;p29"/>
          <p:cNvSpPr/>
          <p:nvPr/>
        </p:nvSpPr>
        <p:spPr>
          <a:xfrm>
            <a:off x="-1864528" y="681774"/>
            <a:ext cx="7081988" cy="1569660"/>
          </a:xfrm>
          <a:prstGeom prst="roundRect">
            <a:avLst>
              <a:gd name="adj" fmla="val 50000"/>
            </a:avLst>
          </a:prstGeom>
          <a:gradFill>
            <a:gsLst>
              <a:gs pos="0">
                <a:srgbClr val="07213C"/>
              </a:gs>
              <a:gs pos="50000">
                <a:srgbClr val="0A3258"/>
              </a:gs>
              <a:gs pos="100000">
                <a:srgbClr val="0E3B69"/>
              </a:gs>
            </a:gsLst>
            <a:lin ang="16200000" scaled="0"/>
          </a:gradFill>
          <a:ln w="57150" cap="flat" cmpd="sng">
            <a:solidFill>
              <a:schemeClr val="lt1"/>
            </a:solidFill>
            <a:prstDash val="solid"/>
            <a:round/>
            <a:headEnd type="none" w="sm" len="sm"/>
            <a:tailEnd type="none" w="sm" len="sm"/>
          </a:ln>
          <a:effectLst>
            <a:outerShdw blurRad="50800" dist="38100" dir="10800000" algn="r" rotWithShape="0">
              <a:srgbClr val="000000">
                <a:alpha val="40000"/>
              </a:srgb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algn="l" marL="0" marR="0" lvl="0" indent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8400" b="1" i="0" u="none" strike="noStrike" cap="none">
              <a:solidFill>
                <a:schemeClr val="lt1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5" name="Google Shape;132;p29"/>
          <p:cNvSpPr txBox="1"/>
          <p:nvPr/>
        </p:nvSpPr>
        <p:spPr>
          <a:xfrm>
            <a:off x="1039500" y="827049"/>
            <a:ext cx="4562190" cy="101562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algn="l">
              <a:buSzPts val="8400"/>
            </a:pPr>
            <a:r>
              <a:rPr lang="en-IN" sz="6000" b="1" dirty="0">
                <a:solidFill>
                  <a:schemeClr val="lt1"/>
                </a:solidFill>
                <a:latin typeface="Cambria"/>
                <a:ea typeface="Cambria"/>
                <a:sym typeface="Cambria"/>
              </a:rPr>
              <a:t>Question</a:t>
            </a:r>
            <a:endParaRPr sz="6000" b="1" dirty="0">
              <a:solidFill>
                <a:schemeClr val="lt1"/>
              </a:solidFill>
              <a:latin typeface="Cambria"/>
              <a:ea typeface="Cambria"/>
            </a:endParaRPr>
          </a:p>
        </p:txBody>
      </p:sp>
      <p:sp>
        <p:nvSpPr>
          <p:cNvPr id="6" name="Google Shape;133;p29"/>
          <p:cNvSpPr/>
          <p:nvPr/>
        </p:nvSpPr>
        <p:spPr>
          <a:xfrm>
            <a:off x="1039499" y="7191429"/>
            <a:ext cx="1597200" cy="1597200"/>
          </a:xfrm>
          <a:prstGeom prst="ellipse">
            <a:avLst/>
          </a:prstGeom>
          <a:gradFill>
            <a:gsLst>
              <a:gs pos="0">
                <a:srgbClr val="07213C"/>
              </a:gs>
              <a:gs pos="50000">
                <a:srgbClr val="0A3258"/>
              </a:gs>
              <a:gs pos="100000">
                <a:srgbClr val="0E3B69"/>
              </a:gs>
            </a:gsLst>
            <a:lin ang="16200000" scaled="0"/>
          </a:gradFill>
          <a:ln w="57150" cap="flat" cmpd="sng">
            <a:solidFill>
              <a:schemeClr val="lt1"/>
            </a:solidFill>
            <a:prstDash val="solid"/>
            <a:round/>
            <a:headEnd type="none" w="sm" len="sm"/>
            <a:tailEnd type="none" w="sm" len="sm"/>
          </a:ln>
          <a:effectLst>
            <a:outerShdw blurRad="50800" dist="38100" dir="10800000" algn="r" rotWithShape="0">
              <a:srgbClr val="000000">
                <a:alpha val="40000"/>
              </a:srgb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algn="l" marL="0" marR="0" lvl="0" indent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400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" name="Google Shape;134;p29"/>
          <p:cNvSpPr txBox="1"/>
          <p:nvPr/>
        </p:nvSpPr>
        <p:spPr>
          <a:xfrm>
            <a:off x="1104807" y="7389934"/>
            <a:ext cx="1466700" cy="116951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lvl="0" indent="0" algn="ctr">
              <a:buSzPts val="8400"/>
              <a:buFont typeface="Arial"/>
              <a:buNone/>
            </a:pPr>
            <a:r>
              <a:rPr lang="en-IN" sz="7000" b="1" dirty="0">
                <a:solidFill>
                  <a:schemeClr val="lt1"/>
                </a:solidFill>
                <a:latin typeface="Cambria"/>
                <a:ea typeface="Cambria"/>
                <a:sym typeface="Poppins"/>
              </a:rPr>
              <a:t>A</a:t>
            </a:r>
            <a:endParaRPr sz="7000" b="1" dirty="0">
              <a:solidFill>
                <a:schemeClr val="lt1"/>
              </a:solidFill>
              <a:latin typeface="Cambria"/>
              <a:ea typeface="Cambria"/>
            </a:endParaRPr>
          </a:p>
        </p:txBody>
      </p:sp>
      <p:grpSp>
        <p:nvGrpSpPr>
          <p:cNvPr id="8" name="Group 3">
            <a:extLst>
              <a:ext uri="{FF2B5EF4-FFF2-40B4-BE49-F238E27FC236}">
                <a16:creationId xmlns:a16="http://schemas.microsoft.com/office/drawing/2014/main" id="{E7A8D3A8-3CB4-6749-CCFA-38CA3F055B3C}"/>
              </a:ext>
            </a:extLst>
          </p:cNvPr>
          <p:cNvGrpSpPr/>
          <p:nvPr/>
        </p:nvGrpSpPr>
        <p:grpSpPr>
          <a:xfrm>
            <a:off x="1039499" y="9308769"/>
            <a:ext cx="1597200" cy="1597200"/>
            <a:chOff x="1039499" y="8887793"/>
            <a:chExt cx="1597200" cy="1597200"/>
          </a:xfrm>
        </p:grpSpPr>
        <p:sp>
          <p:nvSpPr>
            <p:cNvPr id="9" name="Google Shape;135;p29"/>
            <p:cNvSpPr/>
            <p:nvPr/>
          </p:nvSpPr>
          <p:spPr>
            <a:xfrm>
              <a:off x="1039499" y="8887793"/>
              <a:ext cx="1597200" cy="1597200"/>
            </a:xfrm>
            <a:prstGeom prst="ellipse">
              <a:avLst/>
            </a:prstGeom>
            <a:gradFill>
              <a:gsLst>
                <a:gs pos="0">
                  <a:srgbClr val="07213C"/>
                </a:gs>
                <a:gs pos="50000">
                  <a:srgbClr val="0A3258"/>
                </a:gs>
                <a:gs pos="100000">
                  <a:srgbClr val="0E3B69"/>
                </a:gs>
              </a:gsLst>
              <a:lin ang="16200000" scaled="0"/>
            </a:gradFill>
            <a:ln w="5715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  <a:effectLst>
              <a:outerShdw blurRad="50800" dist="38100" dir="10800000" algn="r" rotWithShape="0">
                <a:srgbClr val="000000">
                  <a:alpha val="40000"/>
                </a:srgbClr>
              </a:outerShdw>
            </a:effectLst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algn="l" marL="0" marR="0" lvl="0" indent="0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4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0" name="Google Shape;136;p29"/>
            <p:cNvSpPr txBox="1"/>
            <p:nvPr/>
          </p:nvSpPr>
          <p:spPr>
            <a:xfrm>
              <a:off x="1104806" y="9086298"/>
              <a:ext cx="1466700" cy="12006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pPr algn="ctr">
                <a:buSzPts val="8400"/>
              </a:pPr>
              <a:r>
                <a:rPr lang="en-IN" sz="7000" b="1" dirty="0">
                  <a:solidFill>
                    <a:schemeClr val="lt1"/>
                  </a:solidFill>
                  <a:latin typeface="Cambria"/>
                  <a:ea typeface="Cambria"/>
                  <a:sym typeface="Poppins"/>
                </a:rPr>
                <a:t>B</a:t>
              </a:r>
              <a:endParaRPr sz="7000" b="1" dirty="0">
                <a:solidFill>
                  <a:schemeClr val="lt1"/>
                </a:solidFill>
                <a:latin typeface="Cambria"/>
                <a:ea typeface="Cambria"/>
              </a:endParaRPr>
            </a:p>
          </p:txBody>
        </p:sp>
      </p:grpSp>
      <p:grpSp>
        <p:nvGrpSpPr>
          <p:cNvPr id="11" name="Group 2">
            <a:extLst>
              <a:ext uri="{FF2B5EF4-FFF2-40B4-BE49-F238E27FC236}">
                <a16:creationId xmlns:a16="http://schemas.microsoft.com/office/drawing/2014/main" id="{1929EFE0-7899-C986-6D22-F9305746025F}"/>
              </a:ext>
            </a:extLst>
          </p:cNvPr>
          <p:cNvGrpSpPr/>
          <p:nvPr/>
        </p:nvGrpSpPr>
        <p:grpSpPr>
          <a:xfrm>
            <a:off x="1039499" y="11426109"/>
            <a:ext cx="1597200" cy="1597200"/>
            <a:chOff x="1039499" y="11392904"/>
            <a:chExt cx="1597200" cy="1597200"/>
          </a:xfrm>
        </p:grpSpPr>
        <p:sp>
          <p:nvSpPr>
            <p:cNvPr id="12" name="Google Shape;137;p29"/>
            <p:cNvSpPr/>
            <p:nvPr/>
          </p:nvSpPr>
          <p:spPr>
            <a:xfrm>
              <a:off x="1039499" y="11392904"/>
              <a:ext cx="1597200" cy="1597200"/>
            </a:xfrm>
            <a:prstGeom prst="ellipse">
              <a:avLst/>
            </a:prstGeom>
            <a:gradFill>
              <a:gsLst>
                <a:gs pos="0">
                  <a:srgbClr val="07213C"/>
                </a:gs>
                <a:gs pos="50000">
                  <a:srgbClr val="0A3258"/>
                </a:gs>
                <a:gs pos="100000">
                  <a:srgbClr val="0E3B69"/>
                </a:gs>
              </a:gsLst>
              <a:lin ang="16200000" scaled="0"/>
            </a:gradFill>
            <a:ln w="5715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  <a:effectLst>
              <a:outerShdw blurRad="50800" dist="38100" dir="10800000" algn="r" rotWithShape="0">
                <a:srgbClr val="000000">
                  <a:alpha val="40000"/>
                </a:srgbClr>
              </a:outerShdw>
            </a:effectLst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algn="l" marL="0" marR="0" lvl="0" indent="0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4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3" name="Google Shape;138;p29"/>
            <p:cNvSpPr txBox="1"/>
            <p:nvPr/>
          </p:nvSpPr>
          <p:spPr>
            <a:xfrm>
              <a:off x="1104806" y="11591409"/>
              <a:ext cx="1466700" cy="12006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pPr algn="ctr">
                <a:buSzPts val="8400"/>
              </a:pPr>
              <a:r>
                <a:rPr lang="en-IN" sz="7000" b="1" dirty="0">
                  <a:solidFill>
                    <a:schemeClr val="lt1"/>
                  </a:solidFill>
                  <a:latin typeface="Cambria"/>
                  <a:ea typeface="Cambria"/>
                  <a:sym typeface="Poppins"/>
                </a:rPr>
                <a:t>C</a:t>
              </a:r>
              <a:endParaRPr sz="7000" b="1" dirty="0">
                <a:solidFill>
                  <a:schemeClr val="lt1"/>
                </a:solidFill>
                <a:latin typeface="Cambria"/>
                <a:ea typeface="Cambria"/>
              </a:endParaRPr>
            </a:p>
          </p:txBody>
        </p:sp>
      </p:grpSp>
      <p:grpSp>
        <p:nvGrpSpPr>
          <p:cNvPr id="14" name="Group 1">
            <a:extLst>
              <a:ext uri="{FF2B5EF4-FFF2-40B4-BE49-F238E27FC236}">
                <a16:creationId xmlns:a16="http://schemas.microsoft.com/office/drawing/2014/main" id="{2EFF441D-B1EA-669C-64B0-91C1D604A467}"/>
              </a:ext>
            </a:extLst>
          </p:cNvPr>
          <p:cNvGrpSpPr/>
          <p:nvPr/>
        </p:nvGrpSpPr>
        <p:grpSpPr>
          <a:xfrm>
            <a:off x="1039499" y="13543449"/>
            <a:ext cx="1597200" cy="1597200"/>
            <a:chOff x="1039499" y="13898015"/>
            <a:chExt cx="1597200" cy="1597200"/>
          </a:xfrm>
        </p:grpSpPr>
        <p:sp>
          <p:nvSpPr>
            <p:cNvPr id="15" name="Google Shape;139;p29"/>
            <p:cNvSpPr/>
            <p:nvPr/>
          </p:nvSpPr>
          <p:spPr>
            <a:xfrm>
              <a:off x="1039499" y="13898015"/>
              <a:ext cx="1597200" cy="1597200"/>
            </a:xfrm>
            <a:prstGeom prst="ellipse">
              <a:avLst/>
            </a:prstGeom>
            <a:gradFill>
              <a:gsLst>
                <a:gs pos="0">
                  <a:srgbClr val="07213C"/>
                </a:gs>
                <a:gs pos="50000">
                  <a:srgbClr val="0A3258"/>
                </a:gs>
                <a:gs pos="100000">
                  <a:srgbClr val="0E3B69"/>
                </a:gs>
              </a:gsLst>
              <a:lin ang="16200000" scaled="0"/>
            </a:gradFill>
            <a:ln w="5715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  <a:effectLst>
              <a:outerShdw blurRad="50800" dist="38100" dir="10800000" algn="r" rotWithShape="0">
                <a:srgbClr val="000000">
                  <a:alpha val="40000"/>
                </a:srgbClr>
              </a:outerShdw>
            </a:effectLst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algn="l" marL="0" marR="0" lvl="0" indent="0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4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6" name="Google Shape;140;p29"/>
            <p:cNvSpPr txBox="1"/>
            <p:nvPr/>
          </p:nvSpPr>
          <p:spPr>
            <a:xfrm>
              <a:off x="1104806" y="14096520"/>
              <a:ext cx="1466700" cy="12006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pPr algn="ctr">
                <a:buSzPts val="8400"/>
              </a:pPr>
              <a:r>
                <a:rPr lang="en-IN" sz="7000" b="1" dirty="0">
                  <a:solidFill>
                    <a:schemeClr val="lt1"/>
                  </a:solidFill>
                  <a:latin typeface="Cambria"/>
                  <a:ea typeface="Cambria"/>
                  <a:sym typeface="Poppins"/>
                </a:rPr>
                <a:t>D</a:t>
              </a:r>
              <a:endParaRPr sz="7000" b="1" dirty="0">
                <a:solidFill>
                  <a:schemeClr val="lt1"/>
                </a:solidFill>
                <a:latin typeface="Cambria"/>
                <a:ea typeface="Cambria"/>
              </a:endParaRPr>
            </a:p>
          </p:txBody>
        </p:sp>
      </p:grpSp>
      <p:sp>
        <p:nvSpPr>
          <p:cNvPr id="17" name="Google Shape;130;p29">
            <a:extLst>
              <a:ext uri="{FF2B5EF4-FFF2-40B4-BE49-F238E27FC236}">
                <a16:creationId xmlns:a16="http://schemas.microsoft.com/office/drawing/2014/main" id="{359EC1B9-8B0A-CB48-A9AA-6F6EAF44500B}"/>
              </a:ext>
            </a:extLst>
          </p:cNvPr>
          <p:cNvSpPr txBox="1"/>
          <p:nvPr/>
        </p:nvSpPr>
        <p:spPr>
          <a:xfrm>
            <a:off x="3107605" y="9539360"/>
            <a:ext cx="32744401" cy="15973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algn="l" marL="0" indent="0">
              <a:buSzPts val="8400"/>
            </a:pPr>
            <mc:AlternateContent xmlns:mc="http://schemas.openxmlformats.org/markup-compatibility/2006">
              <mc:Choice xmlns:a14="http://schemas.microsoft.com/office/drawing/2010/main" Requires="a14">
                <a14:m xmlns:m="http://schemas.openxmlformats.org/officeDocument/2006/math">
                  <m:oMath>
                    <m:r>
                      <a:rPr lang="en-IN" sz="6000" b="1" dirty="0">
                        <a:solidFill>
                          <a:schemeClr val="lt1"/>
                        </a:solidFill>
                        <a:latin typeface="Cambria Math"/>
                        <a:ea typeface="Cambria Math"/>
                        <a:sym typeface="Cambria Math"/>
                      </a:rPr>
                      <m:t xml:space="preserve"> </m:t>
                    </m:r>
                    <m:sSup>
                      <m:sSupPr/>
                      <m:e>
                        <m:r>
                          <a:rPr lang="en-IN" sz="6000" b="1" dirty="0">
                            <a:solidFill>
                              <a:schemeClr val="lt1"/>
                            </a:solidFill>
                            <a:latin typeface="Cambria Math"/>
                            <a:ea typeface="Cambria Math"/>
                            <a:sym typeface="Cambria Math"/>
                          </a:rPr>
                          <m:t xml:space="preserve">L</m:t>
                        </m:r>
                      </m:e>
                      <m:sup>
                        <m:r>
                          <a:rPr lang="en-IN" sz="6000" b="1" dirty="0">
                            <a:solidFill>
                              <a:schemeClr val="lt1"/>
                            </a:solidFill>
                            <a:latin typeface="Cambria Math"/>
                            <a:ea typeface="Cambria Math"/>
                            <a:sym typeface="Cambria Math"/>
                          </a:rPr>
                          <m:t xml:space="preserve">2</m:t>
                        </m:r>
                      </m:sup>
                    </m:sSup>
                    <m:r>
                      <a:rPr lang="en-IN" sz="6000" b="1" dirty="0">
                        <a:solidFill>
                          <a:schemeClr val="lt1"/>
                        </a:solidFill>
                        <a:latin typeface="Cambria Math"/>
                        <a:ea typeface="Cambria Math"/>
                        <a:sym typeface="Cambria Math"/>
                      </a:rPr>
                      <m:t xml:space="preserve">/</m:t>
                    </m:r>
                    <m:sSup>
                      <m:sSupPr/>
                      <m:e>
                        <m:r>
                          <a:rPr lang="en-IN" sz="6000" b="1" dirty="0">
                            <a:solidFill>
                              <a:schemeClr val="lt1"/>
                            </a:solidFill>
                            <a:latin typeface="Cambria Math"/>
                            <a:ea typeface="Cambria Math"/>
                            <a:sym typeface="Cambria Math"/>
                          </a:rPr>
                          <m:t xml:space="preserve">T</m:t>
                        </m:r>
                      </m:e>
                      <m:sup>
                        <m:r>
                          <a:rPr lang="en-IN" sz="6000" b="1" dirty="0">
                            <a:solidFill>
                              <a:schemeClr val="lt1"/>
                            </a:solidFill>
                            <a:latin typeface="Cambria Math"/>
                            <a:ea typeface="Cambria Math"/>
                            <a:sym typeface="Cambria Math"/>
                          </a:rPr>
                          <m:t xml:space="preserve">2</m:t>
                        </m:r>
                      </m:sup>
                    </m:sSup>
                    <m:r>
                      <a:rPr lang="en-IN" sz="6000" b="1" dirty="0">
                        <a:solidFill>
                          <a:schemeClr val="lt1"/>
                        </a:solidFill>
                        <a:latin typeface="Cambria Math"/>
                        <a:ea typeface="Cambria Math"/>
                        <a:sym typeface="Cambria Math"/>
                      </a:rPr>
                      <m:t xml:space="preserve"> </m:t>
                    </m:r>
                  </m:oMath>
                </a14:m>
              </mc:Choice>
              <mc:Fallback>
                <a:r>
                  <a:rPr lang="en-IN" sz="6000" b="1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 L</a:t>
                </a:r>
                <a:r>
                  <a:rPr baseline="52000" lang="en-IN" sz="4320" b="1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2</a:t>
                </a:r>
                <a:r>
                  <a:rPr lang="en-IN" sz="6000" b="1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/T</a:t>
                </a:r>
                <a:r>
                  <a:rPr baseline="52000" lang="en-IN" sz="4320" b="1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2</a:t>
                </a:r>
                <a:r>
                  <a:rPr lang="en-IN" sz="6000" b="1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 </a:t>
                </a:r>
              </mc:Fallback>
            </mc:AlternateContent>
            <a:endParaRPr sz="6000" b="1" dirty="0">
              <a:solidFill>
                <a:schemeClr val="lt1"/>
              </a:solidFill>
              <a:latin typeface="Cambria"/>
              <a:ea typeface="Cambria"/>
            </a:endParaRPr>
          </a:p>
        </p:txBody>
      </p:sp>
      <p:sp>
        <p:nvSpPr>
          <p:cNvPr id="18" name="Google Shape;130;p29">
            <a:extLst>
              <a:ext uri="{FF2B5EF4-FFF2-40B4-BE49-F238E27FC236}">
                <a16:creationId xmlns:a16="http://schemas.microsoft.com/office/drawing/2014/main" id="{7A900CAF-02A4-EA2C-D5AE-61E805D388DB}"/>
              </a:ext>
            </a:extLst>
          </p:cNvPr>
          <p:cNvSpPr txBox="1"/>
          <p:nvPr/>
        </p:nvSpPr>
        <p:spPr>
          <a:xfrm>
            <a:off x="3107605" y="11606675"/>
            <a:ext cx="32744401" cy="15973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algn="l" marL="0" indent="0">
              <a:buSzPts val="8400"/>
            </a:pPr>
            <mc:AlternateContent xmlns:mc="http://schemas.openxmlformats.org/markup-compatibility/2006">
              <mc:Choice xmlns:a14="http://schemas.microsoft.com/office/drawing/2010/main" Requires="a14">
                <a14:m xmlns:m="http://schemas.openxmlformats.org/officeDocument/2006/math">
                  <m:oMath>
                    <m:r>
                      <a:rPr lang="en-IN" sz="6000" b="1" dirty="0">
                        <a:solidFill>
                          <a:schemeClr val="lt1"/>
                        </a:solidFill>
                        <a:latin typeface="Cambria Math"/>
                        <a:ea typeface="Cambria Math"/>
                        <a:sym typeface="Cambria Math"/>
                      </a:rPr>
                      <m:t xml:space="preserve"> </m:t>
                    </m:r>
                    <m:sSup>
                      <m:sSupPr/>
                      <m:e>
                        <m:r>
                          <a:rPr lang="en-IN" sz="6000" b="1" dirty="0">
                            <a:solidFill>
                              <a:schemeClr val="lt1"/>
                            </a:solidFill>
                            <a:latin typeface="Cambria Math"/>
                            <a:ea typeface="Cambria Math"/>
                            <a:sym typeface="Cambria Math"/>
                          </a:rPr>
                          <m:t xml:space="preserve">T</m:t>
                        </m:r>
                      </m:e>
                      <m:sup>
                        <m:r>
                          <a:rPr lang="en-IN" sz="6000" b="1" dirty="0">
                            <a:solidFill>
                              <a:schemeClr val="lt1"/>
                            </a:solidFill>
                            <a:latin typeface="Cambria Math"/>
                            <a:ea typeface="Cambria Math"/>
                            <a:sym typeface="Cambria Math"/>
                          </a:rPr>
                          <m:t xml:space="preserve">2</m:t>
                        </m:r>
                      </m:sup>
                    </m:sSup>
                    <m:r>
                      <a:rPr lang="en-IN" sz="6000" b="1" dirty="0">
                        <a:solidFill>
                          <a:schemeClr val="lt1"/>
                        </a:solidFill>
                        <a:latin typeface="Cambria Math"/>
                        <a:ea typeface="Cambria Math"/>
                        <a:sym typeface="Cambria Math"/>
                      </a:rPr>
                      <m:t xml:space="preserve">/L </m:t>
                    </m:r>
                  </m:oMath>
                </a14:m>
              </mc:Choice>
              <mc:Fallback>
                <a:r>
                  <a:rPr lang="en-IN" sz="6000" b="1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 T</a:t>
                </a:r>
                <a:r>
                  <a:rPr baseline="52000" lang="en-IN" sz="4320" b="1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2</a:t>
                </a:r>
                <a:r>
                  <a:rPr lang="en-IN" sz="6000" b="1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/L </a:t>
                </a:r>
              </mc:Fallback>
            </mc:AlternateContent>
            <a:endParaRPr sz="6000" b="1" dirty="0">
              <a:solidFill>
                <a:schemeClr val="lt1"/>
              </a:solidFill>
              <a:latin typeface="Cambria"/>
              <a:ea typeface="Cambria"/>
            </a:endParaRPr>
          </a:p>
        </p:txBody>
      </p:sp>
      <p:sp>
        <p:nvSpPr>
          <p:cNvPr id="19" name="Google Shape;130;p29">
            <a:extLst>
              <a:ext uri="{FF2B5EF4-FFF2-40B4-BE49-F238E27FC236}">
                <a16:creationId xmlns:a16="http://schemas.microsoft.com/office/drawing/2014/main" id="{14CC97B5-99F4-9A71-2E1A-0ED3B3F0A5F1}"/>
              </a:ext>
            </a:extLst>
          </p:cNvPr>
          <p:cNvSpPr txBox="1"/>
          <p:nvPr/>
        </p:nvSpPr>
        <p:spPr>
          <a:xfrm>
            <a:off x="3107605" y="13741954"/>
            <a:ext cx="32744401" cy="15973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algn="l" marL="0" indent="0">
              <a:buSzPts val="8400"/>
            </a:pPr>
            <mc:AlternateContent xmlns:mc="http://schemas.openxmlformats.org/markup-compatibility/2006">
              <mc:Choice xmlns:a14="http://schemas.microsoft.com/office/drawing/2010/main" Requires="a14">
                <a14:m xmlns:m="http://schemas.openxmlformats.org/officeDocument/2006/math">
                  <m:oMath>
                    <m:r>
                      <a:rPr lang="en-IN" sz="6000" b="1" dirty="0">
                        <a:solidFill>
                          <a:schemeClr val="lt1"/>
                        </a:solidFill>
                        <a:latin typeface="Cambria Math"/>
                        <a:ea typeface="Cambria Math"/>
                        <a:sym typeface="Cambria Math"/>
                      </a:rPr>
                      <m:t xml:space="preserve"> </m:t>
                    </m:r>
                    <m:sSup>
                      <m:sSupPr/>
                      <m:e>
                        <m:r>
                          <a:rPr lang="en-IN" sz="6000" b="1" dirty="0">
                            <a:solidFill>
                              <a:schemeClr val="lt1"/>
                            </a:solidFill>
                            <a:latin typeface="Cambria Math"/>
                            <a:ea typeface="Cambria Math"/>
                            <a:sym typeface="Cambria Math"/>
                          </a:rPr>
                          <m:t xml:space="preserve">T</m:t>
                        </m:r>
                      </m:e>
                      <m:sup>
                        <m:r>
                          <a:rPr lang="en-IN" sz="6000" b="1" dirty="0">
                            <a:solidFill>
                              <a:schemeClr val="lt1"/>
                            </a:solidFill>
                            <a:latin typeface="Cambria Math"/>
                            <a:ea typeface="Cambria Math"/>
                            <a:sym typeface="Cambria Math"/>
                          </a:rPr>
                          <m:t xml:space="preserve">2</m:t>
                        </m:r>
                      </m:sup>
                    </m:sSup>
                    <m:r>
                      <a:rPr lang="en-IN" sz="6000" b="1" dirty="0">
                        <a:solidFill>
                          <a:schemeClr val="lt1"/>
                        </a:solidFill>
                        <a:latin typeface="Cambria Math"/>
                        <a:ea typeface="Cambria Math"/>
                        <a:sym typeface="Cambria Math"/>
                      </a:rPr>
                      <m:t xml:space="preserve">/</m:t>
                    </m:r>
                    <m:sSup>
                      <m:sSupPr/>
                      <m:e>
                        <m:r>
                          <a:rPr lang="en-IN" sz="6000" b="1" dirty="0">
                            <a:solidFill>
                              <a:schemeClr val="lt1"/>
                            </a:solidFill>
                            <a:latin typeface="Cambria Math"/>
                            <a:ea typeface="Cambria Math"/>
                            <a:sym typeface="Cambria Math"/>
                          </a:rPr>
                          <m:t xml:space="preserve">L</m:t>
                        </m:r>
                      </m:e>
                      <m:sup>
                        <m:r>
                          <a:rPr lang="en-IN" sz="6000" b="1" dirty="0">
                            <a:solidFill>
                              <a:schemeClr val="lt1"/>
                            </a:solidFill>
                            <a:latin typeface="Cambria Math"/>
                            <a:ea typeface="Cambria Math"/>
                            <a:sym typeface="Cambria Math"/>
                          </a:rPr>
                          <m:t xml:space="preserve">2</m:t>
                        </m:r>
                      </m:sup>
                    </m:sSup>
                    <m:r>
                      <a:rPr lang="en-IN" sz="6000" b="1" dirty="0">
                        <a:solidFill>
                          <a:schemeClr val="lt1"/>
                        </a:solidFill>
                        <a:latin typeface="Cambria Math"/>
                        <a:ea typeface="Cambria Math"/>
                        <a:sym typeface="Cambria Math"/>
                      </a:rPr>
                      <m:t xml:space="preserve"> </m:t>
                    </m:r>
                  </m:oMath>
                </a14:m>
              </mc:Choice>
              <mc:Fallback>
                <a:r>
                  <a:rPr lang="en-IN" sz="6000" b="1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 T</a:t>
                </a:r>
                <a:r>
                  <a:rPr baseline="52000" lang="en-IN" sz="4320" b="1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2</a:t>
                </a:r>
                <a:r>
                  <a:rPr lang="en-IN" sz="6000" b="1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/L</a:t>
                </a:r>
                <a:r>
                  <a:rPr baseline="52000" lang="en-IN" sz="4320" b="1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2</a:t>
                </a:r>
                <a:r>
                  <a:rPr lang="en-IN" sz="6000" b="1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 </a:t>
                </a:r>
              </mc:Fallback>
            </mc:AlternateContent>
            <a:endParaRPr sz="6000" b="1" dirty="0">
              <a:solidFill>
                <a:schemeClr val="lt1"/>
              </a:solidFill>
              <a:latin typeface="Cambria"/>
              <a:ea typeface="Cambria"/>
            </a:endParaRPr>
          </a:p>
        </p:txBody>
      </p:sp>
    </p:spTree>
  </p:cSld>
  <p:clrMapOvr>
    <a:masterClrMapping/>
  </p:clrMapOvr>
  <p:transition spd="slow">
    <p:push/>
  </p:transition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Google Shape;129;p29"/>
          <p:cNvSpPr txBox="1"/>
          <p:nvPr/>
        </p:nvSpPr>
        <p:spPr>
          <a:xfrm>
            <a:off x="1104806" y="2396709"/>
            <a:ext cx="34747200" cy="25603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algn="l" marL="0" lvl="0" indent="0">
              <a:buSzPts val="8400"/>
              <a:buFont typeface="Arial"/>
              <a:buNone/>
            </a:pPr>
            <a:r>
              <a:rPr lang="en-IN" sz="6000" b="1" dirty="0">
                <a:solidFill>
                  <a:schemeClr val="lt1"/>
                </a:solidFill>
                <a:latin typeface="Cambria"/>
                <a:ea typeface="Cambria"/>
                <a:sym typeface="Cambria"/>
              </a:rPr>
              <a:t>12. If B is magnetic field and </a:t>
            </a:r>
            <mc:AlternateContent xmlns:mc="http://schemas.openxmlformats.org/markup-compatibility/2006">
              <mc:Choice xmlns:a14="http://schemas.microsoft.com/office/drawing/2010/main" Requires="a14">
                <a14:m xmlns:m="http://schemas.openxmlformats.org/officeDocument/2006/math">
                  <m:oMath>
                    <m:r>
                      <a:rPr lang="en-IN" sz="6000" b="1" dirty="0">
                        <a:solidFill>
                          <a:schemeClr val="lt1"/>
                        </a:solidFill>
                        <a:latin typeface="Cambria Math"/>
                        <a:ea typeface="Cambria Math"/>
                        <a:sym typeface="Cambria Math"/>
                      </a:rPr>
                      <m:t xml:space="preserve"> </m:t>
                    </m:r>
                    <m:sSub>
                      <m:sSubPr/>
                      <m:e>
                        <m:r>
                          <a:rPr lang="en-IN" sz="6000" b="1" dirty="0">
                            <a:solidFill>
                              <a:schemeClr val="lt1"/>
                            </a:solidFill>
                            <a:latin typeface="Cambria Math"/>
                            <a:ea typeface="Cambria Math"/>
                            <a:sym typeface="Cambria Math"/>
                          </a:rPr>
                          <m:t xml:space="preserve">μ</m:t>
                        </m:r>
                      </m:e>
                      <m:sub>
                        <m:r>
                          <a:rPr lang="en-IN" sz="6000" b="1" dirty="0">
                            <a:solidFill>
                              <a:schemeClr val="lt1"/>
                            </a:solidFill>
                            <a:latin typeface="Cambria Math"/>
                            <a:ea typeface="Cambria Math"/>
                            <a:sym typeface="Cambria Math"/>
                          </a:rPr>
                          <m:t xml:space="preserve">0</m:t>
                        </m:r>
                      </m:sub>
                    </m:sSub>
                    <m:r>
                      <a:rPr lang="en-IN" sz="6000" b="1" dirty="0">
                        <a:solidFill>
                          <a:schemeClr val="lt1"/>
                        </a:solidFill>
                        <a:latin typeface="Cambria Math"/>
                        <a:ea typeface="Cambria Math"/>
                        <a:sym typeface="Cambria Math"/>
                      </a:rPr>
                      <m:t xml:space="preserve"> </m:t>
                    </m:r>
                  </m:oMath>
                </a14:m>
              </mc:Choice>
              <mc:Fallback>
                <a:r>
                  <a:rPr lang="en-IN" sz="6000" b="1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 </a:t>
                </a:r>
                <a:r>
                  <a:rPr lang="en-IN" sz="6000" b="1" dirty="0">
                    <a:solidFill>
                      <a:schemeClr val="lt1"/>
                    </a:solidFill>
                    <a:latin typeface="Arial"/>
                    <a:ea typeface="Arial"/>
                    <a:sym typeface="Arial"/>
                  </a:rPr>
                  <a:t>μ</a:t>
                </a:r>
                <a:r>
                  <a:rPr baseline="-25000" lang="en-IN" sz="4320" b="1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0</a:t>
                </a:r>
                <a:r>
                  <a:rPr lang="en-IN" sz="6000" b="1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 </a:t>
                </a:r>
              </mc:Fallback>
            </mc:AlternateContent>
            <a:r>
              <a:rPr lang="en-IN" sz="6000" b="1" dirty="0">
                <a:solidFill>
                  <a:schemeClr val="lt1"/>
                </a:solidFill>
                <a:latin typeface="Cambria"/>
                <a:ea typeface="Cambria"/>
                <a:sym typeface="Cambria"/>
              </a:rPr>
              <a:t> is permeability of free space, then the dimensions of </a:t>
            </a:r>
            <mc:AlternateContent xmlns:mc="http://schemas.openxmlformats.org/markup-compatibility/2006">
              <mc:Choice xmlns:a14="http://schemas.microsoft.com/office/drawing/2010/main" Requires="a14">
                <a14:m xmlns:m="http://schemas.openxmlformats.org/officeDocument/2006/math">
                  <m:oMath>
                    <m:r>
                      <a:rPr lang="en-IN" sz="6000" b="1" dirty="0">
                        <a:solidFill>
                          <a:schemeClr val="lt1"/>
                        </a:solidFill>
                        <a:latin typeface="Cambria Math"/>
                        <a:ea typeface="Cambria Math"/>
                        <a:sym typeface="Cambria Math"/>
                      </a:rPr>
                      <m:t xml:space="preserve"> (B/</m:t>
                    </m:r>
                    <m:sSub>
                      <m:sSubPr/>
                      <m:e>
                        <m:r>
                          <a:rPr lang="en-IN" sz="6000" b="1" dirty="0">
                            <a:solidFill>
                              <a:schemeClr val="lt1"/>
                            </a:solidFill>
                            <a:latin typeface="Cambria Math"/>
                            <a:ea typeface="Cambria Math"/>
                            <a:sym typeface="Cambria Math"/>
                          </a:rPr>
                          <m:t xml:space="preserve">μ</m:t>
                        </m:r>
                      </m:e>
                      <m:sub>
                        <m:r>
                          <a:rPr lang="en-IN" sz="6000" b="1" dirty="0">
                            <a:solidFill>
                              <a:schemeClr val="lt1"/>
                            </a:solidFill>
                            <a:latin typeface="Cambria Math"/>
                            <a:ea typeface="Cambria Math"/>
                            <a:sym typeface="Cambria Math"/>
                          </a:rPr>
                          <m:t xml:space="preserve">0</m:t>
                        </m:r>
                      </m:sub>
                    </m:sSub>
                    <m:r>
                      <a:rPr lang="en-IN" sz="6000" b="1" dirty="0">
                        <a:solidFill>
                          <a:schemeClr val="lt1"/>
                        </a:solidFill>
                        <a:latin typeface="Cambria Math"/>
                        <a:ea typeface="Cambria Math"/>
                        <a:sym typeface="Cambria Math"/>
                      </a:rPr>
                      <m:t xml:space="preserve">) </m:t>
                    </m:r>
                  </m:oMath>
                </a14:m>
              </mc:Choice>
              <mc:Fallback>
                <a:r>
                  <a:rPr lang="en-IN" sz="6000" b="1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 (B/</a:t>
                </a:r>
                <a:r>
                  <a:rPr lang="en-IN" sz="6000" b="1" dirty="0">
                    <a:solidFill>
                      <a:schemeClr val="lt1"/>
                    </a:solidFill>
                    <a:latin typeface="Arial"/>
                    <a:ea typeface="Arial"/>
                    <a:sym typeface="Arial"/>
                  </a:rPr>
                  <a:t>μ</a:t>
                </a:r>
                <a:r>
                  <a:rPr baseline="-25000" lang="en-IN" sz="4320" b="1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0</a:t>
                </a:r>
                <a:r>
                  <a:rPr lang="en-IN" sz="6000" b="1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) </a:t>
                </a:r>
              </mc:Fallback>
            </mc:AlternateContent>
            <a:r>
              <a:rPr lang="en-IN" sz="6000" b="1" dirty="0">
                <a:solidFill>
                  <a:schemeClr val="lt1"/>
                </a:solidFill>
                <a:latin typeface="Cambria"/>
                <a:ea typeface="Cambria"/>
                <a:sym typeface="Cambria"/>
              </a:rPr>
              <a:t> is: [22 Jan, 2025 (Shift-I)]</a:t>
            </a:r>
          </a:p>
        </p:txBody>
      </p:sp>
      <p:sp>
        <p:nvSpPr>
          <p:cNvPr id="3" name="Google Shape;130;p29"/>
          <p:cNvSpPr txBox="1"/>
          <p:nvPr/>
        </p:nvSpPr>
        <p:spPr>
          <a:xfrm>
            <a:off x="3107605" y="6567818"/>
            <a:ext cx="32744401" cy="15973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algn="l" marL="0" indent="0">
              <a:buSzPts val="8400"/>
            </a:pPr>
            <mc:AlternateContent xmlns:mc="http://schemas.openxmlformats.org/markup-compatibility/2006">
              <mc:Choice xmlns:a14="http://schemas.microsoft.com/office/drawing/2010/main" Requires="a14">
                <a14:m xmlns:m="http://schemas.openxmlformats.org/officeDocument/2006/math">
                  <m:oMath>
                    <m:r>
                      <a:rPr lang="en-IN" sz="6000" b="1" dirty="0">
                        <a:solidFill>
                          <a:schemeClr val="lt1"/>
                        </a:solidFill>
                        <a:latin typeface="Cambria Math"/>
                        <a:ea typeface="Cambria Math"/>
                        <a:sym typeface="Cambria Math"/>
                      </a:rPr>
                      <m:t xml:space="preserve"> M</m:t>
                    </m:r>
                    <m:sSup>
                      <m:sSupPr/>
                      <m:e>
                        <m:r>
                          <a:rPr lang="en-IN" sz="6000" b="1" dirty="0">
                            <a:solidFill>
                              <a:schemeClr val="lt1"/>
                            </a:solidFill>
                            <a:latin typeface="Cambria Math"/>
                            <a:ea typeface="Cambria Math"/>
                            <a:sym typeface="Cambria Math"/>
                          </a:rPr>
                          <m:t xml:space="preserve">L</m:t>
                        </m:r>
                      </m:e>
                      <m:sup>
                        <m:r>
                          <a:rPr lang="en-IN" sz="6000" b="1" dirty="0">
                            <a:solidFill>
                              <a:schemeClr val="lt1"/>
                            </a:solidFill>
                            <a:latin typeface="Cambria Math"/>
                            <a:ea typeface="Cambria Math"/>
                            <a:sym typeface="Cambria Math"/>
                          </a:rPr>
                          <m:t xml:space="preserve">2</m:t>
                        </m:r>
                      </m:sup>
                    </m:sSup>
                    <m:r>
                      <a:rPr lang="en-IN" sz="6000" b="1" dirty="0">
                        <a:solidFill>
                          <a:schemeClr val="lt1"/>
                        </a:solidFill>
                        <a:latin typeface="Cambria Math"/>
                        <a:ea typeface="Cambria Math"/>
                        <a:sym typeface="Cambria Math"/>
                      </a:rPr>
                      <m:t xml:space="preserve"> </m:t>
                    </m:r>
                    <m:sSup>
                      <m:sSupPr/>
                      <m:e>
                        <m:r>
                          <a:rPr lang="en-IN" sz="6000" b="1" dirty="0">
                            <a:solidFill>
                              <a:schemeClr val="lt1"/>
                            </a:solidFill>
                            <a:latin typeface="Cambria Math"/>
                            <a:ea typeface="Cambria Math"/>
                            <a:sym typeface="Cambria Math"/>
                          </a:rPr>
                          <m:t xml:space="preserve">T</m:t>
                        </m:r>
                      </m:e>
                      <m:sup>
                        <m:r>
                          <a:rPr lang="en-IN" sz="6000" b="1" dirty="0">
                            <a:solidFill>
                              <a:schemeClr val="lt1"/>
                            </a:solidFill>
                            <a:latin typeface="Cambria Math"/>
                            <a:ea typeface="Cambria Math"/>
                            <a:sym typeface="Cambria Math"/>
                          </a:rPr>
                          <m:t xml:space="preserve">-2</m:t>
                        </m:r>
                      </m:sup>
                    </m:sSup>
                    <m:sSup>
                      <m:sSupPr/>
                      <m:e>
                        <m:r>
                          <a:rPr lang="en-IN" sz="6000" b="1" dirty="0">
                            <a:solidFill>
                              <a:schemeClr val="lt1"/>
                            </a:solidFill>
                            <a:latin typeface="Cambria Math"/>
                            <a:ea typeface="Cambria Math"/>
                            <a:sym typeface="Cambria Math"/>
                          </a:rPr>
                          <m:t xml:space="preserve">A</m:t>
                        </m:r>
                      </m:e>
                      <m:sup>
                        <m:r>
                          <a:rPr lang="en-IN" sz="6000" b="1" dirty="0">
                            <a:solidFill>
                              <a:schemeClr val="lt1"/>
                            </a:solidFill>
                            <a:latin typeface="Cambria Math"/>
                            <a:ea typeface="Cambria Math"/>
                            <a:sym typeface="Cambria Math"/>
                          </a:rPr>
                          <m:t xml:space="preserve">-1</m:t>
                        </m:r>
                      </m:sup>
                    </m:sSup>
                    <m:r>
                      <a:rPr lang="en-IN" sz="6000" b="1" dirty="0">
                        <a:solidFill>
                          <a:schemeClr val="lt1"/>
                        </a:solidFill>
                        <a:latin typeface="Cambria Math"/>
                        <a:ea typeface="Cambria Math"/>
                        <a:sym typeface="Cambria Math"/>
                      </a:rPr>
                      <m:t xml:space="preserve"> </m:t>
                    </m:r>
                  </m:oMath>
                </a14:m>
              </mc:Choice>
              <mc:Fallback>
                <a:r>
                  <a:rPr lang="en-IN" sz="6000" b="1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 ML</a:t>
                </a:r>
                <a:r>
                  <a:rPr baseline="52000" lang="en-IN" sz="4320" b="1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2</a:t>
                </a:r>
                <a:r>
                  <a:rPr lang="en-IN" sz="6000" b="1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 T</a:t>
                </a:r>
                <a:r>
                  <a:rPr baseline="52000" lang="en-IN" sz="4320" b="1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-2</a:t>
                </a:r>
                <a:r>
                  <a:rPr lang="en-IN" sz="6000" b="1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A</a:t>
                </a:r>
                <a:r>
                  <a:rPr baseline="52000" lang="en-IN" sz="4320" b="1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-1</a:t>
                </a:r>
                <a:r>
                  <a:rPr lang="en-IN" sz="6000" b="1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 </a:t>
                </a:r>
              </mc:Fallback>
            </mc:AlternateContent>
            <a:endParaRPr sz="6000" b="1" dirty="0">
              <a:solidFill>
                <a:schemeClr val="lt1"/>
              </a:solidFill>
              <a:latin typeface="Cambria"/>
              <a:ea typeface="Cambria"/>
            </a:endParaRPr>
          </a:p>
        </p:txBody>
      </p:sp>
      <p:sp>
        <p:nvSpPr>
          <p:cNvPr id="4" name="Google Shape;131;p29"/>
          <p:cNvSpPr/>
          <p:nvPr/>
        </p:nvSpPr>
        <p:spPr>
          <a:xfrm>
            <a:off x="-1864528" y="681774"/>
            <a:ext cx="7081988" cy="1569660"/>
          </a:xfrm>
          <a:prstGeom prst="roundRect">
            <a:avLst>
              <a:gd name="adj" fmla="val 50000"/>
            </a:avLst>
          </a:prstGeom>
          <a:gradFill>
            <a:gsLst>
              <a:gs pos="0">
                <a:srgbClr val="07213C"/>
              </a:gs>
              <a:gs pos="50000">
                <a:srgbClr val="0A3258"/>
              </a:gs>
              <a:gs pos="100000">
                <a:srgbClr val="0E3B69"/>
              </a:gs>
            </a:gsLst>
            <a:lin ang="16200000" scaled="0"/>
          </a:gradFill>
          <a:ln w="57150" cap="flat" cmpd="sng">
            <a:solidFill>
              <a:schemeClr val="lt1"/>
            </a:solidFill>
            <a:prstDash val="solid"/>
            <a:round/>
            <a:headEnd type="none" w="sm" len="sm"/>
            <a:tailEnd type="none" w="sm" len="sm"/>
          </a:ln>
          <a:effectLst>
            <a:outerShdw blurRad="50800" dist="38100" dir="10800000" algn="r" rotWithShape="0">
              <a:srgbClr val="000000">
                <a:alpha val="40000"/>
              </a:srgb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algn="l" marL="0" marR="0" lvl="0" indent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8400" b="1" i="0" u="none" strike="noStrike" cap="none">
              <a:solidFill>
                <a:schemeClr val="lt1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5" name="Google Shape;132;p29"/>
          <p:cNvSpPr txBox="1"/>
          <p:nvPr/>
        </p:nvSpPr>
        <p:spPr>
          <a:xfrm>
            <a:off x="1039500" y="827049"/>
            <a:ext cx="4562190" cy="101562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algn="l">
              <a:buSzPts val="8400"/>
            </a:pPr>
            <a:r>
              <a:rPr lang="en-IN" sz="6000" b="1" dirty="0">
                <a:solidFill>
                  <a:schemeClr val="lt1"/>
                </a:solidFill>
                <a:latin typeface="Cambria"/>
                <a:ea typeface="Cambria"/>
                <a:sym typeface="Cambria"/>
              </a:rPr>
              <a:t>Question</a:t>
            </a:r>
            <a:endParaRPr sz="6000" b="1" dirty="0">
              <a:solidFill>
                <a:schemeClr val="lt1"/>
              </a:solidFill>
              <a:latin typeface="Cambria"/>
              <a:ea typeface="Cambria"/>
            </a:endParaRPr>
          </a:p>
        </p:txBody>
      </p:sp>
      <p:sp>
        <p:nvSpPr>
          <p:cNvPr id="6" name="Google Shape;133;p29"/>
          <p:cNvSpPr/>
          <p:nvPr/>
        </p:nvSpPr>
        <p:spPr>
          <a:xfrm>
            <a:off x="1039499" y="6277029"/>
            <a:ext cx="1597200" cy="1597200"/>
          </a:xfrm>
          <a:prstGeom prst="ellipse">
            <a:avLst/>
          </a:prstGeom>
          <a:gradFill>
            <a:gsLst>
              <a:gs pos="0">
                <a:srgbClr val="07213C"/>
              </a:gs>
              <a:gs pos="50000">
                <a:srgbClr val="0A3258"/>
              </a:gs>
              <a:gs pos="100000">
                <a:srgbClr val="0E3B69"/>
              </a:gs>
            </a:gsLst>
            <a:lin ang="16200000" scaled="0"/>
          </a:gradFill>
          <a:ln w="57150" cap="flat" cmpd="sng">
            <a:solidFill>
              <a:schemeClr val="lt1"/>
            </a:solidFill>
            <a:prstDash val="solid"/>
            <a:round/>
            <a:headEnd type="none" w="sm" len="sm"/>
            <a:tailEnd type="none" w="sm" len="sm"/>
          </a:ln>
          <a:effectLst>
            <a:outerShdw blurRad="50800" dist="38100" dir="10800000" algn="r" rotWithShape="0">
              <a:srgbClr val="000000">
                <a:alpha val="40000"/>
              </a:srgb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algn="l" marL="0" marR="0" lvl="0" indent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400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" name="Google Shape;134;p29"/>
          <p:cNvSpPr txBox="1"/>
          <p:nvPr/>
        </p:nvSpPr>
        <p:spPr>
          <a:xfrm>
            <a:off x="1104807" y="6475534"/>
            <a:ext cx="1466700" cy="116951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lvl="0" indent="0" algn="ctr">
              <a:buSzPts val="8400"/>
              <a:buFont typeface="Arial"/>
              <a:buNone/>
            </a:pPr>
            <a:r>
              <a:rPr lang="en-IN" sz="7000" b="1" dirty="0">
                <a:solidFill>
                  <a:schemeClr val="lt1"/>
                </a:solidFill>
                <a:latin typeface="Cambria"/>
                <a:ea typeface="Cambria"/>
                <a:sym typeface="Poppins"/>
              </a:rPr>
              <a:t>A</a:t>
            </a:r>
            <a:endParaRPr sz="7000" b="1" dirty="0">
              <a:solidFill>
                <a:schemeClr val="lt1"/>
              </a:solidFill>
              <a:latin typeface="Cambria"/>
              <a:ea typeface="Cambria"/>
            </a:endParaRPr>
          </a:p>
        </p:txBody>
      </p:sp>
      <p:grpSp>
        <p:nvGrpSpPr>
          <p:cNvPr id="8" name="Group 3">
            <a:extLst>
              <a:ext uri="{FF2B5EF4-FFF2-40B4-BE49-F238E27FC236}">
                <a16:creationId xmlns:a16="http://schemas.microsoft.com/office/drawing/2014/main" id="{E7A8D3A8-3CB4-6749-CCFA-38CA3F055B3C}"/>
              </a:ext>
            </a:extLst>
          </p:cNvPr>
          <p:cNvGrpSpPr/>
          <p:nvPr/>
        </p:nvGrpSpPr>
        <p:grpSpPr>
          <a:xfrm>
            <a:off x="1039499" y="8394369"/>
            <a:ext cx="1597200" cy="1597200"/>
            <a:chOff x="1039499" y="8887793"/>
            <a:chExt cx="1597200" cy="1597200"/>
          </a:xfrm>
        </p:grpSpPr>
        <p:sp>
          <p:nvSpPr>
            <p:cNvPr id="9" name="Google Shape;135;p29"/>
            <p:cNvSpPr/>
            <p:nvPr/>
          </p:nvSpPr>
          <p:spPr>
            <a:xfrm>
              <a:off x="1039499" y="8887793"/>
              <a:ext cx="1597200" cy="1597200"/>
            </a:xfrm>
            <a:prstGeom prst="ellipse">
              <a:avLst/>
            </a:prstGeom>
            <a:gradFill>
              <a:gsLst>
                <a:gs pos="0">
                  <a:srgbClr val="07213C"/>
                </a:gs>
                <a:gs pos="50000">
                  <a:srgbClr val="0A3258"/>
                </a:gs>
                <a:gs pos="100000">
                  <a:srgbClr val="0E3B69"/>
                </a:gs>
              </a:gsLst>
              <a:lin ang="16200000" scaled="0"/>
            </a:gradFill>
            <a:ln w="5715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  <a:effectLst>
              <a:outerShdw blurRad="50800" dist="38100" dir="10800000" algn="r" rotWithShape="0">
                <a:srgbClr val="000000">
                  <a:alpha val="40000"/>
                </a:srgbClr>
              </a:outerShdw>
            </a:effectLst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algn="l" marL="0" marR="0" lvl="0" indent="0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4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0" name="Google Shape;136;p29"/>
            <p:cNvSpPr txBox="1"/>
            <p:nvPr/>
          </p:nvSpPr>
          <p:spPr>
            <a:xfrm>
              <a:off x="1104806" y="9086298"/>
              <a:ext cx="1466700" cy="12006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pPr algn="ctr">
                <a:buSzPts val="8400"/>
              </a:pPr>
              <a:r>
                <a:rPr lang="en-IN" sz="7000" b="1" dirty="0">
                  <a:solidFill>
                    <a:schemeClr val="lt1"/>
                  </a:solidFill>
                  <a:latin typeface="Cambria"/>
                  <a:ea typeface="Cambria"/>
                  <a:sym typeface="Poppins"/>
                </a:rPr>
                <a:t>B</a:t>
              </a:r>
              <a:endParaRPr sz="7000" b="1" dirty="0">
                <a:solidFill>
                  <a:schemeClr val="lt1"/>
                </a:solidFill>
                <a:latin typeface="Cambria"/>
                <a:ea typeface="Cambria"/>
              </a:endParaRPr>
            </a:p>
          </p:txBody>
        </p:sp>
      </p:grpSp>
      <p:grpSp>
        <p:nvGrpSpPr>
          <p:cNvPr id="11" name="Group 2">
            <a:extLst>
              <a:ext uri="{FF2B5EF4-FFF2-40B4-BE49-F238E27FC236}">
                <a16:creationId xmlns:a16="http://schemas.microsoft.com/office/drawing/2014/main" id="{1929EFE0-7899-C986-6D22-F9305746025F}"/>
              </a:ext>
            </a:extLst>
          </p:cNvPr>
          <p:cNvGrpSpPr/>
          <p:nvPr/>
        </p:nvGrpSpPr>
        <p:grpSpPr>
          <a:xfrm>
            <a:off x="1039499" y="10511709"/>
            <a:ext cx="1597200" cy="1597200"/>
            <a:chOff x="1039499" y="11392904"/>
            <a:chExt cx="1597200" cy="1597200"/>
          </a:xfrm>
        </p:grpSpPr>
        <p:sp>
          <p:nvSpPr>
            <p:cNvPr id="12" name="Google Shape;137;p29"/>
            <p:cNvSpPr/>
            <p:nvPr/>
          </p:nvSpPr>
          <p:spPr>
            <a:xfrm>
              <a:off x="1039499" y="11392904"/>
              <a:ext cx="1597200" cy="1597200"/>
            </a:xfrm>
            <a:prstGeom prst="ellipse">
              <a:avLst/>
            </a:prstGeom>
            <a:gradFill>
              <a:gsLst>
                <a:gs pos="0">
                  <a:srgbClr val="07213C"/>
                </a:gs>
                <a:gs pos="50000">
                  <a:srgbClr val="0A3258"/>
                </a:gs>
                <a:gs pos="100000">
                  <a:srgbClr val="0E3B69"/>
                </a:gs>
              </a:gsLst>
              <a:lin ang="16200000" scaled="0"/>
            </a:gradFill>
            <a:ln w="5715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  <a:effectLst>
              <a:outerShdw blurRad="50800" dist="38100" dir="10800000" algn="r" rotWithShape="0">
                <a:srgbClr val="000000">
                  <a:alpha val="40000"/>
                </a:srgbClr>
              </a:outerShdw>
            </a:effectLst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algn="l" marL="0" marR="0" lvl="0" indent="0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4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3" name="Google Shape;138;p29"/>
            <p:cNvSpPr txBox="1"/>
            <p:nvPr/>
          </p:nvSpPr>
          <p:spPr>
            <a:xfrm>
              <a:off x="1104806" y="11591409"/>
              <a:ext cx="1466700" cy="12006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pPr algn="ctr">
                <a:buSzPts val="8400"/>
              </a:pPr>
              <a:r>
                <a:rPr lang="en-IN" sz="7000" b="1" dirty="0">
                  <a:solidFill>
                    <a:schemeClr val="lt1"/>
                  </a:solidFill>
                  <a:latin typeface="Cambria"/>
                  <a:ea typeface="Cambria"/>
                  <a:sym typeface="Poppins"/>
                </a:rPr>
                <a:t>C</a:t>
              </a:r>
              <a:endParaRPr sz="7000" b="1" dirty="0">
                <a:solidFill>
                  <a:schemeClr val="lt1"/>
                </a:solidFill>
                <a:latin typeface="Cambria"/>
                <a:ea typeface="Cambria"/>
              </a:endParaRPr>
            </a:p>
          </p:txBody>
        </p:sp>
      </p:grpSp>
      <p:grpSp>
        <p:nvGrpSpPr>
          <p:cNvPr id="14" name="Group 1">
            <a:extLst>
              <a:ext uri="{FF2B5EF4-FFF2-40B4-BE49-F238E27FC236}">
                <a16:creationId xmlns:a16="http://schemas.microsoft.com/office/drawing/2014/main" id="{2EFF441D-B1EA-669C-64B0-91C1D604A467}"/>
              </a:ext>
            </a:extLst>
          </p:cNvPr>
          <p:cNvGrpSpPr/>
          <p:nvPr/>
        </p:nvGrpSpPr>
        <p:grpSpPr>
          <a:xfrm>
            <a:off x="1039499" y="12629049"/>
            <a:ext cx="1597200" cy="1597200"/>
            <a:chOff x="1039499" y="13898015"/>
            <a:chExt cx="1597200" cy="1597200"/>
          </a:xfrm>
        </p:grpSpPr>
        <p:sp>
          <p:nvSpPr>
            <p:cNvPr id="15" name="Google Shape;139;p29"/>
            <p:cNvSpPr/>
            <p:nvPr/>
          </p:nvSpPr>
          <p:spPr>
            <a:xfrm>
              <a:off x="1039499" y="13898015"/>
              <a:ext cx="1597200" cy="1597200"/>
            </a:xfrm>
            <a:prstGeom prst="ellipse">
              <a:avLst/>
            </a:prstGeom>
            <a:gradFill>
              <a:gsLst>
                <a:gs pos="0">
                  <a:srgbClr val="07213C"/>
                </a:gs>
                <a:gs pos="50000">
                  <a:srgbClr val="0A3258"/>
                </a:gs>
                <a:gs pos="100000">
                  <a:srgbClr val="0E3B69"/>
                </a:gs>
              </a:gsLst>
              <a:lin ang="16200000" scaled="0"/>
            </a:gradFill>
            <a:ln w="5715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  <a:effectLst>
              <a:outerShdw blurRad="50800" dist="38100" dir="10800000" algn="r" rotWithShape="0">
                <a:srgbClr val="000000">
                  <a:alpha val="40000"/>
                </a:srgbClr>
              </a:outerShdw>
            </a:effectLst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algn="l" marL="0" marR="0" lvl="0" indent="0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4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6" name="Google Shape;140;p29"/>
            <p:cNvSpPr txBox="1"/>
            <p:nvPr/>
          </p:nvSpPr>
          <p:spPr>
            <a:xfrm>
              <a:off x="1104806" y="14096520"/>
              <a:ext cx="1466700" cy="12006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pPr algn="ctr">
                <a:buSzPts val="8400"/>
              </a:pPr>
              <a:r>
                <a:rPr lang="en-IN" sz="7000" b="1" dirty="0">
                  <a:solidFill>
                    <a:schemeClr val="lt1"/>
                  </a:solidFill>
                  <a:latin typeface="Cambria"/>
                  <a:ea typeface="Cambria"/>
                  <a:sym typeface="Poppins"/>
                </a:rPr>
                <a:t>D</a:t>
              </a:r>
              <a:endParaRPr sz="7000" b="1" dirty="0">
                <a:solidFill>
                  <a:schemeClr val="lt1"/>
                </a:solidFill>
                <a:latin typeface="Cambria"/>
                <a:ea typeface="Cambria"/>
              </a:endParaRPr>
            </a:p>
          </p:txBody>
        </p:sp>
      </p:grpSp>
      <p:sp>
        <p:nvSpPr>
          <p:cNvPr id="17" name="Google Shape;130;p29">
            <a:extLst>
              <a:ext uri="{FF2B5EF4-FFF2-40B4-BE49-F238E27FC236}">
                <a16:creationId xmlns:a16="http://schemas.microsoft.com/office/drawing/2014/main" id="{359EC1B9-8B0A-CB48-A9AA-6F6EAF44500B}"/>
              </a:ext>
            </a:extLst>
          </p:cNvPr>
          <p:cNvSpPr txBox="1"/>
          <p:nvPr/>
        </p:nvSpPr>
        <p:spPr>
          <a:xfrm>
            <a:off x="3107605" y="8624960"/>
            <a:ext cx="32744401" cy="15973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algn="l" marL="0" indent="0">
              <a:buSzPts val="8400"/>
            </a:pPr>
            <mc:AlternateContent xmlns:mc="http://schemas.openxmlformats.org/markup-compatibility/2006">
              <mc:Choice xmlns:a14="http://schemas.microsoft.com/office/drawing/2010/main" Requires="a14">
                <a14:m xmlns:m="http://schemas.openxmlformats.org/officeDocument/2006/math">
                  <m:oMath>
                    <m:r>
                      <a:rPr lang="en-IN" sz="6000" b="1" dirty="0">
                        <a:solidFill>
                          <a:schemeClr val="lt1"/>
                        </a:solidFill>
                        <a:latin typeface="Cambria Math"/>
                        <a:ea typeface="Cambria Math"/>
                        <a:sym typeface="Cambria Math"/>
                      </a:rPr>
                      <m:t xml:space="preserve"> M</m:t>
                    </m:r>
                    <m:sSup>
                      <m:sSupPr/>
                      <m:e>
                        <m:r>
                          <a:rPr lang="en-IN" sz="6000" b="1" dirty="0">
                            <a:solidFill>
                              <a:schemeClr val="lt1"/>
                            </a:solidFill>
                            <a:latin typeface="Cambria Math"/>
                            <a:ea typeface="Cambria Math"/>
                            <a:sym typeface="Cambria Math"/>
                          </a:rPr>
                          <m:t xml:space="preserve">T</m:t>
                        </m:r>
                      </m:e>
                      <m:sup>
                        <m:r>
                          <a:rPr lang="en-IN" sz="6000" b="1" dirty="0">
                            <a:solidFill>
                              <a:schemeClr val="lt1"/>
                            </a:solidFill>
                            <a:latin typeface="Cambria Math"/>
                            <a:ea typeface="Cambria Math"/>
                            <a:sym typeface="Cambria Math"/>
                          </a:rPr>
                          <m:t xml:space="preserve">-2</m:t>
                        </m:r>
                      </m:sup>
                    </m:sSup>
                    <m:sSup>
                      <m:sSupPr/>
                      <m:e>
                        <m:r>
                          <a:rPr lang="en-IN" sz="6000" b="1" dirty="0">
                            <a:solidFill>
                              <a:schemeClr val="lt1"/>
                            </a:solidFill>
                            <a:latin typeface="Cambria Math"/>
                            <a:ea typeface="Cambria Math"/>
                            <a:sym typeface="Cambria Math"/>
                          </a:rPr>
                          <m:t xml:space="preserve">A</m:t>
                        </m:r>
                      </m:e>
                      <m:sup>
                        <m:r>
                          <a:rPr lang="en-IN" sz="6000" b="1" dirty="0">
                            <a:solidFill>
                              <a:schemeClr val="lt1"/>
                            </a:solidFill>
                            <a:latin typeface="Cambria Math"/>
                            <a:ea typeface="Cambria Math"/>
                            <a:sym typeface="Cambria Math"/>
                          </a:rPr>
                          <m:t xml:space="preserve">-1</m:t>
                        </m:r>
                      </m:sup>
                    </m:sSup>
                    <m:r>
                      <a:rPr lang="en-IN" sz="6000" b="1" dirty="0">
                        <a:solidFill>
                          <a:schemeClr val="lt1"/>
                        </a:solidFill>
                        <a:latin typeface="Cambria Math"/>
                        <a:ea typeface="Cambria Math"/>
                        <a:sym typeface="Cambria Math"/>
                      </a:rPr>
                      <m:t xml:space="preserve"> </m:t>
                    </m:r>
                  </m:oMath>
                </a14:m>
              </mc:Choice>
              <mc:Fallback>
                <a:r>
                  <a:rPr lang="en-IN" sz="6000" b="1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 MT</a:t>
                </a:r>
                <a:r>
                  <a:rPr baseline="52000" lang="en-IN" sz="4320" b="1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-2</a:t>
                </a:r>
                <a:r>
                  <a:rPr lang="en-IN" sz="6000" b="1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A</a:t>
                </a:r>
                <a:r>
                  <a:rPr baseline="52000" lang="en-IN" sz="4320" b="1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-1</a:t>
                </a:r>
                <a:r>
                  <a:rPr lang="en-IN" sz="6000" b="1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 </a:t>
                </a:r>
              </mc:Fallback>
            </mc:AlternateContent>
            <a:endParaRPr sz="6000" b="1" dirty="0">
              <a:solidFill>
                <a:schemeClr val="lt1"/>
              </a:solidFill>
              <a:latin typeface="Cambria"/>
              <a:ea typeface="Cambria"/>
            </a:endParaRPr>
          </a:p>
        </p:txBody>
      </p:sp>
      <p:sp>
        <p:nvSpPr>
          <p:cNvPr id="18" name="Google Shape;130;p29">
            <a:extLst>
              <a:ext uri="{FF2B5EF4-FFF2-40B4-BE49-F238E27FC236}">
                <a16:creationId xmlns:a16="http://schemas.microsoft.com/office/drawing/2014/main" id="{7A900CAF-02A4-EA2C-D5AE-61E805D388DB}"/>
              </a:ext>
            </a:extLst>
          </p:cNvPr>
          <p:cNvSpPr txBox="1"/>
          <p:nvPr/>
        </p:nvSpPr>
        <p:spPr>
          <a:xfrm>
            <a:off x="3107605" y="10692275"/>
            <a:ext cx="32744401" cy="15973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algn="l" marL="0" indent="0">
              <a:buSzPts val="8400"/>
            </a:pPr>
            <mc:AlternateContent xmlns:mc="http://schemas.openxmlformats.org/markup-compatibility/2006">
              <mc:Choice xmlns:a14="http://schemas.microsoft.com/office/drawing/2010/main" Requires="a14">
                <a14:m xmlns:m="http://schemas.openxmlformats.org/officeDocument/2006/math">
                  <m:oMath>
                    <m:r>
                      <a:rPr lang="en-IN" sz="6000" b="1" dirty="0">
                        <a:solidFill>
                          <a:schemeClr val="lt1"/>
                        </a:solidFill>
                        <a:latin typeface="Cambria Math"/>
                        <a:ea typeface="Cambria Math"/>
                        <a:sym typeface="Cambria Math"/>
                      </a:rPr>
                      <m:t xml:space="preserve"> L</m:t>
                    </m:r>
                    <m:sSup>
                      <m:sSupPr/>
                      <m:e>
                        <m:r>
                          <a:rPr lang="en-IN" sz="6000" b="1" dirty="0">
                            <a:solidFill>
                              <a:schemeClr val="lt1"/>
                            </a:solidFill>
                            <a:latin typeface="Cambria Math"/>
                            <a:ea typeface="Cambria Math"/>
                            <a:sym typeface="Cambria Math"/>
                          </a:rPr>
                          <m:t xml:space="preserve">T</m:t>
                        </m:r>
                      </m:e>
                      <m:sup>
                        <m:r>
                          <a:rPr lang="en-IN" sz="6000" b="1" dirty="0">
                            <a:solidFill>
                              <a:schemeClr val="lt1"/>
                            </a:solidFill>
                            <a:latin typeface="Cambria Math"/>
                            <a:ea typeface="Cambria Math"/>
                            <a:sym typeface="Cambria Math"/>
                          </a:rPr>
                          <m:t xml:space="preserve">-2</m:t>
                        </m:r>
                      </m:sup>
                    </m:sSup>
                    <m:sSup>
                      <m:sSupPr/>
                      <m:e>
                        <m:r>
                          <a:rPr lang="en-IN" sz="6000" b="1" dirty="0">
                            <a:solidFill>
                              <a:schemeClr val="lt1"/>
                            </a:solidFill>
                            <a:latin typeface="Cambria Math"/>
                            <a:ea typeface="Cambria Math"/>
                            <a:sym typeface="Cambria Math"/>
                          </a:rPr>
                          <m:t xml:space="preserve">A</m:t>
                        </m:r>
                      </m:e>
                      <m:sup>
                        <m:r>
                          <a:rPr lang="en-IN" sz="6000" b="1" dirty="0">
                            <a:solidFill>
                              <a:schemeClr val="lt1"/>
                            </a:solidFill>
                            <a:latin typeface="Cambria Math"/>
                            <a:ea typeface="Cambria Math"/>
                            <a:sym typeface="Cambria Math"/>
                          </a:rPr>
                          <m:t xml:space="preserve">-1</m:t>
                        </m:r>
                      </m:sup>
                    </m:sSup>
                    <m:r>
                      <a:rPr lang="en-IN" sz="6000" b="1" dirty="0">
                        <a:solidFill>
                          <a:schemeClr val="lt1"/>
                        </a:solidFill>
                        <a:latin typeface="Cambria Math"/>
                        <a:ea typeface="Cambria Math"/>
                        <a:sym typeface="Cambria Math"/>
                      </a:rPr>
                      <m:t xml:space="preserve"> </m:t>
                    </m:r>
                  </m:oMath>
                </a14:m>
              </mc:Choice>
              <mc:Fallback>
                <a:r>
                  <a:rPr lang="en-IN" sz="6000" b="1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 LT</a:t>
                </a:r>
                <a:r>
                  <a:rPr baseline="52000" lang="en-IN" sz="4320" b="1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-2</a:t>
                </a:r>
                <a:r>
                  <a:rPr lang="en-IN" sz="6000" b="1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A</a:t>
                </a:r>
                <a:r>
                  <a:rPr baseline="52000" lang="en-IN" sz="4320" b="1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-1</a:t>
                </a:r>
                <a:r>
                  <a:rPr lang="en-IN" sz="6000" b="1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 </a:t>
                </a:r>
              </mc:Fallback>
            </mc:AlternateContent>
            <a:endParaRPr sz="6000" b="1" dirty="0">
              <a:solidFill>
                <a:schemeClr val="lt1"/>
              </a:solidFill>
              <a:latin typeface="Cambria"/>
              <a:ea typeface="Cambria"/>
            </a:endParaRPr>
          </a:p>
        </p:txBody>
      </p:sp>
      <p:sp>
        <p:nvSpPr>
          <p:cNvPr id="19" name="Google Shape;130;p29">
            <a:extLst>
              <a:ext uri="{FF2B5EF4-FFF2-40B4-BE49-F238E27FC236}">
                <a16:creationId xmlns:a16="http://schemas.microsoft.com/office/drawing/2014/main" id="{14CC97B5-99F4-9A71-2E1A-0ED3B3F0A5F1}"/>
              </a:ext>
            </a:extLst>
          </p:cNvPr>
          <p:cNvSpPr txBox="1"/>
          <p:nvPr/>
        </p:nvSpPr>
        <p:spPr>
          <a:xfrm>
            <a:off x="3107605" y="12827554"/>
            <a:ext cx="32744401" cy="15973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algn="l" marL="0" indent="0">
              <a:buSzPts val="8400"/>
            </a:pPr>
            <mc:AlternateContent xmlns:mc="http://schemas.openxmlformats.org/markup-compatibility/2006">
              <mc:Choice xmlns:a14="http://schemas.microsoft.com/office/drawing/2010/main" Requires="a14">
                <a14:m xmlns:m="http://schemas.openxmlformats.org/officeDocument/2006/math">
                  <m:oMath>
                    <m:r>
                      <a:rPr lang="en-IN" sz="6000" b="1" dirty="0">
                        <a:solidFill>
                          <a:schemeClr val="lt1"/>
                        </a:solidFill>
                        <a:latin typeface="Cambria Math"/>
                        <a:ea typeface="Cambria Math"/>
                        <a:sym typeface="Cambria Math"/>
                      </a:rPr>
                      <m:t xml:space="preserve"> </m:t>
                    </m:r>
                    <m:sSup>
                      <m:sSupPr/>
                      <m:e>
                        <m:r>
                          <a:rPr lang="en-IN" sz="6000" b="1" dirty="0">
                            <a:solidFill>
                              <a:schemeClr val="lt1"/>
                            </a:solidFill>
                            <a:latin typeface="Cambria Math"/>
                            <a:ea typeface="Cambria Math"/>
                            <a:sym typeface="Cambria Math"/>
                          </a:rPr>
                          <m:t xml:space="preserve">L</m:t>
                        </m:r>
                      </m:e>
                      <m:sup>
                        <m:r>
                          <a:rPr lang="en-IN" sz="6000" b="1" dirty="0">
                            <a:solidFill>
                              <a:schemeClr val="lt1"/>
                            </a:solidFill>
                            <a:latin typeface="Cambria Math"/>
                            <a:ea typeface="Cambria Math"/>
                            <a:sym typeface="Cambria Math"/>
                          </a:rPr>
                          <m:t xml:space="preserve">-1</m:t>
                        </m:r>
                      </m:sup>
                    </m:sSup>
                    <m:r>
                      <a:rPr lang="en-IN" sz="6000" b="1" dirty="0">
                        <a:solidFill>
                          <a:schemeClr val="lt1"/>
                        </a:solidFill>
                        <a:latin typeface="Cambria Math"/>
                        <a:ea typeface="Cambria Math"/>
                        <a:sym typeface="Cambria Math"/>
                      </a:rPr>
                      <m:t xml:space="preserve">A </m:t>
                    </m:r>
                  </m:oMath>
                </a14:m>
              </mc:Choice>
              <mc:Fallback>
                <a:r>
                  <a:rPr lang="en-IN" sz="6000" b="1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 L</a:t>
                </a:r>
                <a:r>
                  <a:rPr baseline="52000" lang="en-IN" sz="4320" b="1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-1</a:t>
                </a:r>
                <a:r>
                  <a:rPr lang="en-IN" sz="6000" b="1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A </a:t>
                </a:r>
              </mc:Fallback>
            </mc:AlternateContent>
            <a:endParaRPr sz="6000" b="1" dirty="0">
              <a:solidFill>
                <a:schemeClr val="lt1"/>
              </a:solidFill>
              <a:latin typeface="Cambria"/>
              <a:ea typeface="Cambria"/>
            </a:endParaRPr>
          </a:p>
        </p:txBody>
      </p:sp>
    </p:spTree>
  </p:cSld>
  <p:clrMapOvr>
    <a:masterClrMapping/>
  </p:clrMapOvr>
  <p:transition spd="slow">
    <p:push/>
  </p:transition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Google Shape;129;p29"/>
          <p:cNvSpPr txBox="1"/>
          <p:nvPr/>
        </p:nvSpPr>
        <p:spPr>
          <a:xfrm>
            <a:off x="1104806" y="2396709"/>
            <a:ext cx="34747200" cy="25603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algn="l" marL="0" lvl="0" indent="0">
              <a:buSzPts val="8400"/>
              <a:buFont typeface="Arial"/>
              <a:buNone/>
            </a:pPr>
            <a:r>
              <a:rPr lang="en-IN" sz="6000" b="1" dirty="0">
                <a:solidFill>
                  <a:schemeClr val="lt1"/>
                </a:solidFill>
                <a:latin typeface="Cambria"/>
                <a:ea typeface="Cambria"/>
                <a:sym typeface="Cambria"/>
              </a:rPr>
              <a:t>13. Which one of the following is the correct dimensional formula for the capacitance in F? M, L, T and C stand for unit of mass, length, time and charge: [22 Jan, 2025 (Shift-II)]</a:t>
            </a:r>
          </a:p>
        </p:txBody>
      </p:sp>
      <p:sp>
        <p:nvSpPr>
          <p:cNvPr id="3" name="Google Shape;130;p29"/>
          <p:cNvSpPr txBox="1"/>
          <p:nvPr/>
        </p:nvSpPr>
        <p:spPr>
          <a:xfrm>
            <a:off x="3107605" y="6567818"/>
            <a:ext cx="32744401" cy="15973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algn="l" marL="0" indent="0">
              <a:buSzPts val="8400"/>
            </a:pPr>
            <mc:AlternateContent xmlns:mc="http://schemas.openxmlformats.org/markup-compatibility/2006">
              <mc:Choice xmlns:a14="http://schemas.microsoft.com/office/drawing/2010/main" Requires="a14">
                <a14:m xmlns:m="http://schemas.openxmlformats.org/officeDocument/2006/math">
                  <m:oMath>
                    <m:r>
                      <a:rPr lang="en-IN" sz="6000" b="1" dirty="0">
                        <a:solidFill>
                          <a:schemeClr val="lt1"/>
                        </a:solidFill>
                        <a:latin typeface="Cambria Math"/>
                        <a:ea typeface="Cambria Math"/>
                        <a:sym typeface="Cambria Math"/>
                      </a:rPr>
                      <m:t xml:space="preserve"> [F] = [</m:t>
                    </m:r>
                    <m:sSup>
                      <m:sSupPr/>
                      <m:e>
                        <m:r>
                          <a:rPr lang="en-IN" sz="6000" b="1" dirty="0">
                            <a:solidFill>
                              <a:schemeClr val="lt1"/>
                            </a:solidFill>
                            <a:latin typeface="Cambria Math"/>
                            <a:ea typeface="Cambria Math"/>
                            <a:sym typeface="Cambria Math"/>
                          </a:rPr>
                          <m:t xml:space="preserve">C</m:t>
                        </m:r>
                      </m:e>
                      <m:sup>
                        <m:r>
                          <a:rPr lang="en-IN" sz="6000" b="1" dirty="0">
                            <a:solidFill>
                              <a:schemeClr val="lt1"/>
                            </a:solidFill>
                            <a:latin typeface="Cambria Math"/>
                            <a:ea typeface="Cambria Math"/>
                            <a:sym typeface="Cambria Math"/>
                          </a:rPr>
                          <m:t xml:space="preserve">2</m:t>
                        </m:r>
                      </m:sup>
                    </m:sSup>
                    <m:r>
                      <a:rPr lang="en-IN" sz="6000" b="1" dirty="0">
                        <a:solidFill>
                          <a:schemeClr val="lt1"/>
                        </a:solidFill>
                        <a:latin typeface="Cambria Math"/>
                        <a:ea typeface="Cambria Math"/>
                        <a:sym typeface="Cambria Math"/>
                      </a:rPr>
                      <m:t xml:space="preserve"> </m:t>
                    </m:r>
                    <m:sSup>
                      <m:sSupPr/>
                      <m:e>
                        <m:r>
                          <a:rPr lang="en-IN" sz="6000" b="1" dirty="0">
                            <a:solidFill>
                              <a:schemeClr val="lt1"/>
                            </a:solidFill>
                            <a:latin typeface="Cambria Math"/>
                            <a:ea typeface="Cambria Math"/>
                            <a:sym typeface="Cambria Math"/>
                          </a:rPr>
                          <m:t xml:space="preserve">M</m:t>
                        </m:r>
                      </m:e>
                      <m:sup>
                        <m:r>
                          <a:rPr lang="en-IN" sz="6000" b="1" dirty="0">
                            <a:solidFill>
                              <a:schemeClr val="lt1"/>
                            </a:solidFill>
                            <a:latin typeface="Cambria Math"/>
                            <a:ea typeface="Cambria Math"/>
                            <a:sym typeface="Cambria Math"/>
                          </a:rPr>
                          <m:t xml:space="preserve">-1</m:t>
                        </m:r>
                      </m:sup>
                    </m:sSup>
                    <m:r>
                      <a:rPr lang="en-IN" sz="6000" b="1" dirty="0">
                        <a:solidFill>
                          <a:schemeClr val="lt1"/>
                        </a:solidFill>
                        <a:latin typeface="Cambria Math"/>
                        <a:ea typeface="Cambria Math"/>
                        <a:sym typeface="Cambria Math"/>
                      </a:rPr>
                      <m:t xml:space="preserve"> </m:t>
                    </m:r>
                    <m:sSup>
                      <m:sSupPr/>
                      <m:e>
                        <m:r>
                          <a:rPr lang="en-IN" sz="6000" b="1" dirty="0">
                            <a:solidFill>
                              <a:schemeClr val="lt1"/>
                            </a:solidFill>
                            <a:latin typeface="Cambria Math"/>
                            <a:ea typeface="Cambria Math"/>
                            <a:sym typeface="Cambria Math"/>
                          </a:rPr>
                          <m:t xml:space="preserve">L</m:t>
                        </m:r>
                      </m:e>
                      <m:sup>
                        <m:r>
                          <a:rPr lang="en-IN" sz="6000" b="1" dirty="0">
                            <a:solidFill>
                              <a:schemeClr val="lt1"/>
                            </a:solidFill>
                            <a:latin typeface="Cambria Math"/>
                            <a:ea typeface="Cambria Math"/>
                            <a:sym typeface="Cambria Math"/>
                          </a:rPr>
                          <m:t xml:space="preserve">-2</m:t>
                        </m:r>
                      </m:sup>
                    </m:sSup>
                    <m:r>
                      <a:rPr lang="en-IN" sz="6000" b="1" dirty="0">
                        <a:solidFill>
                          <a:schemeClr val="lt1"/>
                        </a:solidFill>
                        <a:latin typeface="Cambria Math"/>
                        <a:ea typeface="Cambria Math"/>
                        <a:sym typeface="Cambria Math"/>
                      </a:rPr>
                      <m:t xml:space="preserve"> </m:t>
                    </m:r>
                    <m:sSup>
                      <m:sSupPr/>
                      <m:e>
                        <m:r>
                          <a:rPr lang="en-IN" sz="6000" b="1" dirty="0">
                            <a:solidFill>
                              <a:schemeClr val="lt1"/>
                            </a:solidFill>
                            <a:latin typeface="Cambria Math"/>
                            <a:ea typeface="Cambria Math"/>
                            <a:sym typeface="Cambria Math"/>
                          </a:rPr>
                          <m:t xml:space="preserve">T</m:t>
                        </m:r>
                      </m:e>
                      <m:sup>
                        <m:r>
                          <a:rPr lang="en-IN" sz="6000" b="1" dirty="0">
                            <a:solidFill>
                              <a:schemeClr val="lt1"/>
                            </a:solidFill>
                            <a:latin typeface="Cambria Math"/>
                            <a:ea typeface="Cambria Math"/>
                            <a:sym typeface="Cambria Math"/>
                          </a:rPr>
                          <m:t xml:space="preserve">2</m:t>
                        </m:r>
                      </m:sup>
                    </m:sSup>
                    <m:r>
                      <a:rPr lang="en-IN" sz="6000" b="1" dirty="0">
                        <a:solidFill>
                          <a:schemeClr val="lt1"/>
                        </a:solidFill>
                        <a:latin typeface="Cambria Math"/>
                        <a:ea typeface="Cambria Math"/>
                        <a:sym typeface="Cambria Math"/>
                      </a:rPr>
                      <m:t xml:space="preserve">] </m:t>
                    </m:r>
                  </m:oMath>
                </a14:m>
              </mc:Choice>
              <mc:Fallback>
                <a:r>
                  <a:rPr lang="en-IN" sz="6000" b="1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 [F] = [C</a:t>
                </a:r>
                <a:r>
                  <a:rPr baseline="52000" lang="en-IN" sz="4320" b="1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2</a:t>
                </a:r>
                <a:r>
                  <a:rPr lang="en-IN" sz="6000" b="1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 M</a:t>
                </a:r>
                <a:r>
                  <a:rPr baseline="52000" lang="en-IN" sz="4320" b="1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-1</a:t>
                </a:r>
                <a:r>
                  <a:rPr lang="en-IN" sz="6000" b="1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 L</a:t>
                </a:r>
                <a:r>
                  <a:rPr baseline="52000" lang="en-IN" sz="4320" b="1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-2</a:t>
                </a:r>
                <a:r>
                  <a:rPr lang="en-IN" sz="6000" b="1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 T</a:t>
                </a:r>
                <a:r>
                  <a:rPr baseline="52000" lang="en-IN" sz="4320" b="1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2</a:t>
                </a:r>
                <a:r>
                  <a:rPr lang="en-IN" sz="6000" b="1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] </a:t>
                </a:r>
              </mc:Fallback>
            </mc:AlternateContent>
            <a:endParaRPr sz="6000" b="1" dirty="0">
              <a:solidFill>
                <a:schemeClr val="lt1"/>
              </a:solidFill>
              <a:latin typeface="Cambria"/>
              <a:ea typeface="Cambria"/>
            </a:endParaRPr>
          </a:p>
        </p:txBody>
      </p:sp>
      <p:sp>
        <p:nvSpPr>
          <p:cNvPr id="4" name="Google Shape;131;p29"/>
          <p:cNvSpPr/>
          <p:nvPr/>
        </p:nvSpPr>
        <p:spPr>
          <a:xfrm>
            <a:off x="-1864528" y="681774"/>
            <a:ext cx="7081988" cy="1569660"/>
          </a:xfrm>
          <a:prstGeom prst="roundRect">
            <a:avLst>
              <a:gd name="adj" fmla="val 50000"/>
            </a:avLst>
          </a:prstGeom>
          <a:gradFill>
            <a:gsLst>
              <a:gs pos="0">
                <a:srgbClr val="07213C"/>
              </a:gs>
              <a:gs pos="50000">
                <a:srgbClr val="0A3258"/>
              </a:gs>
              <a:gs pos="100000">
                <a:srgbClr val="0E3B69"/>
              </a:gs>
            </a:gsLst>
            <a:lin ang="16200000" scaled="0"/>
          </a:gradFill>
          <a:ln w="57150" cap="flat" cmpd="sng">
            <a:solidFill>
              <a:schemeClr val="lt1"/>
            </a:solidFill>
            <a:prstDash val="solid"/>
            <a:round/>
            <a:headEnd type="none" w="sm" len="sm"/>
            <a:tailEnd type="none" w="sm" len="sm"/>
          </a:ln>
          <a:effectLst>
            <a:outerShdw blurRad="50800" dist="38100" dir="10800000" algn="r" rotWithShape="0">
              <a:srgbClr val="000000">
                <a:alpha val="40000"/>
              </a:srgb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algn="l" marL="0" marR="0" lvl="0" indent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8400" b="1" i="0" u="none" strike="noStrike" cap="none">
              <a:solidFill>
                <a:schemeClr val="lt1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5" name="Google Shape;132;p29"/>
          <p:cNvSpPr txBox="1"/>
          <p:nvPr/>
        </p:nvSpPr>
        <p:spPr>
          <a:xfrm>
            <a:off x="1039500" y="827049"/>
            <a:ext cx="4562190" cy="101562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algn="l">
              <a:buSzPts val="8400"/>
            </a:pPr>
            <a:r>
              <a:rPr lang="en-IN" sz="6000" b="1" dirty="0">
                <a:solidFill>
                  <a:schemeClr val="lt1"/>
                </a:solidFill>
                <a:latin typeface="Cambria"/>
                <a:ea typeface="Cambria"/>
                <a:sym typeface="Cambria"/>
              </a:rPr>
              <a:t>Question</a:t>
            </a:r>
            <a:endParaRPr sz="6000" b="1" dirty="0">
              <a:solidFill>
                <a:schemeClr val="lt1"/>
              </a:solidFill>
              <a:latin typeface="Cambria"/>
              <a:ea typeface="Cambria"/>
            </a:endParaRPr>
          </a:p>
        </p:txBody>
      </p:sp>
      <p:sp>
        <p:nvSpPr>
          <p:cNvPr id="6" name="Google Shape;133;p29"/>
          <p:cNvSpPr/>
          <p:nvPr/>
        </p:nvSpPr>
        <p:spPr>
          <a:xfrm>
            <a:off x="1039499" y="6277029"/>
            <a:ext cx="1597200" cy="1597200"/>
          </a:xfrm>
          <a:prstGeom prst="ellipse">
            <a:avLst/>
          </a:prstGeom>
          <a:gradFill>
            <a:gsLst>
              <a:gs pos="0">
                <a:srgbClr val="07213C"/>
              </a:gs>
              <a:gs pos="50000">
                <a:srgbClr val="0A3258"/>
              </a:gs>
              <a:gs pos="100000">
                <a:srgbClr val="0E3B69"/>
              </a:gs>
            </a:gsLst>
            <a:lin ang="16200000" scaled="0"/>
          </a:gradFill>
          <a:ln w="57150" cap="flat" cmpd="sng">
            <a:solidFill>
              <a:schemeClr val="lt1"/>
            </a:solidFill>
            <a:prstDash val="solid"/>
            <a:round/>
            <a:headEnd type="none" w="sm" len="sm"/>
            <a:tailEnd type="none" w="sm" len="sm"/>
          </a:ln>
          <a:effectLst>
            <a:outerShdw blurRad="50800" dist="38100" dir="10800000" algn="r" rotWithShape="0">
              <a:srgbClr val="000000">
                <a:alpha val="40000"/>
              </a:srgb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algn="l" marL="0" marR="0" lvl="0" indent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400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" name="Google Shape;134;p29"/>
          <p:cNvSpPr txBox="1"/>
          <p:nvPr/>
        </p:nvSpPr>
        <p:spPr>
          <a:xfrm>
            <a:off x="1104807" y="6475534"/>
            <a:ext cx="1466700" cy="116951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lvl="0" indent="0" algn="ctr">
              <a:buSzPts val="8400"/>
              <a:buFont typeface="Arial"/>
              <a:buNone/>
            </a:pPr>
            <a:r>
              <a:rPr lang="en-IN" sz="7000" b="1" dirty="0">
                <a:solidFill>
                  <a:schemeClr val="lt1"/>
                </a:solidFill>
                <a:latin typeface="Cambria"/>
                <a:ea typeface="Cambria"/>
                <a:sym typeface="Poppins"/>
              </a:rPr>
              <a:t>A</a:t>
            </a:r>
            <a:endParaRPr sz="7000" b="1" dirty="0">
              <a:solidFill>
                <a:schemeClr val="lt1"/>
              </a:solidFill>
              <a:latin typeface="Cambria"/>
              <a:ea typeface="Cambria"/>
            </a:endParaRPr>
          </a:p>
        </p:txBody>
      </p:sp>
      <p:grpSp>
        <p:nvGrpSpPr>
          <p:cNvPr id="8" name="Group 3">
            <a:extLst>
              <a:ext uri="{FF2B5EF4-FFF2-40B4-BE49-F238E27FC236}">
                <a16:creationId xmlns:a16="http://schemas.microsoft.com/office/drawing/2014/main" id="{E7A8D3A8-3CB4-6749-CCFA-38CA3F055B3C}"/>
              </a:ext>
            </a:extLst>
          </p:cNvPr>
          <p:cNvGrpSpPr/>
          <p:nvPr/>
        </p:nvGrpSpPr>
        <p:grpSpPr>
          <a:xfrm>
            <a:off x="1039499" y="8394369"/>
            <a:ext cx="1597200" cy="1597200"/>
            <a:chOff x="1039499" y="8887793"/>
            <a:chExt cx="1597200" cy="1597200"/>
          </a:xfrm>
        </p:grpSpPr>
        <p:sp>
          <p:nvSpPr>
            <p:cNvPr id="9" name="Google Shape;135;p29"/>
            <p:cNvSpPr/>
            <p:nvPr/>
          </p:nvSpPr>
          <p:spPr>
            <a:xfrm>
              <a:off x="1039499" y="8887793"/>
              <a:ext cx="1597200" cy="1597200"/>
            </a:xfrm>
            <a:prstGeom prst="ellipse">
              <a:avLst/>
            </a:prstGeom>
            <a:gradFill>
              <a:gsLst>
                <a:gs pos="0">
                  <a:srgbClr val="07213C"/>
                </a:gs>
                <a:gs pos="50000">
                  <a:srgbClr val="0A3258"/>
                </a:gs>
                <a:gs pos="100000">
                  <a:srgbClr val="0E3B69"/>
                </a:gs>
              </a:gsLst>
              <a:lin ang="16200000" scaled="0"/>
            </a:gradFill>
            <a:ln w="5715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  <a:effectLst>
              <a:outerShdw blurRad="50800" dist="38100" dir="10800000" algn="r" rotWithShape="0">
                <a:srgbClr val="000000">
                  <a:alpha val="40000"/>
                </a:srgbClr>
              </a:outerShdw>
            </a:effectLst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algn="l" marL="0" marR="0" lvl="0" indent="0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4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0" name="Google Shape;136;p29"/>
            <p:cNvSpPr txBox="1"/>
            <p:nvPr/>
          </p:nvSpPr>
          <p:spPr>
            <a:xfrm>
              <a:off x="1104806" y="9086298"/>
              <a:ext cx="1466700" cy="12006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pPr algn="ctr">
                <a:buSzPts val="8400"/>
              </a:pPr>
              <a:r>
                <a:rPr lang="en-IN" sz="7000" b="1" dirty="0">
                  <a:solidFill>
                    <a:schemeClr val="lt1"/>
                  </a:solidFill>
                  <a:latin typeface="Cambria"/>
                  <a:ea typeface="Cambria"/>
                  <a:sym typeface="Poppins"/>
                </a:rPr>
                <a:t>B</a:t>
              </a:r>
              <a:endParaRPr sz="7000" b="1" dirty="0">
                <a:solidFill>
                  <a:schemeClr val="lt1"/>
                </a:solidFill>
                <a:latin typeface="Cambria"/>
                <a:ea typeface="Cambria"/>
              </a:endParaRPr>
            </a:p>
          </p:txBody>
        </p:sp>
      </p:grpSp>
      <p:grpSp>
        <p:nvGrpSpPr>
          <p:cNvPr id="11" name="Group 2">
            <a:extLst>
              <a:ext uri="{FF2B5EF4-FFF2-40B4-BE49-F238E27FC236}">
                <a16:creationId xmlns:a16="http://schemas.microsoft.com/office/drawing/2014/main" id="{1929EFE0-7899-C986-6D22-F9305746025F}"/>
              </a:ext>
            </a:extLst>
          </p:cNvPr>
          <p:cNvGrpSpPr/>
          <p:nvPr/>
        </p:nvGrpSpPr>
        <p:grpSpPr>
          <a:xfrm>
            <a:off x="1039499" y="10511709"/>
            <a:ext cx="1597200" cy="1597200"/>
            <a:chOff x="1039499" y="11392904"/>
            <a:chExt cx="1597200" cy="1597200"/>
          </a:xfrm>
        </p:grpSpPr>
        <p:sp>
          <p:nvSpPr>
            <p:cNvPr id="12" name="Google Shape;137;p29"/>
            <p:cNvSpPr/>
            <p:nvPr/>
          </p:nvSpPr>
          <p:spPr>
            <a:xfrm>
              <a:off x="1039499" y="11392904"/>
              <a:ext cx="1597200" cy="1597200"/>
            </a:xfrm>
            <a:prstGeom prst="ellipse">
              <a:avLst/>
            </a:prstGeom>
            <a:gradFill>
              <a:gsLst>
                <a:gs pos="0">
                  <a:srgbClr val="07213C"/>
                </a:gs>
                <a:gs pos="50000">
                  <a:srgbClr val="0A3258"/>
                </a:gs>
                <a:gs pos="100000">
                  <a:srgbClr val="0E3B69"/>
                </a:gs>
              </a:gsLst>
              <a:lin ang="16200000" scaled="0"/>
            </a:gradFill>
            <a:ln w="5715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  <a:effectLst>
              <a:outerShdw blurRad="50800" dist="38100" dir="10800000" algn="r" rotWithShape="0">
                <a:srgbClr val="000000">
                  <a:alpha val="40000"/>
                </a:srgbClr>
              </a:outerShdw>
            </a:effectLst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algn="l" marL="0" marR="0" lvl="0" indent="0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4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3" name="Google Shape;138;p29"/>
            <p:cNvSpPr txBox="1"/>
            <p:nvPr/>
          </p:nvSpPr>
          <p:spPr>
            <a:xfrm>
              <a:off x="1104806" y="11591409"/>
              <a:ext cx="1466700" cy="12006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pPr algn="ctr">
                <a:buSzPts val="8400"/>
              </a:pPr>
              <a:r>
                <a:rPr lang="en-IN" sz="7000" b="1" dirty="0">
                  <a:solidFill>
                    <a:schemeClr val="lt1"/>
                  </a:solidFill>
                  <a:latin typeface="Cambria"/>
                  <a:ea typeface="Cambria"/>
                  <a:sym typeface="Poppins"/>
                </a:rPr>
                <a:t>C</a:t>
              </a:r>
              <a:endParaRPr sz="7000" b="1" dirty="0">
                <a:solidFill>
                  <a:schemeClr val="lt1"/>
                </a:solidFill>
                <a:latin typeface="Cambria"/>
                <a:ea typeface="Cambria"/>
              </a:endParaRPr>
            </a:p>
          </p:txBody>
        </p:sp>
      </p:grpSp>
      <p:grpSp>
        <p:nvGrpSpPr>
          <p:cNvPr id="14" name="Group 1">
            <a:extLst>
              <a:ext uri="{FF2B5EF4-FFF2-40B4-BE49-F238E27FC236}">
                <a16:creationId xmlns:a16="http://schemas.microsoft.com/office/drawing/2014/main" id="{2EFF441D-B1EA-669C-64B0-91C1D604A467}"/>
              </a:ext>
            </a:extLst>
          </p:cNvPr>
          <p:cNvGrpSpPr/>
          <p:nvPr/>
        </p:nvGrpSpPr>
        <p:grpSpPr>
          <a:xfrm>
            <a:off x="1039499" y="12629049"/>
            <a:ext cx="1597200" cy="1597200"/>
            <a:chOff x="1039499" y="13898015"/>
            <a:chExt cx="1597200" cy="1597200"/>
          </a:xfrm>
        </p:grpSpPr>
        <p:sp>
          <p:nvSpPr>
            <p:cNvPr id="15" name="Google Shape;139;p29"/>
            <p:cNvSpPr/>
            <p:nvPr/>
          </p:nvSpPr>
          <p:spPr>
            <a:xfrm>
              <a:off x="1039499" y="13898015"/>
              <a:ext cx="1597200" cy="1597200"/>
            </a:xfrm>
            <a:prstGeom prst="ellipse">
              <a:avLst/>
            </a:prstGeom>
            <a:gradFill>
              <a:gsLst>
                <a:gs pos="0">
                  <a:srgbClr val="07213C"/>
                </a:gs>
                <a:gs pos="50000">
                  <a:srgbClr val="0A3258"/>
                </a:gs>
                <a:gs pos="100000">
                  <a:srgbClr val="0E3B69"/>
                </a:gs>
              </a:gsLst>
              <a:lin ang="16200000" scaled="0"/>
            </a:gradFill>
            <a:ln w="5715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  <a:effectLst>
              <a:outerShdw blurRad="50800" dist="38100" dir="10800000" algn="r" rotWithShape="0">
                <a:srgbClr val="000000">
                  <a:alpha val="40000"/>
                </a:srgbClr>
              </a:outerShdw>
            </a:effectLst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algn="l" marL="0" marR="0" lvl="0" indent="0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4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6" name="Google Shape;140;p29"/>
            <p:cNvSpPr txBox="1"/>
            <p:nvPr/>
          </p:nvSpPr>
          <p:spPr>
            <a:xfrm>
              <a:off x="1104806" y="14096520"/>
              <a:ext cx="1466700" cy="12006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pPr algn="ctr">
                <a:buSzPts val="8400"/>
              </a:pPr>
              <a:r>
                <a:rPr lang="en-IN" sz="7000" b="1" dirty="0">
                  <a:solidFill>
                    <a:schemeClr val="lt1"/>
                  </a:solidFill>
                  <a:latin typeface="Cambria"/>
                  <a:ea typeface="Cambria"/>
                  <a:sym typeface="Poppins"/>
                </a:rPr>
                <a:t>D</a:t>
              </a:r>
              <a:endParaRPr sz="7000" b="1" dirty="0">
                <a:solidFill>
                  <a:schemeClr val="lt1"/>
                </a:solidFill>
                <a:latin typeface="Cambria"/>
                <a:ea typeface="Cambria"/>
              </a:endParaRPr>
            </a:p>
          </p:txBody>
        </p:sp>
      </p:grpSp>
      <p:sp>
        <p:nvSpPr>
          <p:cNvPr id="17" name="Google Shape;130;p29">
            <a:extLst>
              <a:ext uri="{FF2B5EF4-FFF2-40B4-BE49-F238E27FC236}">
                <a16:creationId xmlns:a16="http://schemas.microsoft.com/office/drawing/2014/main" id="{359EC1B9-8B0A-CB48-A9AA-6F6EAF44500B}"/>
              </a:ext>
            </a:extLst>
          </p:cNvPr>
          <p:cNvSpPr txBox="1"/>
          <p:nvPr/>
        </p:nvSpPr>
        <p:spPr>
          <a:xfrm>
            <a:off x="3107605" y="8624960"/>
            <a:ext cx="32744401" cy="15973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algn="l" marL="0" indent="0">
              <a:buSzPts val="8400"/>
            </a:pPr>
            <mc:AlternateContent xmlns:mc="http://schemas.openxmlformats.org/markup-compatibility/2006">
              <mc:Choice xmlns:a14="http://schemas.microsoft.com/office/drawing/2010/main" Requires="a14">
                <a14:m xmlns:m="http://schemas.openxmlformats.org/officeDocument/2006/math">
                  <m:oMath>
                    <m:r>
                      <a:rPr lang="en-IN" sz="6000" b="1" dirty="0">
                        <a:solidFill>
                          <a:schemeClr val="lt1"/>
                        </a:solidFill>
                        <a:latin typeface="Cambria Math"/>
                        <a:ea typeface="Cambria Math"/>
                        <a:sym typeface="Cambria Math"/>
                      </a:rPr>
                      <m:t xml:space="preserve"> [F] = [C</m:t>
                    </m:r>
                    <m:sSup>
                      <m:sSupPr/>
                      <m:e>
                        <m:r>
                          <a:rPr lang="en-IN" sz="6000" b="1" dirty="0">
                            <a:solidFill>
                              <a:schemeClr val="lt1"/>
                            </a:solidFill>
                            <a:latin typeface="Cambria Math"/>
                            <a:ea typeface="Cambria Math"/>
                            <a:sym typeface="Cambria Math"/>
                          </a:rPr>
                          <m:t xml:space="preserve">M</m:t>
                        </m:r>
                      </m:e>
                      <m:sup>
                        <m:r>
                          <a:rPr lang="en-IN" sz="6000" b="1" dirty="0">
                            <a:solidFill>
                              <a:schemeClr val="lt1"/>
                            </a:solidFill>
                            <a:latin typeface="Cambria Math"/>
                            <a:ea typeface="Cambria Math"/>
                            <a:sym typeface="Cambria Math"/>
                          </a:rPr>
                          <m:t xml:space="preserve">-2</m:t>
                        </m:r>
                      </m:sup>
                    </m:sSup>
                    <m:r>
                      <a:rPr lang="en-IN" sz="6000" b="1" dirty="0">
                        <a:solidFill>
                          <a:schemeClr val="lt1"/>
                        </a:solidFill>
                        <a:latin typeface="Cambria Math"/>
                        <a:ea typeface="Cambria Math"/>
                        <a:sym typeface="Cambria Math"/>
                      </a:rPr>
                      <m:t xml:space="preserve"> </m:t>
                    </m:r>
                    <m:sSup>
                      <m:sSupPr/>
                      <m:e>
                        <m:r>
                          <a:rPr lang="en-IN" sz="6000" b="1" dirty="0">
                            <a:solidFill>
                              <a:schemeClr val="lt1"/>
                            </a:solidFill>
                            <a:latin typeface="Cambria Math"/>
                            <a:ea typeface="Cambria Math"/>
                            <a:sym typeface="Cambria Math"/>
                          </a:rPr>
                          <m:t xml:space="preserve">L</m:t>
                        </m:r>
                      </m:e>
                      <m:sup>
                        <m:r>
                          <a:rPr lang="en-IN" sz="6000" b="1" dirty="0">
                            <a:solidFill>
                              <a:schemeClr val="lt1"/>
                            </a:solidFill>
                            <a:latin typeface="Cambria Math"/>
                            <a:ea typeface="Cambria Math"/>
                            <a:sym typeface="Cambria Math"/>
                          </a:rPr>
                          <m:t xml:space="preserve">-2</m:t>
                        </m:r>
                      </m:sup>
                    </m:sSup>
                    <m:r>
                      <a:rPr lang="en-IN" sz="6000" b="1" dirty="0">
                        <a:solidFill>
                          <a:schemeClr val="lt1"/>
                        </a:solidFill>
                        <a:latin typeface="Cambria Math"/>
                        <a:ea typeface="Cambria Math"/>
                        <a:sym typeface="Cambria Math"/>
                      </a:rPr>
                      <m:t xml:space="preserve"> </m:t>
                    </m:r>
                    <m:sSup>
                      <m:sSupPr/>
                      <m:e>
                        <m:r>
                          <a:rPr lang="en-IN" sz="6000" b="1" dirty="0">
                            <a:solidFill>
                              <a:schemeClr val="lt1"/>
                            </a:solidFill>
                            <a:latin typeface="Cambria Math"/>
                            <a:ea typeface="Cambria Math"/>
                            <a:sym typeface="Cambria Math"/>
                          </a:rPr>
                          <m:t xml:space="preserve">T</m:t>
                        </m:r>
                      </m:e>
                      <m:sup>
                        <m:r>
                          <a:rPr lang="en-IN" sz="6000" b="1" dirty="0">
                            <a:solidFill>
                              <a:schemeClr val="lt1"/>
                            </a:solidFill>
                            <a:latin typeface="Cambria Math"/>
                            <a:ea typeface="Cambria Math"/>
                            <a:sym typeface="Cambria Math"/>
                          </a:rPr>
                          <m:t xml:space="preserve">2</m:t>
                        </m:r>
                      </m:sup>
                    </m:sSup>
                    <m:r>
                      <a:rPr lang="en-IN" sz="6000" b="1" dirty="0">
                        <a:solidFill>
                          <a:schemeClr val="lt1"/>
                        </a:solidFill>
                        <a:latin typeface="Cambria Math"/>
                        <a:ea typeface="Cambria Math"/>
                        <a:sym typeface="Cambria Math"/>
                      </a:rPr>
                      <m:t xml:space="preserve">] </m:t>
                    </m:r>
                  </m:oMath>
                </a14:m>
              </mc:Choice>
              <mc:Fallback>
                <a:r>
                  <a:rPr lang="en-IN" sz="6000" b="1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 [F] = [CM</a:t>
                </a:r>
                <a:r>
                  <a:rPr baseline="52000" lang="en-IN" sz="4320" b="1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-2</a:t>
                </a:r>
                <a:r>
                  <a:rPr lang="en-IN" sz="6000" b="1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 L</a:t>
                </a:r>
                <a:r>
                  <a:rPr baseline="52000" lang="en-IN" sz="4320" b="1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-2</a:t>
                </a:r>
                <a:r>
                  <a:rPr lang="en-IN" sz="6000" b="1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 T</a:t>
                </a:r>
                <a:r>
                  <a:rPr baseline="52000" lang="en-IN" sz="4320" b="1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2</a:t>
                </a:r>
                <a:r>
                  <a:rPr lang="en-IN" sz="6000" b="1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] </a:t>
                </a:r>
              </mc:Fallback>
            </mc:AlternateContent>
            <a:endParaRPr sz="6000" b="1" dirty="0">
              <a:solidFill>
                <a:schemeClr val="lt1"/>
              </a:solidFill>
              <a:latin typeface="Cambria"/>
              <a:ea typeface="Cambria"/>
            </a:endParaRPr>
          </a:p>
        </p:txBody>
      </p:sp>
      <p:sp>
        <p:nvSpPr>
          <p:cNvPr id="18" name="Google Shape;130;p29">
            <a:extLst>
              <a:ext uri="{FF2B5EF4-FFF2-40B4-BE49-F238E27FC236}">
                <a16:creationId xmlns:a16="http://schemas.microsoft.com/office/drawing/2014/main" id="{7A900CAF-02A4-EA2C-D5AE-61E805D388DB}"/>
              </a:ext>
            </a:extLst>
          </p:cNvPr>
          <p:cNvSpPr txBox="1"/>
          <p:nvPr/>
        </p:nvSpPr>
        <p:spPr>
          <a:xfrm>
            <a:off x="3107605" y="10692275"/>
            <a:ext cx="32744401" cy="15973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algn="l" marL="0" indent="0">
              <a:buSzPts val="8400"/>
            </a:pPr>
            <mc:AlternateContent xmlns:mc="http://schemas.openxmlformats.org/markup-compatibility/2006">
              <mc:Choice xmlns:a14="http://schemas.microsoft.com/office/drawing/2010/main" Requires="a14">
                <a14:m xmlns:m="http://schemas.openxmlformats.org/officeDocument/2006/math">
                  <m:oMath>
                    <m:r>
                      <a:rPr lang="en-IN" sz="6000" b="1" dirty="0">
                        <a:solidFill>
                          <a:schemeClr val="lt1"/>
                        </a:solidFill>
                        <a:latin typeface="Cambria Math"/>
                        <a:ea typeface="Cambria Math"/>
                        <a:sym typeface="Cambria Math"/>
                      </a:rPr>
                      <m:t xml:space="preserve"> [F] = [C</m:t>
                    </m:r>
                    <m:sSup>
                      <m:sSupPr/>
                      <m:e>
                        <m:r>
                          <a:rPr lang="en-IN" sz="6000" b="1" dirty="0">
                            <a:solidFill>
                              <a:schemeClr val="lt1"/>
                            </a:solidFill>
                            <a:latin typeface="Cambria Math"/>
                            <a:ea typeface="Cambria Math"/>
                            <a:sym typeface="Cambria Math"/>
                          </a:rPr>
                          <m:t xml:space="preserve">M</m:t>
                        </m:r>
                      </m:e>
                      <m:sup>
                        <m:r>
                          <a:rPr lang="en-IN" sz="6000" b="1" dirty="0">
                            <a:solidFill>
                              <a:schemeClr val="lt1"/>
                            </a:solidFill>
                            <a:latin typeface="Cambria Math"/>
                            <a:ea typeface="Cambria Math"/>
                            <a:sym typeface="Cambria Math"/>
                          </a:rPr>
                          <m:t xml:space="preserve">-1</m:t>
                        </m:r>
                      </m:sup>
                    </m:sSup>
                    <m:r>
                      <a:rPr lang="en-IN" sz="6000" b="1" dirty="0">
                        <a:solidFill>
                          <a:schemeClr val="lt1"/>
                        </a:solidFill>
                        <a:latin typeface="Cambria Math"/>
                        <a:ea typeface="Cambria Math"/>
                        <a:sym typeface="Cambria Math"/>
                      </a:rPr>
                      <m:t xml:space="preserve"> </m:t>
                    </m:r>
                    <m:sSup>
                      <m:sSupPr/>
                      <m:e>
                        <m:r>
                          <a:rPr lang="en-IN" sz="6000" b="1" dirty="0">
                            <a:solidFill>
                              <a:schemeClr val="lt1"/>
                            </a:solidFill>
                            <a:latin typeface="Cambria Math"/>
                            <a:ea typeface="Cambria Math"/>
                            <a:sym typeface="Cambria Math"/>
                          </a:rPr>
                          <m:t xml:space="preserve">L</m:t>
                        </m:r>
                      </m:e>
                      <m:sup>
                        <m:r>
                          <a:rPr lang="en-IN" sz="6000" b="1" dirty="0">
                            <a:solidFill>
                              <a:schemeClr val="lt1"/>
                            </a:solidFill>
                            <a:latin typeface="Cambria Math"/>
                            <a:ea typeface="Cambria Math"/>
                            <a:sym typeface="Cambria Math"/>
                          </a:rPr>
                          <m:t xml:space="preserve">-2</m:t>
                        </m:r>
                      </m:sup>
                    </m:sSup>
                    <m:r>
                      <a:rPr lang="en-IN" sz="6000" b="1" dirty="0">
                        <a:solidFill>
                          <a:schemeClr val="lt1"/>
                        </a:solidFill>
                        <a:latin typeface="Cambria Math"/>
                        <a:ea typeface="Cambria Math"/>
                        <a:sym typeface="Cambria Math"/>
                      </a:rPr>
                      <m:t xml:space="preserve"> </m:t>
                    </m:r>
                    <m:sSup>
                      <m:sSupPr/>
                      <m:e>
                        <m:r>
                          <a:rPr lang="en-IN" sz="6000" b="1" dirty="0">
                            <a:solidFill>
                              <a:schemeClr val="lt1"/>
                            </a:solidFill>
                            <a:latin typeface="Cambria Math"/>
                            <a:ea typeface="Cambria Math"/>
                            <a:sym typeface="Cambria Math"/>
                          </a:rPr>
                          <m:t xml:space="preserve">T</m:t>
                        </m:r>
                      </m:e>
                      <m:sup>
                        <m:r>
                          <a:rPr lang="en-IN" sz="6000" b="1" dirty="0">
                            <a:solidFill>
                              <a:schemeClr val="lt1"/>
                            </a:solidFill>
                            <a:latin typeface="Cambria Math"/>
                            <a:ea typeface="Cambria Math"/>
                            <a:sym typeface="Cambria Math"/>
                          </a:rPr>
                          <m:t xml:space="preserve">2</m:t>
                        </m:r>
                      </m:sup>
                    </m:sSup>
                    <m:r>
                      <a:rPr lang="en-IN" sz="6000" b="1" dirty="0">
                        <a:solidFill>
                          <a:schemeClr val="lt1"/>
                        </a:solidFill>
                        <a:latin typeface="Cambria Math"/>
                        <a:ea typeface="Cambria Math"/>
                        <a:sym typeface="Cambria Math"/>
                      </a:rPr>
                      <m:t xml:space="preserve">] </m:t>
                    </m:r>
                  </m:oMath>
                </a14:m>
              </mc:Choice>
              <mc:Fallback>
                <a:r>
                  <a:rPr lang="en-IN" sz="6000" b="1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 [F] = [CM</a:t>
                </a:r>
                <a:r>
                  <a:rPr baseline="52000" lang="en-IN" sz="4320" b="1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-1</a:t>
                </a:r>
                <a:r>
                  <a:rPr lang="en-IN" sz="6000" b="1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 L</a:t>
                </a:r>
                <a:r>
                  <a:rPr baseline="52000" lang="en-IN" sz="4320" b="1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-2</a:t>
                </a:r>
                <a:r>
                  <a:rPr lang="en-IN" sz="6000" b="1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 T</a:t>
                </a:r>
                <a:r>
                  <a:rPr baseline="52000" lang="en-IN" sz="4320" b="1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2</a:t>
                </a:r>
                <a:r>
                  <a:rPr lang="en-IN" sz="6000" b="1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] </a:t>
                </a:r>
              </mc:Fallback>
            </mc:AlternateContent>
            <a:endParaRPr sz="6000" b="1" dirty="0">
              <a:solidFill>
                <a:schemeClr val="lt1"/>
              </a:solidFill>
              <a:latin typeface="Cambria"/>
              <a:ea typeface="Cambria"/>
            </a:endParaRPr>
          </a:p>
        </p:txBody>
      </p:sp>
      <p:sp>
        <p:nvSpPr>
          <p:cNvPr id="19" name="Google Shape;130;p29">
            <a:extLst>
              <a:ext uri="{FF2B5EF4-FFF2-40B4-BE49-F238E27FC236}">
                <a16:creationId xmlns:a16="http://schemas.microsoft.com/office/drawing/2014/main" id="{14CC97B5-99F4-9A71-2E1A-0ED3B3F0A5F1}"/>
              </a:ext>
            </a:extLst>
          </p:cNvPr>
          <p:cNvSpPr txBox="1"/>
          <p:nvPr/>
        </p:nvSpPr>
        <p:spPr>
          <a:xfrm>
            <a:off x="3107605" y="12827554"/>
            <a:ext cx="32744401" cy="15973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algn="l" marL="0" indent="0">
              <a:buSzPts val="8400"/>
            </a:pPr>
            <mc:AlternateContent xmlns:mc="http://schemas.openxmlformats.org/markup-compatibility/2006">
              <mc:Choice xmlns:a14="http://schemas.microsoft.com/office/drawing/2010/main" Requires="a14">
                <a14:m xmlns:m="http://schemas.openxmlformats.org/officeDocument/2006/math">
                  <m:oMath>
                    <m:r>
                      <a:rPr lang="en-IN" sz="6000" b="1" dirty="0">
                        <a:solidFill>
                          <a:schemeClr val="lt1"/>
                        </a:solidFill>
                        <a:latin typeface="Cambria Math"/>
                        <a:ea typeface="Cambria Math"/>
                        <a:sym typeface="Cambria Math"/>
                      </a:rPr>
                      <m:t xml:space="preserve"> [F] = [</m:t>
                    </m:r>
                    <m:sSup>
                      <m:sSupPr/>
                      <m:e>
                        <m:r>
                          <a:rPr lang="en-IN" sz="6000" b="1" dirty="0">
                            <a:solidFill>
                              <a:schemeClr val="lt1"/>
                            </a:solidFill>
                            <a:latin typeface="Cambria Math"/>
                            <a:ea typeface="Cambria Math"/>
                            <a:sym typeface="Cambria Math"/>
                          </a:rPr>
                          <m:t xml:space="preserve">C</m:t>
                        </m:r>
                      </m:e>
                      <m:sup>
                        <m:r>
                          <a:rPr lang="en-IN" sz="6000" b="1" dirty="0">
                            <a:solidFill>
                              <a:schemeClr val="lt1"/>
                            </a:solidFill>
                            <a:latin typeface="Cambria Math"/>
                            <a:ea typeface="Cambria Math"/>
                            <a:sym typeface="Cambria Math"/>
                          </a:rPr>
                          <m:t xml:space="preserve">2</m:t>
                        </m:r>
                      </m:sup>
                    </m:sSup>
                    <m:r>
                      <a:rPr lang="en-IN" sz="6000" b="1" dirty="0">
                        <a:solidFill>
                          <a:schemeClr val="lt1"/>
                        </a:solidFill>
                        <a:latin typeface="Cambria Math"/>
                        <a:ea typeface="Cambria Math"/>
                        <a:sym typeface="Cambria Math"/>
                      </a:rPr>
                      <m:t xml:space="preserve"> </m:t>
                    </m:r>
                    <m:sSup>
                      <m:sSupPr/>
                      <m:e>
                        <m:r>
                          <a:rPr lang="en-IN" sz="6000" b="1" dirty="0">
                            <a:solidFill>
                              <a:schemeClr val="lt1"/>
                            </a:solidFill>
                            <a:latin typeface="Cambria Math"/>
                            <a:ea typeface="Cambria Math"/>
                            <a:sym typeface="Cambria Math"/>
                          </a:rPr>
                          <m:t xml:space="preserve">M</m:t>
                        </m:r>
                      </m:e>
                      <m:sup>
                        <m:r>
                          <a:rPr lang="en-IN" sz="6000" b="1" dirty="0">
                            <a:solidFill>
                              <a:schemeClr val="lt1"/>
                            </a:solidFill>
                            <a:latin typeface="Cambria Math"/>
                            <a:ea typeface="Cambria Math"/>
                            <a:sym typeface="Cambria Math"/>
                          </a:rPr>
                          <m:t xml:space="preserve">-2</m:t>
                        </m:r>
                      </m:sup>
                    </m:sSup>
                    <m:r>
                      <a:rPr lang="en-IN" sz="6000" b="1" dirty="0">
                        <a:solidFill>
                          <a:schemeClr val="lt1"/>
                        </a:solidFill>
                        <a:latin typeface="Cambria Math"/>
                        <a:ea typeface="Cambria Math"/>
                        <a:sym typeface="Cambria Math"/>
                      </a:rPr>
                      <m:t xml:space="preserve"> </m:t>
                    </m:r>
                    <m:sSup>
                      <m:sSupPr/>
                      <m:e>
                        <m:r>
                          <a:rPr lang="en-IN" sz="6000" b="1" dirty="0">
                            <a:solidFill>
                              <a:schemeClr val="lt1"/>
                            </a:solidFill>
                            <a:latin typeface="Cambria Math"/>
                            <a:ea typeface="Cambria Math"/>
                            <a:sym typeface="Cambria Math"/>
                          </a:rPr>
                          <m:t xml:space="preserve">L</m:t>
                        </m:r>
                      </m:e>
                      <m:sup>
                        <m:r>
                          <a:rPr lang="en-IN" sz="6000" b="1" dirty="0">
                            <a:solidFill>
                              <a:schemeClr val="lt1"/>
                            </a:solidFill>
                            <a:latin typeface="Cambria Math"/>
                            <a:ea typeface="Cambria Math"/>
                            <a:sym typeface="Cambria Math"/>
                          </a:rPr>
                          <m:t xml:space="preserve">2</m:t>
                        </m:r>
                      </m:sup>
                    </m:sSup>
                    <m:r>
                      <a:rPr lang="en-IN" sz="6000" b="1" dirty="0">
                        <a:solidFill>
                          <a:schemeClr val="lt1"/>
                        </a:solidFill>
                        <a:latin typeface="Cambria Math"/>
                        <a:ea typeface="Cambria Math"/>
                        <a:sym typeface="Cambria Math"/>
                      </a:rPr>
                      <m:t xml:space="preserve"> </m:t>
                    </m:r>
                    <m:sSup>
                      <m:sSupPr/>
                      <m:e>
                        <m:r>
                          <a:rPr lang="en-IN" sz="6000" b="1" dirty="0">
                            <a:solidFill>
                              <a:schemeClr val="lt1"/>
                            </a:solidFill>
                            <a:latin typeface="Cambria Math"/>
                            <a:ea typeface="Cambria Math"/>
                            <a:sym typeface="Cambria Math"/>
                          </a:rPr>
                          <m:t xml:space="preserve">T</m:t>
                        </m:r>
                      </m:e>
                      <m:sup>
                        <m:r>
                          <a:rPr lang="en-IN" sz="6000" b="1" dirty="0">
                            <a:solidFill>
                              <a:schemeClr val="lt1"/>
                            </a:solidFill>
                            <a:latin typeface="Cambria Math"/>
                            <a:ea typeface="Cambria Math"/>
                            <a:sym typeface="Cambria Math"/>
                          </a:rPr>
                          <m:t xml:space="preserve">2</m:t>
                        </m:r>
                      </m:sup>
                    </m:sSup>
                    <m:r>
                      <a:rPr lang="en-IN" sz="6000" b="1" dirty="0">
                        <a:solidFill>
                          <a:schemeClr val="lt1"/>
                        </a:solidFill>
                        <a:latin typeface="Cambria Math"/>
                        <a:ea typeface="Cambria Math"/>
                        <a:sym typeface="Cambria Math"/>
                      </a:rPr>
                      <m:t xml:space="preserve">] </m:t>
                    </m:r>
                  </m:oMath>
                </a14:m>
              </mc:Choice>
              <mc:Fallback>
                <a:r>
                  <a:rPr lang="en-IN" sz="6000" b="1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 [F] = [C</a:t>
                </a:r>
                <a:r>
                  <a:rPr baseline="52000" lang="en-IN" sz="4320" b="1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2</a:t>
                </a:r>
                <a:r>
                  <a:rPr lang="en-IN" sz="6000" b="1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 M</a:t>
                </a:r>
                <a:r>
                  <a:rPr baseline="52000" lang="en-IN" sz="4320" b="1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-2</a:t>
                </a:r>
                <a:r>
                  <a:rPr lang="en-IN" sz="6000" b="1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 L</a:t>
                </a:r>
                <a:r>
                  <a:rPr baseline="52000" lang="en-IN" sz="4320" b="1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2</a:t>
                </a:r>
                <a:r>
                  <a:rPr lang="en-IN" sz="6000" b="1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 T</a:t>
                </a:r>
                <a:r>
                  <a:rPr baseline="52000" lang="en-IN" sz="4320" b="1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2</a:t>
                </a:r>
                <a:r>
                  <a:rPr lang="en-IN" sz="6000" b="1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] </a:t>
                </a:r>
              </mc:Fallback>
            </mc:AlternateContent>
            <a:endParaRPr sz="6000" b="1" dirty="0">
              <a:solidFill>
                <a:schemeClr val="lt1"/>
              </a:solidFill>
              <a:latin typeface="Cambria"/>
              <a:ea typeface="Cambria"/>
            </a:endParaRPr>
          </a:p>
        </p:txBody>
      </p:sp>
    </p:spTree>
  </p:cSld>
  <p:clrMapOvr>
    <a:masterClrMapping/>
  </p:clrMapOvr>
  <p:transition spd="slow">
    <p:push/>
  </p:transition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Google Shape;129;p29"/>
          <p:cNvSpPr txBox="1"/>
          <p:nvPr/>
        </p:nvSpPr>
        <p:spPr>
          <a:xfrm>
            <a:off x="1104806" y="2396709"/>
            <a:ext cx="34747200" cy="34747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algn="l" marL="0" lvl="0" indent="0">
              <a:buSzPts val="8400"/>
              <a:buFont typeface="Arial"/>
              <a:buNone/>
            </a:pPr>
            <a:r>
              <a:rPr lang="en-IN" sz="6000" b="1" dirty="0">
                <a:solidFill>
                  <a:schemeClr val="lt1"/>
                </a:solidFill>
                <a:latin typeface="Cambria"/>
                <a:ea typeface="Cambria"/>
                <a:sym typeface="Cambria"/>
              </a:rPr>
              <a:t>14. The position of a particle moving on x-axis is given by </a:t>
            </a:r>
            <mc:AlternateContent xmlns:mc="http://schemas.openxmlformats.org/markup-compatibility/2006">
              <mc:Choice xmlns:a14="http://schemas.microsoft.com/office/drawing/2010/main" Requires="a14">
                <a14:m xmlns:m="http://schemas.openxmlformats.org/officeDocument/2006/math">
                  <m:oMath>
                    <m:r>
                      <a:rPr lang="en-IN" sz="6000" b="1" dirty="0">
                        <a:solidFill>
                          <a:schemeClr val="lt1"/>
                        </a:solidFill>
                        <a:latin typeface="Cambria Math"/>
                        <a:ea typeface="Cambria Math"/>
                        <a:sym typeface="Cambria Math"/>
                      </a:rPr>
                      <m:t xml:space="preserve"> x(t) = A </m:t>
                    </m:r>
                    <m:func>
                      <m:funcPr/>
                      <m:fName>
                        <m:r>
                          <m:rPr>
                            <m:sty m:val="p"/>
                          </m:rPr>
                          <a:rPr lang="en-IN" sz="6000" b="1" dirty="0">
                            <a:solidFill>
                              <a:schemeClr val="lt1"/>
                            </a:solidFill>
                            <a:latin typeface="Cambria Math"/>
                            <a:ea typeface="Cambria Math"/>
                            <a:sym typeface="Cambria Math"/>
                          </a:rPr>
                          <m:t xml:space="preserve">sin</m:t>
                        </m:r>
                      </m:fName>
                      <m:e/>
                    </m:func>
                    <m:r>
                      <a:rPr lang="en-IN" sz="6000" b="1" dirty="0">
                        <a:solidFill>
                          <a:schemeClr val="lt1"/>
                        </a:solidFill>
                        <a:latin typeface="Cambria Math"/>
                        <a:ea typeface="Cambria Math"/>
                        <a:sym typeface="Cambria Math"/>
                      </a:rPr>
                      <m:t xml:space="preserve"> t + B </m:t>
                    </m:r>
                    <m:sSup>
                      <m:sSupPr/>
                      <m:e>
                        <m:func>
                          <m:funcPr/>
                          <m:fName>
                            <m:r>
                              <m:rPr>
                                <m:sty m:val="p"/>
                              </m:rPr>
                              <a:rPr lang="en-IN" sz="6000" b="1" dirty="0">
                                <a:solidFill>
                                  <a:schemeClr val="lt1"/>
                                </a:solidFill>
                                <a:latin typeface="Cambria Math"/>
                                <a:ea typeface="Cambria Math"/>
                                <a:sym typeface="Cambria Math"/>
                              </a:rPr>
                              <m:t xml:space="preserve">cos</m:t>
                            </m:r>
                          </m:fName>
                          <m:e/>
                        </m:func>
                      </m:e>
                      <m:sup>
                        <m:r>
                          <a:rPr lang="en-IN" sz="6000" b="1" dirty="0">
                            <a:solidFill>
                              <a:schemeClr val="lt1"/>
                            </a:solidFill>
                            <a:latin typeface="Cambria Math"/>
                            <a:ea typeface="Cambria Math"/>
                            <a:sym typeface="Cambria Math"/>
                          </a:rPr>
                          <m:t xml:space="preserve">2</m:t>
                        </m:r>
                      </m:sup>
                    </m:sSup>
                    <m:r>
                      <a:rPr lang="en-IN" sz="6000" b="1" dirty="0">
                        <a:solidFill>
                          <a:schemeClr val="lt1"/>
                        </a:solidFill>
                        <a:latin typeface="Cambria Math"/>
                        <a:ea typeface="Cambria Math"/>
                        <a:sym typeface="Cambria Math"/>
                      </a:rPr>
                      <m:t xml:space="preserve"> t + C</m:t>
                    </m:r>
                    <m:sSup>
                      <m:sSupPr/>
                      <m:e>
                        <m:r>
                          <a:rPr lang="en-IN" sz="6000" b="1" dirty="0">
                            <a:solidFill>
                              <a:schemeClr val="lt1"/>
                            </a:solidFill>
                            <a:latin typeface="Cambria Math"/>
                            <a:ea typeface="Cambria Math"/>
                            <a:sym typeface="Cambria Math"/>
                          </a:rPr>
                          <m:t xml:space="preserve">t</m:t>
                        </m:r>
                      </m:e>
                      <m:sup>
                        <m:r>
                          <a:rPr lang="en-IN" sz="6000" b="1" dirty="0">
                            <a:solidFill>
                              <a:schemeClr val="lt1"/>
                            </a:solidFill>
                            <a:latin typeface="Cambria Math"/>
                            <a:ea typeface="Cambria Math"/>
                            <a:sym typeface="Cambria Math"/>
                          </a:rPr>
                          <m:t xml:space="preserve">2</m:t>
                        </m:r>
                      </m:sup>
                    </m:sSup>
                    <m:r>
                      <a:rPr lang="en-IN" sz="6000" b="1" dirty="0">
                        <a:solidFill>
                          <a:schemeClr val="lt1"/>
                        </a:solidFill>
                        <a:latin typeface="Cambria Math"/>
                        <a:ea typeface="Cambria Math"/>
                        <a:sym typeface="Cambria Math"/>
                      </a:rPr>
                      <m:t xml:space="preserve"> + D </m:t>
                    </m:r>
                  </m:oMath>
                </a14:m>
              </mc:Choice>
              <mc:Fallback>
                <a:r>
                  <a:rPr lang="en-IN" sz="6000" b="1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 x(t) = A sin t + B cos</a:t>
                </a:r>
                <a:r>
                  <a:rPr baseline="52000" lang="en-IN" sz="4320" b="1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2</a:t>
                </a:r>
                <a:r>
                  <a:rPr lang="en-IN" sz="6000" b="1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 t + Ct</a:t>
                </a:r>
                <a:r>
                  <a:rPr baseline="52000" lang="en-IN" sz="4320" b="1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2</a:t>
                </a:r>
                <a:r>
                  <a:rPr lang="en-IN" sz="6000" b="1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 + D </a:t>
                </a:r>
              </mc:Fallback>
            </mc:AlternateContent>
            <a:r>
              <a:rPr lang="en-IN" sz="6000" b="1" dirty="0">
                <a:solidFill>
                  <a:schemeClr val="lt1"/>
                </a:solidFill>
                <a:latin typeface="Cambria"/>
                <a:ea typeface="Cambria"/>
                <a:sym typeface="Cambria"/>
              </a:rPr>
              <a:t>, where t is time. The dimension of </a:t>
            </a:r>
            <mc:AlternateContent xmlns:mc="http://schemas.openxmlformats.org/markup-compatibility/2006">
              <mc:Choice xmlns:a14="http://schemas.microsoft.com/office/drawing/2010/main" Requires="a14">
                <a14:m xmlns:m="http://schemas.openxmlformats.org/officeDocument/2006/math">
                  <m:oMath>
                    <m:r>
                      <a:rPr lang="en-IN" sz="6000" b="1" dirty="0">
                        <a:solidFill>
                          <a:schemeClr val="lt1"/>
                        </a:solidFill>
                        <a:latin typeface="Cambria Math"/>
                        <a:ea typeface="Cambria Math"/>
                        <a:sym typeface="Cambria Math"/>
                      </a:rPr>
                      <m:t xml:space="preserve"> </m:t>
                    </m:r>
                    <m:f>
                      <m:fPr/>
                      <m:num>
                        <m:r>
                          <a:rPr lang="en-IN" sz="6000" b="1" dirty="0">
                            <a:solidFill>
                              <a:schemeClr val="lt1"/>
                            </a:solidFill>
                            <a:latin typeface="Cambria Math"/>
                            <a:ea typeface="Cambria Math"/>
                            <a:sym typeface="Cambria Math"/>
                          </a:rPr>
                          <m:t xml:space="preserve">ABC</m:t>
                        </m:r>
                      </m:num>
                      <m:den>
                        <m:r>
                          <a:rPr lang="en-IN" sz="6000" b="1" dirty="0">
                            <a:solidFill>
                              <a:schemeClr val="lt1"/>
                            </a:solidFill>
                            <a:latin typeface="Cambria Math"/>
                            <a:ea typeface="Cambria Math"/>
                            <a:sym typeface="Cambria Math"/>
                          </a:rPr>
                          <m:t xml:space="preserve">D</m:t>
                        </m:r>
                      </m:den>
                    </m:f>
                    <m:r>
                      <a:rPr lang="en-IN" sz="6000" b="1" dirty="0">
                        <a:solidFill>
                          <a:schemeClr val="lt1"/>
                        </a:solidFill>
                        <a:latin typeface="Cambria Math"/>
                        <a:ea typeface="Cambria Math"/>
                        <a:sym typeface="Cambria Math"/>
                      </a:rPr>
                      <m:t xml:space="preserve"> </m:t>
                    </m:r>
                  </m:oMath>
                </a14:m>
              </mc:Choice>
              <mc:Fallback>
                <a:r>
                  <a:rPr lang="en-IN" sz="6000" b="1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 ABC/D </a:t>
                </a:r>
              </mc:Fallback>
            </mc:AlternateContent>
            <a:r>
              <a:rPr lang="en-IN" sz="6000" b="1" dirty="0">
                <a:solidFill>
                  <a:schemeClr val="lt1"/>
                </a:solidFill>
                <a:latin typeface="Cambria"/>
                <a:ea typeface="Cambria"/>
                <a:sym typeface="Cambria"/>
              </a:rPr>
              <a:t> is [23 Jan, 2025 (Shift-I)]</a:t>
            </a:r>
          </a:p>
        </p:txBody>
      </p:sp>
      <p:sp>
        <p:nvSpPr>
          <p:cNvPr id="3" name="Google Shape;130;p29"/>
          <p:cNvSpPr txBox="1"/>
          <p:nvPr/>
        </p:nvSpPr>
        <p:spPr>
          <a:xfrm>
            <a:off x="3107605" y="7482218"/>
            <a:ext cx="32744401" cy="15973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algn="l" marL="0" indent="0">
              <a:buSzPts val="8400"/>
            </a:pPr>
            <mc:AlternateContent xmlns:mc="http://schemas.openxmlformats.org/markup-compatibility/2006">
              <mc:Choice xmlns:a14="http://schemas.microsoft.com/office/drawing/2010/main" Requires="a14">
                <a14:m xmlns:m="http://schemas.openxmlformats.org/officeDocument/2006/math">
                  <m:oMath>
                    <m:r>
                      <a:rPr lang="en-IN" sz="6000" b="1" dirty="0">
                        <a:solidFill>
                          <a:schemeClr val="lt1"/>
                        </a:solidFill>
                        <a:latin typeface="Cambria Math"/>
                        <a:ea typeface="Cambria Math"/>
                        <a:sym typeface="Cambria Math"/>
                      </a:rPr>
                      <m:t xml:space="preserve"> </m:t>
                    </m:r>
                    <m:sSup>
                      <m:sSupPr/>
                      <m:e>
                        <m:r>
                          <a:rPr lang="en-IN" sz="6000" b="1" dirty="0">
                            <a:solidFill>
                              <a:schemeClr val="lt1"/>
                            </a:solidFill>
                            <a:latin typeface="Cambria Math"/>
                            <a:ea typeface="Cambria Math"/>
                            <a:sym typeface="Cambria Math"/>
                          </a:rPr>
                          <m:t xml:space="preserve">L</m:t>
                        </m:r>
                      </m:e>
                      <m:sup>
                        <m:r>
                          <a:rPr lang="en-IN" sz="6000" b="1" dirty="0">
                            <a:solidFill>
                              <a:schemeClr val="lt1"/>
                            </a:solidFill>
                            <a:latin typeface="Cambria Math"/>
                            <a:ea typeface="Cambria Math"/>
                            <a:sym typeface="Cambria Math"/>
                          </a:rPr>
                          <m:t xml:space="preserve">3</m:t>
                        </m:r>
                      </m:sup>
                    </m:sSup>
                    <m:r>
                      <a:rPr lang="en-IN" sz="6000" b="1" dirty="0">
                        <a:solidFill>
                          <a:schemeClr val="lt1"/>
                        </a:solidFill>
                        <a:latin typeface="Cambria Math"/>
                        <a:ea typeface="Cambria Math"/>
                        <a:sym typeface="Cambria Math"/>
                      </a:rPr>
                      <m:t xml:space="preserve"> </m:t>
                    </m:r>
                    <m:sSup>
                      <m:sSupPr/>
                      <m:e>
                        <m:r>
                          <a:rPr lang="en-IN" sz="6000" b="1" dirty="0">
                            <a:solidFill>
                              <a:schemeClr val="lt1"/>
                            </a:solidFill>
                            <a:latin typeface="Cambria Math"/>
                            <a:ea typeface="Cambria Math"/>
                            <a:sym typeface="Cambria Math"/>
                          </a:rPr>
                          <m:t xml:space="preserve">T</m:t>
                        </m:r>
                      </m:e>
                      <m:sup>
                        <m:r>
                          <a:rPr lang="en-IN" sz="6000" b="1" dirty="0">
                            <a:solidFill>
                              <a:schemeClr val="lt1"/>
                            </a:solidFill>
                            <a:latin typeface="Cambria Math"/>
                            <a:ea typeface="Cambria Math"/>
                            <a:sym typeface="Cambria Math"/>
                          </a:rPr>
                          <m:t xml:space="preserve">-2</m:t>
                        </m:r>
                      </m:sup>
                    </m:sSup>
                    <m:r>
                      <a:rPr lang="en-IN" sz="6000" b="1" dirty="0">
                        <a:solidFill>
                          <a:schemeClr val="lt1"/>
                        </a:solidFill>
                        <a:latin typeface="Cambria Math"/>
                        <a:ea typeface="Cambria Math"/>
                        <a:sym typeface="Cambria Math"/>
                      </a:rPr>
                      <m:t xml:space="preserve"> </m:t>
                    </m:r>
                  </m:oMath>
                </a14:m>
              </mc:Choice>
              <mc:Fallback>
                <a:r>
                  <a:rPr lang="en-IN" sz="6000" b="1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 L</a:t>
                </a:r>
                <a:r>
                  <a:rPr baseline="52000" lang="en-IN" sz="4320" b="1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3</a:t>
                </a:r>
                <a:r>
                  <a:rPr lang="en-IN" sz="6000" b="1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 T</a:t>
                </a:r>
                <a:r>
                  <a:rPr baseline="52000" lang="en-IN" sz="4320" b="1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-2</a:t>
                </a:r>
                <a:r>
                  <a:rPr lang="en-IN" sz="6000" b="1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 </a:t>
                </a:r>
              </mc:Fallback>
            </mc:AlternateContent>
            <a:endParaRPr sz="6000" b="1" dirty="0">
              <a:solidFill>
                <a:schemeClr val="lt1"/>
              </a:solidFill>
              <a:latin typeface="Cambria"/>
              <a:ea typeface="Cambria"/>
            </a:endParaRPr>
          </a:p>
        </p:txBody>
      </p:sp>
      <p:sp>
        <p:nvSpPr>
          <p:cNvPr id="4" name="Google Shape;131;p29"/>
          <p:cNvSpPr/>
          <p:nvPr/>
        </p:nvSpPr>
        <p:spPr>
          <a:xfrm>
            <a:off x="-1864528" y="681774"/>
            <a:ext cx="7081988" cy="1569660"/>
          </a:xfrm>
          <a:prstGeom prst="roundRect">
            <a:avLst>
              <a:gd name="adj" fmla="val 50000"/>
            </a:avLst>
          </a:prstGeom>
          <a:gradFill>
            <a:gsLst>
              <a:gs pos="0">
                <a:srgbClr val="07213C"/>
              </a:gs>
              <a:gs pos="50000">
                <a:srgbClr val="0A3258"/>
              </a:gs>
              <a:gs pos="100000">
                <a:srgbClr val="0E3B69"/>
              </a:gs>
            </a:gsLst>
            <a:lin ang="16200000" scaled="0"/>
          </a:gradFill>
          <a:ln w="57150" cap="flat" cmpd="sng">
            <a:solidFill>
              <a:schemeClr val="lt1"/>
            </a:solidFill>
            <a:prstDash val="solid"/>
            <a:round/>
            <a:headEnd type="none" w="sm" len="sm"/>
            <a:tailEnd type="none" w="sm" len="sm"/>
          </a:ln>
          <a:effectLst>
            <a:outerShdw blurRad="50800" dist="38100" dir="10800000" algn="r" rotWithShape="0">
              <a:srgbClr val="000000">
                <a:alpha val="40000"/>
              </a:srgb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algn="l" marL="0" marR="0" lvl="0" indent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8400" b="1" i="0" u="none" strike="noStrike" cap="none">
              <a:solidFill>
                <a:schemeClr val="lt1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5" name="Google Shape;132;p29"/>
          <p:cNvSpPr txBox="1"/>
          <p:nvPr/>
        </p:nvSpPr>
        <p:spPr>
          <a:xfrm>
            <a:off x="1039500" y="827049"/>
            <a:ext cx="4562190" cy="101562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algn="l">
              <a:buSzPts val="8400"/>
            </a:pPr>
            <a:r>
              <a:rPr lang="en-IN" sz="6000" b="1" dirty="0">
                <a:solidFill>
                  <a:schemeClr val="lt1"/>
                </a:solidFill>
                <a:latin typeface="Cambria"/>
                <a:ea typeface="Cambria"/>
                <a:sym typeface="Cambria"/>
              </a:rPr>
              <a:t>Question</a:t>
            </a:r>
            <a:endParaRPr sz="6000" b="1" dirty="0">
              <a:solidFill>
                <a:schemeClr val="lt1"/>
              </a:solidFill>
              <a:latin typeface="Cambria"/>
              <a:ea typeface="Cambria"/>
            </a:endParaRPr>
          </a:p>
        </p:txBody>
      </p:sp>
      <p:sp>
        <p:nvSpPr>
          <p:cNvPr id="6" name="Google Shape;133;p29"/>
          <p:cNvSpPr/>
          <p:nvPr/>
        </p:nvSpPr>
        <p:spPr>
          <a:xfrm>
            <a:off x="1039499" y="7191429"/>
            <a:ext cx="1597200" cy="1597200"/>
          </a:xfrm>
          <a:prstGeom prst="ellipse">
            <a:avLst/>
          </a:prstGeom>
          <a:gradFill>
            <a:gsLst>
              <a:gs pos="0">
                <a:srgbClr val="07213C"/>
              </a:gs>
              <a:gs pos="50000">
                <a:srgbClr val="0A3258"/>
              </a:gs>
              <a:gs pos="100000">
                <a:srgbClr val="0E3B69"/>
              </a:gs>
            </a:gsLst>
            <a:lin ang="16200000" scaled="0"/>
          </a:gradFill>
          <a:ln w="57150" cap="flat" cmpd="sng">
            <a:solidFill>
              <a:schemeClr val="lt1"/>
            </a:solidFill>
            <a:prstDash val="solid"/>
            <a:round/>
            <a:headEnd type="none" w="sm" len="sm"/>
            <a:tailEnd type="none" w="sm" len="sm"/>
          </a:ln>
          <a:effectLst>
            <a:outerShdw blurRad="50800" dist="38100" dir="10800000" algn="r" rotWithShape="0">
              <a:srgbClr val="000000">
                <a:alpha val="40000"/>
              </a:srgb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algn="l" marL="0" marR="0" lvl="0" indent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400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" name="Google Shape;134;p29"/>
          <p:cNvSpPr txBox="1"/>
          <p:nvPr/>
        </p:nvSpPr>
        <p:spPr>
          <a:xfrm>
            <a:off x="1104807" y="7389934"/>
            <a:ext cx="1466700" cy="116951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lvl="0" indent="0" algn="ctr">
              <a:buSzPts val="8400"/>
              <a:buFont typeface="Arial"/>
              <a:buNone/>
            </a:pPr>
            <a:r>
              <a:rPr lang="en-IN" sz="7000" b="1" dirty="0">
                <a:solidFill>
                  <a:schemeClr val="lt1"/>
                </a:solidFill>
                <a:latin typeface="Cambria"/>
                <a:ea typeface="Cambria"/>
                <a:sym typeface="Poppins"/>
              </a:rPr>
              <a:t>A</a:t>
            </a:r>
            <a:endParaRPr sz="7000" b="1" dirty="0">
              <a:solidFill>
                <a:schemeClr val="lt1"/>
              </a:solidFill>
              <a:latin typeface="Cambria"/>
              <a:ea typeface="Cambria"/>
            </a:endParaRPr>
          </a:p>
        </p:txBody>
      </p:sp>
      <p:grpSp>
        <p:nvGrpSpPr>
          <p:cNvPr id="8" name="Group 3">
            <a:extLst>
              <a:ext uri="{FF2B5EF4-FFF2-40B4-BE49-F238E27FC236}">
                <a16:creationId xmlns:a16="http://schemas.microsoft.com/office/drawing/2014/main" id="{E7A8D3A8-3CB4-6749-CCFA-38CA3F055B3C}"/>
              </a:ext>
            </a:extLst>
          </p:cNvPr>
          <p:cNvGrpSpPr/>
          <p:nvPr/>
        </p:nvGrpSpPr>
        <p:grpSpPr>
          <a:xfrm>
            <a:off x="1039499" y="9308769"/>
            <a:ext cx="1597200" cy="1597200"/>
            <a:chOff x="1039499" y="8887793"/>
            <a:chExt cx="1597200" cy="1597200"/>
          </a:xfrm>
        </p:grpSpPr>
        <p:sp>
          <p:nvSpPr>
            <p:cNvPr id="9" name="Google Shape;135;p29"/>
            <p:cNvSpPr/>
            <p:nvPr/>
          </p:nvSpPr>
          <p:spPr>
            <a:xfrm>
              <a:off x="1039499" y="8887793"/>
              <a:ext cx="1597200" cy="1597200"/>
            </a:xfrm>
            <a:prstGeom prst="ellipse">
              <a:avLst/>
            </a:prstGeom>
            <a:gradFill>
              <a:gsLst>
                <a:gs pos="0">
                  <a:srgbClr val="07213C"/>
                </a:gs>
                <a:gs pos="50000">
                  <a:srgbClr val="0A3258"/>
                </a:gs>
                <a:gs pos="100000">
                  <a:srgbClr val="0E3B69"/>
                </a:gs>
              </a:gsLst>
              <a:lin ang="16200000" scaled="0"/>
            </a:gradFill>
            <a:ln w="5715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  <a:effectLst>
              <a:outerShdw blurRad="50800" dist="38100" dir="10800000" algn="r" rotWithShape="0">
                <a:srgbClr val="000000">
                  <a:alpha val="40000"/>
                </a:srgbClr>
              </a:outerShdw>
            </a:effectLst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algn="l" marL="0" marR="0" lvl="0" indent="0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4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0" name="Google Shape;136;p29"/>
            <p:cNvSpPr txBox="1"/>
            <p:nvPr/>
          </p:nvSpPr>
          <p:spPr>
            <a:xfrm>
              <a:off x="1104806" y="9086298"/>
              <a:ext cx="1466700" cy="12006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pPr algn="ctr">
                <a:buSzPts val="8400"/>
              </a:pPr>
              <a:r>
                <a:rPr lang="en-IN" sz="7000" b="1" dirty="0">
                  <a:solidFill>
                    <a:schemeClr val="lt1"/>
                  </a:solidFill>
                  <a:latin typeface="Cambria"/>
                  <a:ea typeface="Cambria"/>
                  <a:sym typeface="Poppins"/>
                </a:rPr>
                <a:t>B</a:t>
              </a:r>
              <a:endParaRPr sz="7000" b="1" dirty="0">
                <a:solidFill>
                  <a:schemeClr val="lt1"/>
                </a:solidFill>
                <a:latin typeface="Cambria"/>
                <a:ea typeface="Cambria"/>
              </a:endParaRPr>
            </a:p>
          </p:txBody>
        </p:sp>
      </p:grpSp>
      <p:grpSp>
        <p:nvGrpSpPr>
          <p:cNvPr id="11" name="Group 2">
            <a:extLst>
              <a:ext uri="{FF2B5EF4-FFF2-40B4-BE49-F238E27FC236}">
                <a16:creationId xmlns:a16="http://schemas.microsoft.com/office/drawing/2014/main" id="{1929EFE0-7899-C986-6D22-F9305746025F}"/>
              </a:ext>
            </a:extLst>
          </p:cNvPr>
          <p:cNvGrpSpPr/>
          <p:nvPr/>
        </p:nvGrpSpPr>
        <p:grpSpPr>
          <a:xfrm>
            <a:off x="1039499" y="11426109"/>
            <a:ext cx="1597200" cy="1597200"/>
            <a:chOff x="1039499" y="11392904"/>
            <a:chExt cx="1597200" cy="1597200"/>
          </a:xfrm>
        </p:grpSpPr>
        <p:sp>
          <p:nvSpPr>
            <p:cNvPr id="12" name="Google Shape;137;p29"/>
            <p:cNvSpPr/>
            <p:nvPr/>
          </p:nvSpPr>
          <p:spPr>
            <a:xfrm>
              <a:off x="1039499" y="11392904"/>
              <a:ext cx="1597200" cy="1597200"/>
            </a:xfrm>
            <a:prstGeom prst="ellipse">
              <a:avLst/>
            </a:prstGeom>
            <a:gradFill>
              <a:gsLst>
                <a:gs pos="0">
                  <a:srgbClr val="07213C"/>
                </a:gs>
                <a:gs pos="50000">
                  <a:srgbClr val="0A3258"/>
                </a:gs>
                <a:gs pos="100000">
                  <a:srgbClr val="0E3B69"/>
                </a:gs>
              </a:gsLst>
              <a:lin ang="16200000" scaled="0"/>
            </a:gradFill>
            <a:ln w="5715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  <a:effectLst>
              <a:outerShdw blurRad="50800" dist="38100" dir="10800000" algn="r" rotWithShape="0">
                <a:srgbClr val="000000">
                  <a:alpha val="40000"/>
                </a:srgbClr>
              </a:outerShdw>
            </a:effectLst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algn="l" marL="0" marR="0" lvl="0" indent="0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4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3" name="Google Shape;138;p29"/>
            <p:cNvSpPr txBox="1"/>
            <p:nvPr/>
          </p:nvSpPr>
          <p:spPr>
            <a:xfrm>
              <a:off x="1104806" y="11591409"/>
              <a:ext cx="1466700" cy="12006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pPr algn="ctr">
                <a:buSzPts val="8400"/>
              </a:pPr>
              <a:r>
                <a:rPr lang="en-IN" sz="7000" b="1" dirty="0">
                  <a:solidFill>
                    <a:schemeClr val="lt1"/>
                  </a:solidFill>
                  <a:latin typeface="Cambria"/>
                  <a:ea typeface="Cambria"/>
                  <a:sym typeface="Poppins"/>
                </a:rPr>
                <a:t>C</a:t>
              </a:r>
              <a:endParaRPr sz="7000" b="1" dirty="0">
                <a:solidFill>
                  <a:schemeClr val="lt1"/>
                </a:solidFill>
                <a:latin typeface="Cambria"/>
                <a:ea typeface="Cambria"/>
              </a:endParaRPr>
            </a:p>
          </p:txBody>
        </p:sp>
      </p:grpSp>
      <p:grpSp>
        <p:nvGrpSpPr>
          <p:cNvPr id="14" name="Group 1">
            <a:extLst>
              <a:ext uri="{FF2B5EF4-FFF2-40B4-BE49-F238E27FC236}">
                <a16:creationId xmlns:a16="http://schemas.microsoft.com/office/drawing/2014/main" id="{2EFF441D-B1EA-669C-64B0-91C1D604A467}"/>
              </a:ext>
            </a:extLst>
          </p:cNvPr>
          <p:cNvGrpSpPr/>
          <p:nvPr/>
        </p:nvGrpSpPr>
        <p:grpSpPr>
          <a:xfrm>
            <a:off x="1039499" y="13543449"/>
            <a:ext cx="1597200" cy="1597200"/>
            <a:chOff x="1039499" y="13898015"/>
            <a:chExt cx="1597200" cy="1597200"/>
          </a:xfrm>
        </p:grpSpPr>
        <p:sp>
          <p:nvSpPr>
            <p:cNvPr id="15" name="Google Shape;139;p29"/>
            <p:cNvSpPr/>
            <p:nvPr/>
          </p:nvSpPr>
          <p:spPr>
            <a:xfrm>
              <a:off x="1039499" y="13898015"/>
              <a:ext cx="1597200" cy="1597200"/>
            </a:xfrm>
            <a:prstGeom prst="ellipse">
              <a:avLst/>
            </a:prstGeom>
            <a:gradFill>
              <a:gsLst>
                <a:gs pos="0">
                  <a:srgbClr val="07213C"/>
                </a:gs>
                <a:gs pos="50000">
                  <a:srgbClr val="0A3258"/>
                </a:gs>
                <a:gs pos="100000">
                  <a:srgbClr val="0E3B69"/>
                </a:gs>
              </a:gsLst>
              <a:lin ang="16200000" scaled="0"/>
            </a:gradFill>
            <a:ln w="5715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  <a:effectLst>
              <a:outerShdw blurRad="50800" dist="38100" dir="10800000" algn="r" rotWithShape="0">
                <a:srgbClr val="000000">
                  <a:alpha val="40000"/>
                </a:srgbClr>
              </a:outerShdw>
            </a:effectLst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algn="l" marL="0" marR="0" lvl="0" indent="0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4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6" name="Google Shape;140;p29"/>
            <p:cNvSpPr txBox="1"/>
            <p:nvPr/>
          </p:nvSpPr>
          <p:spPr>
            <a:xfrm>
              <a:off x="1104806" y="14096520"/>
              <a:ext cx="1466700" cy="12006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pPr algn="ctr">
                <a:buSzPts val="8400"/>
              </a:pPr>
              <a:r>
                <a:rPr lang="en-IN" sz="7000" b="1" dirty="0">
                  <a:solidFill>
                    <a:schemeClr val="lt1"/>
                  </a:solidFill>
                  <a:latin typeface="Cambria"/>
                  <a:ea typeface="Cambria"/>
                  <a:sym typeface="Poppins"/>
                </a:rPr>
                <a:t>D</a:t>
              </a:r>
              <a:endParaRPr sz="7000" b="1" dirty="0">
                <a:solidFill>
                  <a:schemeClr val="lt1"/>
                </a:solidFill>
                <a:latin typeface="Cambria"/>
                <a:ea typeface="Cambria"/>
              </a:endParaRPr>
            </a:p>
          </p:txBody>
        </p:sp>
      </p:grpSp>
      <p:sp>
        <p:nvSpPr>
          <p:cNvPr id="17" name="Google Shape;130;p29">
            <a:extLst>
              <a:ext uri="{FF2B5EF4-FFF2-40B4-BE49-F238E27FC236}">
                <a16:creationId xmlns:a16="http://schemas.microsoft.com/office/drawing/2014/main" id="{359EC1B9-8B0A-CB48-A9AA-6F6EAF44500B}"/>
              </a:ext>
            </a:extLst>
          </p:cNvPr>
          <p:cNvSpPr txBox="1"/>
          <p:nvPr/>
        </p:nvSpPr>
        <p:spPr>
          <a:xfrm>
            <a:off x="3107605" y="9539360"/>
            <a:ext cx="32744401" cy="15973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algn="l" marL="0" indent="0">
              <a:buSzPts val="8400"/>
            </a:pPr>
            <mc:AlternateContent xmlns:mc="http://schemas.openxmlformats.org/markup-compatibility/2006">
              <mc:Choice xmlns:a14="http://schemas.microsoft.com/office/drawing/2010/main" Requires="a14">
                <a14:m xmlns:m="http://schemas.openxmlformats.org/officeDocument/2006/math">
                  <m:oMath>
                    <m:r>
                      <a:rPr lang="en-IN" sz="6000" b="1" dirty="0">
                        <a:solidFill>
                          <a:schemeClr val="lt1"/>
                        </a:solidFill>
                        <a:latin typeface="Cambria Math"/>
                        <a:ea typeface="Cambria Math"/>
                        <a:sym typeface="Cambria Math"/>
                      </a:rPr>
                      <m:t xml:space="preserve"> </m:t>
                    </m:r>
                    <m:sSup>
                      <m:sSupPr/>
                      <m:e>
                        <m:r>
                          <a:rPr lang="en-IN" sz="6000" b="1" dirty="0">
                            <a:solidFill>
                              <a:schemeClr val="lt1"/>
                            </a:solidFill>
                            <a:latin typeface="Cambria Math"/>
                            <a:ea typeface="Cambria Math"/>
                            <a:sym typeface="Cambria Math"/>
                          </a:rPr>
                          <m:t xml:space="preserve">L</m:t>
                        </m:r>
                      </m:e>
                      <m:sup>
                        <m:r>
                          <a:rPr lang="en-IN" sz="6000" b="1" dirty="0">
                            <a:solidFill>
                              <a:schemeClr val="lt1"/>
                            </a:solidFill>
                            <a:latin typeface="Cambria Math"/>
                            <a:ea typeface="Cambria Math"/>
                            <a:sym typeface="Cambria Math"/>
                          </a:rPr>
                          <m:t xml:space="preserve">2</m:t>
                        </m:r>
                      </m:sup>
                    </m:sSup>
                    <m:r>
                      <a:rPr lang="en-IN" sz="6000" b="1" dirty="0">
                        <a:solidFill>
                          <a:schemeClr val="lt1"/>
                        </a:solidFill>
                        <a:latin typeface="Cambria Math"/>
                        <a:ea typeface="Cambria Math"/>
                        <a:sym typeface="Cambria Math"/>
                      </a:rPr>
                      <m:t xml:space="preserve"> </m:t>
                    </m:r>
                  </m:oMath>
                </a14:m>
              </mc:Choice>
              <mc:Fallback>
                <a:r>
                  <a:rPr lang="en-IN" sz="6000" b="1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 L</a:t>
                </a:r>
                <a:r>
                  <a:rPr baseline="52000" lang="en-IN" sz="4320" b="1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2</a:t>
                </a:r>
                <a:r>
                  <a:rPr lang="en-IN" sz="6000" b="1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 </a:t>
                </a:r>
              </mc:Fallback>
            </mc:AlternateContent>
            <a:endParaRPr sz="6000" b="1" dirty="0">
              <a:solidFill>
                <a:schemeClr val="lt1"/>
              </a:solidFill>
              <a:latin typeface="Cambria"/>
              <a:ea typeface="Cambria"/>
            </a:endParaRPr>
          </a:p>
        </p:txBody>
      </p:sp>
      <p:sp>
        <p:nvSpPr>
          <p:cNvPr id="18" name="Google Shape;130;p29">
            <a:extLst>
              <a:ext uri="{FF2B5EF4-FFF2-40B4-BE49-F238E27FC236}">
                <a16:creationId xmlns:a16="http://schemas.microsoft.com/office/drawing/2014/main" id="{7A900CAF-02A4-EA2C-D5AE-61E805D388DB}"/>
              </a:ext>
            </a:extLst>
          </p:cNvPr>
          <p:cNvSpPr txBox="1"/>
          <p:nvPr/>
        </p:nvSpPr>
        <p:spPr>
          <a:xfrm>
            <a:off x="3107605" y="11606675"/>
            <a:ext cx="32744401" cy="15973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algn="l" marL="0" indent="0">
              <a:buSzPts val="8400"/>
            </a:pPr>
            <mc:AlternateContent xmlns:mc="http://schemas.openxmlformats.org/markup-compatibility/2006">
              <mc:Choice xmlns:a14="http://schemas.microsoft.com/office/drawing/2010/main" Requires="a14">
                <a14:m xmlns:m="http://schemas.openxmlformats.org/officeDocument/2006/math">
                  <m:oMath>
                    <m:r>
                      <a:rPr lang="en-IN" sz="6000" b="1" dirty="0">
                        <a:solidFill>
                          <a:schemeClr val="lt1"/>
                        </a:solidFill>
                        <a:latin typeface="Cambria Math"/>
                        <a:ea typeface="Cambria Math"/>
                        <a:sym typeface="Cambria Math"/>
                      </a:rPr>
                      <m:t xml:space="preserve"> </m:t>
                    </m:r>
                    <m:sSup>
                      <m:sSupPr/>
                      <m:e>
                        <m:r>
                          <a:rPr lang="en-IN" sz="6000" b="1" dirty="0">
                            <a:solidFill>
                              <a:schemeClr val="lt1"/>
                            </a:solidFill>
                            <a:latin typeface="Cambria Math"/>
                            <a:ea typeface="Cambria Math"/>
                            <a:sym typeface="Cambria Math"/>
                          </a:rPr>
                          <m:t xml:space="preserve">L</m:t>
                        </m:r>
                      </m:e>
                      <m:sup>
                        <m:r>
                          <a:rPr lang="en-IN" sz="6000" b="1" dirty="0">
                            <a:solidFill>
                              <a:schemeClr val="lt1"/>
                            </a:solidFill>
                            <a:latin typeface="Cambria Math"/>
                            <a:ea typeface="Cambria Math"/>
                            <a:sym typeface="Cambria Math"/>
                          </a:rPr>
                          <m:t xml:space="preserve">2</m:t>
                        </m:r>
                      </m:sup>
                    </m:sSup>
                    <m:r>
                      <a:rPr lang="en-IN" sz="6000" b="1" dirty="0">
                        <a:solidFill>
                          <a:schemeClr val="lt1"/>
                        </a:solidFill>
                        <a:latin typeface="Cambria Math"/>
                        <a:ea typeface="Cambria Math"/>
                        <a:sym typeface="Cambria Math"/>
                      </a:rPr>
                      <m:t xml:space="preserve"> </m:t>
                    </m:r>
                    <m:sSup>
                      <m:sSupPr/>
                      <m:e>
                        <m:r>
                          <a:rPr lang="en-IN" sz="6000" b="1" dirty="0">
                            <a:solidFill>
                              <a:schemeClr val="lt1"/>
                            </a:solidFill>
                            <a:latin typeface="Cambria Math"/>
                            <a:ea typeface="Cambria Math"/>
                            <a:sym typeface="Cambria Math"/>
                          </a:rPr>
                          <m:t xml:space="preserve">T</m:t>
                        </m:r>
                      </m:e>
                      <m:sup>
                        <m:r>
                          <a:rPr lang="en-IN" sz="6000" b="1" dirty="0">
                            <a:solidFill>
                              <a:schemeClr val="lt1"/>
                            </a:solidFill>
                            <a:latin typeface="Cambria Math"/>
                            <a:ea typeface="Cambria Math"/>
                            <a:sym typeface="Cambria Math"/>
                          </a:rPr>
                          <m:t xml:space="preserve">-2</m:t>
                        </m:r>
                      </m:sup>
                    </m:sSup>
                    <m:r>
                      <a:rPr lang="en-IN" sz="6000" b="1" dirty="0">
                        <a:solidFill>
                          <a:schemeClr val="lt1"/>
                        </a:solidFill>
                        <a:latin typeface="Cambria Math"/>
                        <a:ea typeface="Cambria Math"/>
                        <a:sym typeface="Cambria Math"/>
                      </a:rPr>
                      <m:t xml:space="preserve"> </m:t>
                    </m:r>
                  </m:oMath>
                </a14:m>
              </mc:Choice>
              <mc:Fallback>
                <a:r>
                  <a:rPr lang="en-IN" sz="6000" b="1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 L</a:t>
                </a:r>
                <a:r>
                  <a:rPr baseline="52000" lang="en-IN" sz="4320" b="1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2</a:t>
                </a:r>
                <a:r>
                  <a:rPr lang="en-IN" sz="6000" b="1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 T</a:t>
                </a:r>
                <a:r>
                  <a:rPr baseline="52000" lang="en-IN" sz="4320" b="1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-2</a:t>
                </a:r>
                <a:r>
                  <a:rPr lang="en-IN" sz="6000" b="1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 </a:t>
                </a:r>
              </mc:Fallback>
            </mc:AlternateContent>
            <a:endParaRPr sz="6000" b="1" dirty="0">
              <a:solidFill>
                <a:schemeClr val="lt1"/>
              </a:solidFill>
              <a:latin typeface="Cambria"/>
              <a:ea typeface="Cambria"/>
            </a:endParaRPr>
          </a:p>
        </p:txBody>
      </p:sp>
      <p:sp>
        <p:nvSpPr>
          <p:cNvPr id="19" name="Google Shape;130;p29">
            <a:extLst>
              <a:ext uri="{FF2B5EF4-FFF2-40B4-BE49-F238E27FC236}">
                <a16:creationId xmlns:a16="http://schemas.microsoft.com/office/drawing/2014/main" id="{14CC97B5-99F4-9A71-2E1A-0ED3B3F0A5F1}"/>
              </a:ext>
            </a:extLst>
          </p:cNvPr>
          <p:cNvSpPr txBox="1"/>
          <p:nvPr/>
        </p:nvSpPr>
        <p:spPr>
          <a:xfrm>
            <a:off x="3107605" y="13741954"/>
            <a:ext cx="32744401" cy="15973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algn="l" marL="0" indent="0">
              <a:buSzPts val="8400"/>
            </a:pPr>
            <a:r>
              <a:rPr lang="en-IN" sz="6000" b="1" dirty="0">
                <a:solidFill>
                  <a:schemeClr val="lt1"/>
                </a:solidFill>
                <a:latin typeface="Cambria"/>
                <a:ea typeface="Cambria"/>
                <a:sym typeface="Cambria"/>
              </a:rPr>
              <a:t>L</a:t>
            </a:r>
            <a:endParaRPr sz="6000" b="1" dirty="0">
              <a:solidFill>
                <a:schemeClr val="lt1"/>
              </a:solidFill>
              <a:latin typeface="Cambria"/>
              <a:ea typeface="Cambria"/>
            </a:endParaRPr>
          </a:p>
        </p:txBody>
      </p:sp>
    </p:spTree>
  </p:cSld>
  <p:clrMapOvr>
    <a:masterClrMapping/>
  </p:clrMapOvr>
  <p:transition spd="slow">
    <p:push/>
  </p:transition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Google Shape;129;p29"/>
          <p:cNvSpPr txBox="1"/>
          <p:nvPr/>
        </p:nvSpPr>
        <p:spPr>
          <a:xfrm>
            <a:off x="1104806" y="2396709"/>
            <a:ext cx="34747200" cy="25603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algn="l" marL="0" lvl="0" indent="0">
              <a:buSzPts val="8400"/>
              <a:buFont typeface="Arial"/>
              <a:buNone/>
            </a:pPr>
            <a:r>
              <a:rPr lang="en-IN" sz="6000" b="1" dirty="0">
                <a:solidFill>
                  <a:schemeClr val="lt1"/>
                </a:solidFill>
                <a:latin typeface="Cambria"/>
                <a:ea typeface="Cambria"/>
                <a:sym typeface="Cambria"/>
              </a:rPr>
              <a:t>15. Match List - I with List - II. [23 Jan, 2025 (Shift-II)]</a:t>
            </a:r>
          </a:p>
          <a:p>
            <a:pPr algn="l" marL="0" lvl="0" indent="0">
              <a:buSzPts val="8400"/>
              <a:buFont typeface="Arial"/>
              <a:buNone/>
            </a:pPr>
            <a:r>
              <a:rPr lang="en-IN" sz="6000" b="1" dirty="0">
                <a:solidFill>
                  <a:schemeClr val="lt1"/>
                </a:solidFill>
                <a:latin typeface="Cambria"/>
                <a:ea typeface="Cambria"/>
                <a:sym typeface="Cambria"/>
              </a:rPr>
              <a:t>Choose the correct answer from the options given below:</a:t>
            </a:r>
          </a:p>
        </p:txBody>
      </p:sp>
      <p:sp>
        <p:nvSpPr>
          <p:cNvPr id="3" name="Google Shape;130;p29"/>
          <p:cNvSpPr txBox="1"/>
          <p:nvPr/>
        </p:nvSpPr>
        <p:spPr>
          <a:xfrm>
            <a:off x="3107605" y="11663909"/>
            <a:ext cx="32744401" cy="15973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algn="l" marL="0" indent="0">
              <a:buSzPts val="8400"/>
            </a:pPr>
            <a:r>
              <a:rPr lang="en-IN" sz="6000" b="1" dirty="0">
                <a:solidFill>
                  <a:schemeClr val="lt1"/>
                </a:solidFill>
                <a:latin typeface="Cambria"/>
                <a:ea typeface="Cambria"/>
                <a:sym typeface="Cambria"/>
              </a:rPr>
              <a:t>(A)-(IV), (B)-(III), (C)-(I), (D)-(II)</a:t>
            </a:r>
            <a:endParaRPr sz="6000" b="1" dirty="0">
              <a:solidFill>
                <a:schemeClr val="lt1"/>
              </a:solidFill>
              <a:latin typeface="Cambria"/>
              <a:ea typeface="Cambria"/>
            </a:endParaRPr>
          </a:p>
        </p:txBody>
      </p:sp>
      <p:sp>
        <p:nvSpPr>
          <p:cNvPr id="4" name="Google Shape;131;p29"/>
          <p:cNvSpPr/>
          <p:nvPr/>
        </p:nvSpPr>
        <p:spPr>
          <a:xfrm>
            <a:off x="-1864528" y="681774"/>
            <a:ext cx="7081988" cy="1569660"/>
          </a:xfrm>
          <a:prstGeom prst="roundRect">
            <a:avLst>
              <a:gd name="adj" fmla="val 50000"/>
            </a:avLst>
          </a:prstGeom>
          <a:gradFill>
            <a:gsLst>
              <a:gs pos="0">
                <a:srgbClr val="07213C"/>
              </a:gs>
              <a:gs pos="50000">
                <a:srgbClr val="0A3258"/>
              </a:gs>
              <a:gs pos="100000">
                <a:srgbClr val="0E3B69"/>
              </a:gs>
            </a:gsLst>
            <a:lin ang="16200000" scaled="0"/>
          </a:gradFill>
          <a:ln w="57150" cap="flat" cmpd="sng">
            <a:solidFill>
              <a:schemeClr val="lt1"/>
            </a:solidFill>
            <a:prstDash val="solid"/>
            <a:round/>
            <a:headEnd type="none" w="sm" len="sm"/>
            <a:tailEnd type="none" w="sm" len="sm"/>
          </a:ln>
          <a:effectLst>
            <a:outerShdw blurRad="50800" dist="38100" dir="10800000" algn="r" rotWithShape="0">
              <a:srgbClr val="000000">
                <a:alpha val="40000"/>
              </a:srgb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algn="l" marL="0" marR="0" lvl="0" indent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8400" b="1" i="0" u="none" strike="noStrike" cap="none">
              <a:solidFill>
                <a:schemeClr val="lt1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5" name="Google Shape;132;p29"/>
          <p:cNvSpPr txBox="1"/>
          <p:nvPr/>
        </p:nvSpPr>
        <p:spPr>
          <a:xfrm>
            <a:off x="1039500" y="827049"/>
            <a:ext cx="4562190" cy="101562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algn="l">
              <a:buSzPts val="8400"/>
            </a:pPr>
            <a:r>
              <a:rPr lang="en-IN" sz="6000" b="1" dirty="0">
                <a:solidFill>
                  <a:schemeClr val="lt1"/>
                </a:solidFill>
                <a:latin typeface="Cambria"/>
                <a:ea typeface="Cambria"/>
                <a:sym typeface="Cambria"/>
              </a:rPr>
              <a:t>Question</a:t>
            </a:r>
            <a:endParaRPr sz="6000" b="1" dirty="0">
              <a:solidFill>
                <a:schemeClr val="lt1"/>
              </a:solidFill>
              <a:latin typeface="Cambria"/>
              <a:ea typeface="Cambria"/>
            </a:endParaRPr>
          </a:p>
        </p:txBody>
      </p:sp>
      <p:sp>
        <p:nvSpPr>
          <p:cNvPr id="6" name="Google Shape;133;p29"/>
          <p:cNvSpPr/>
          <p:nvPr/>
        </p:nvSpPr>
        <p:spPr>
          <a:xfrm>
            <a:off x="1039499" y="11373120"/>
            <a:ext cx="1597200" cy="1597200"/>
          </a:xfrm>
          <a:prstGeom prst="ellipse">
            <a:avLst/>
          </a:prstGeom>
          <a:gradFill>
            <a:gsLst>
              <a:gs pos="0">
                <a:srgbClr val="07213C"/>
              </a:gs>
              <a:gs pos="50000">
                <a:srgbClr val="0A3258"/>
              </a:gs>
              <a:gs pos="100000">
                <a:srgbClr val="0E3B69"/>
              </a:gs>
            </a:gsLst>
            <a:lin ang="16200000" scaled="0"/>
          </a:gradFill>
          <a:ln w="57150" cap="flat" cmpd="sng">
            <a:solidFill>
              <a:schemeClr val="lt1"/>
            </a:solidFill>
            <a:prstDash val="solid"/>
            <a:round/>
            <a:headEnd type="none" w="sm" len="sm"/>
            <a:tailEnd type="none" w="sm" len="sm"/>
          </a:ln>
          <a:effectLst>
            <a:outerShdw blurRad="50800" dist="38100" dir="10800000" algn="r" rotWithShape="0">
              <a:srgbClr val="000000">
                <a:alpha val="40000"/>
              </a:srgb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algn="l" marL="0" marR="0" lvl="0" indent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400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" name="Google Shape;134;p29"/>
          <p:cNvSpPr txBox="1"/>
          <p:nvPr/>
        </p:nvSpPr>
        <p:spPr>
          <a:xfrm>
            <a:off x="1104807" y="11571625"/>
            <a:ext cx="1466700" cy="116951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lvl="0" indent="0" algn="ctr">
              <a:buSzPts val="8400"/>
              <a:buFont typeface="Arial"/>
              <a:buNone/>
            </a:pPr>
            <a:r>
              <a:rPr lang="en-IN" sz="7000" b="1" dirty="0">
                <a:solidFill>
                  <a:schemeClr val="lt1"/>
                </a:solidFill>
                <a:latin typeface="Cambria"/>
                <a:ea typeface="Cambria"/>
                <a:sym typeface="Poppins"/>
              </a:rPr>
              <a:t>A</a:t>
            </a:r>
            <a:endParaRPr sz="7000" b="1" dirty="0">
              <a:solidFill>
                <a:schemeClr val="lt1"/>
              </a:solidFill>
              <a:latin typeface="Cambria"/>
              <a:ea typeface="Cambria"/>
            </a:endParaRPr>
          </a:p>
        </p:txBody>
      </p:sp>
      <p:grpSp>
        <p:nvGrpSpPr>
          <p:cNvPr id="8" name="Group 3">
            <a:extLst>
              <a:ext uri="{FF2B5EF4-FFF2-40B4-BE49-F238E27FC236}">
                <a16:creationId xmlns:a16="http://schemas.microsoft.com/office/drawing/2014/main" id="{E7A8D3A8-3CB4-6749-CCFA-38CA3F055B3C}"/>
              </a:ext>
            </a:extLst>
          </p:cNvPr>
          <p:cNvGrpSpPr/>
          <p:nvPr/>
        </p:nvGrpSpPr>
        <p:grpSpPr>
          <a:xfrm>
            <a:off x="1039499" y="13490460"/>
            <a:ext cx="1597200" cy="1597200"/>
            <a:chOff x="1039499" y="8887793"/>
            <a:chExt cx="1597200" cy="1597200"/>
          </a:xfrm>
        </p:grpSpPr>
        <p:sp>
          <p:nvSpPr>
            <p:cNvPr id="9" name="Google Shape;135;p29"/>
            <p:cNvSpPr/>
            <p:nvPr/>
          </p:nvSpPr>
          <p:spPr>
            <a:xfrm>
              <a:off x="1039499" y="8887793"/>
              <a:ext cx="1597200" cy="1597200"/>
            </a:xfrm>
            <a:prstGeom prst="ellipse">
              <a:avLst/>
            </a:prstGeom>
            <a:gradFill>
              <a:gsLst>
                <a:gs pos="0">
                  <a:srgbClr val="07213C"/>
                </a:gs>
                <a:gs pos="50000">
                  <a:srgbClr val="0A3258"/>
                </a:gs>
                <a:gs pos="100000">
                  <a:srgbClr val="0E3B69"/>
                </a:gs>
              </a:gsLst>
              <a:lin ang="16200000" scaled="0"/>
            </a:gradFill>
            <a:ln w="5715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  <a:effectLst>
              <a:outerShdw blurRad="50800" dist="38100" dir="10800000" algn="r" rotWithShape="0">
                <a:srgbClr val="000000">
                  <a:alpha val="40000"/>
                </a:srgbClr>
              </a:outerShdw>
            </a:effectLst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algn="l" marL="0" marR="0" lvl="0" indent="0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4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0" name="Google Shape;136;p29"/>
            <p:cNvSpPr txBox="1"/>
            <p:nvPr/>
          </p:nvSpPr>
          <p:spPr>
            <a:xfrm>
              <a:off x="1104806" y="9086298"/>
              <a:ext cx="1466700" cy="12006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pPr algn="ctr">
                <a:buSzPts val="8400"/>
              </a:pPr>
              <a:r>
                <a:rPr lang="en-IN" sz="7000" b="1" dirty="0">
                  <a:solidFill>
                    <a:schemeClr val="lt1"/>
                  </a:solidFill>
                  <a:latin typeface="Cambria"/>
                  <a:ea typeface="Cambria"/>
                  <a:sym typeface="Poppins"/>
                </a:rPr>
                <a:t>B</a:t>
              </a:r>
              <a:endParaRPr sz="7000" b="1" dirty="0">
                <a:solidFill>
                  <a:schemeClr val="lt1"/>
                </a:solidFill>
                <a:latin typeface="Cambria"/>
                <a:ea typeface="Cambria"/>
              </a:endParaRPr>
            </a:p>
          </p:txBody>
        </p:sp>
      </p:grpSp>
      <p:grpSp>
        <p:nvGrpSpPr>
          <p:cNvPr id="11" name="Group 2">
            <a:extLst>
              <a:ext uri="{FF2B5EF4-FFF2-40B4-BE49-F238E27FC236}">
                <a16:creationId xmlns:a16="http://schemas.microsoft.com/office/drawing/2014/main" id="{1929EFE0-7899-C986-6D22-F9305746025F}"/>
              </a:ext>
            </a:extLst>
          </p:cNvPr>
          <p:cNvGrpSpPr/>
          <p:nvPr/>
        </p:nvGrpSpPr>
        <p:grpSpPr>
          <a:xfrm>
            <a:off x="1039499" y="15607800"/>
            <a:ext cx="1597200" cy="1597200"/>
            <a:chOff x="1039499" y="11392904"/>
            <a:chExt cx="1597200" cy="1597200"/>
          </a:xfrm>
        </p:grpSpPr>
        <p:sp>
          <p:nvSpPr>
            <p:cNvPr id="12" name="Google Shape;137;p29"/>
            <p:cNvSpPr/>
            <p:nvPr/>
          </p:nvSpPr>
          <p:spPr>
            <a:xfrm>
              <a:off x="1039499" y="11392904"/>
              <a:ext cx="1597200" cy="1597200"/>
            </a:xfrm>
            <a:prstGeom prst="ellipse">
              <a:avLst/>
            </a:prstGeom>
            <a:gradFill>
              <a:gsLst>
                <a:gs pos="0">
                  <a:srgbClr val="07213C"/>
                </a:gs>
                <a:gs pos="50000">
                  <a:srgbClr val="0A3258"/>
                </a:gs>
                <a:gs pos="100000">
                  <a:srgbClr val="0E3B69"/>
                </a:gs>
              </a:gsLst>
              <a:lin ang="16200000" scaled="0"/>
            </a:gradFill>
            <a:ln w="5715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  <a:effectLst>
              <a:outerShdw blurRad="50800" dist="38100" dir="10800000" algn="r" rotWithShape="0">
                <a:srgbClr val="000000">
                  <a:alpha val="40000"/>
                </a:srgbClr>
              </a:outerShdw>
            </a:effectLst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algn="l" marL="0" marR="0" lvl="0" indent="0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4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3" name="Google Shape;138;p29"/>
            <p:cNvSpPr txBox="1"/>
            <p:nvPr/>
          </p:nvSpPr>
          <p:spPr>
            <a:xfrm>
              <a:off x="1104806" y="11591409"/>
              <a:ext cx="1466700" cy="12006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pPr algn="ctr">
                <a:buSzPts val="8400"/>
              </a:pPr>
              <a:r>
                <a:rPr lang="en-IN" sz="7000" b="1" dirty="0">
                  <a:solidFill>
                    <a:schemeClr val="lt1"/>
                  </a:solidFill>
                  <a:latin typeface="Cambria"/>
                  <a:ea typeface="Cambria"/>
                  <a:sym typeface="Poppins"/>
                </a:rPr>
                <a:t>C</a:t>
              </a:r>
              <a:endParaRPr sz="7000" b="1" dirty="0">
                <a:solidFill>
                  <a:schemeClr val="lt1"/>
                </a:solidFill>
                <a:latin typeface="Cambria"/>
                <a:ea typeface="Cambria"/>
              </a:endParaRPr>
            </a:p>
          </p:txBody>
        </p:sp>
      </p:grpSp>
      <p:grpSp>
        <p:nvGrpSpPr>
          <p:cNvPr id="14" name="Group 1">
            <a:extLst>
              <a:ext uri="{FF2B5EF4-FFF2-40B4-BE49-F238E27FC236}">
                <a16:creationId xmlns:a16="http://schemas.microsoft.com/office/drawing/2014/main" id="{2EFF441D-B1EA-669C-64B0-91C1D604A467}"/>
              </a:ext>
            </a:extLst>
          </p:cNvPr>
          <p:cNvGrpSpPr/>
          <p:nvPr/>
        </p:nvGrpSpPr>
        <p:grpSpPr>
          <a:xfrm>
            <a:off x="1039499" y="17725140"/>
            <a:ext cx="1597200" cy="1597200"/>
            <a:chOff x="1039499" y="13898015"/>
            <a:chExt cx="1597200" cy="1597200"/>
          </a:xfrm>
        </p:grpSpPr>
        <p:sp>
          <p:nvSpPr>
            <p:cNvPr id="15" name="Google Shape;139;p29"/>
            <p:cNvSpPr/>
            <p:nvPr/>
          </p:nvSpPr>
          <p:spPr>
            <a:xfrm>
              <a:off x="1039499" y="13898015"/>
              <a:ext cx="1597200" cy="1597200"/>
            </a:xfrm>
            <a:prstGeom prst="ellipse">
              <a:avLst/>
            </a:prstGeom>
            <a:gradFill>
              <a:gsLst>
                <a:gs pos="0">
                  <a:srgbClr val="07213C"/>
                </a:gs>
                <a:gs pos="50000">
                  <a:srgbClr val="0A3258"/>
                </a:gs>
                <a:gs pos="100000">
                  <a:srgbClr val="0E3B69"/>
                </a:gs>
              </a:gsLst>
              <a:lin ang="16200000" scaled="0"/>
            </a:gradFill>
            <a:ln w="5715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  <a:effectLst>
              <a:outerShdw blurRad="50800" dist="38100" dir="10800000" algn="r" rotWithShape="0">
                <a:srgbClr val="000000">
                  <a:alpha val="40000"/>
                </a:srgbClr>
              </a:outerShdw>
            </a:effectLst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algn="l" marL="0" marR="0" lvl="0" indent="0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4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6" name="Google Shape;140;p29"/>
            <p:cNvSpPr txBox="1"/>
            <p:nvPr/>
          </p:nvSpPr>
          <p:spPr>
            <a:xfrm>
              <a:off x="1104806" y="14096520"/>
              <a:ext cx="1466700" cy="12006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pPr algn="ctr">
                <a:buSzPts val="8400"/>
              </a:pPr>
              <a:r>
                <a:rPr lang="en-IN" sz="7000" b="1" dirty="0">
                  <a:solidFill>
                    <a:schemeClr val="lt1"/>
                  </a:solidFill>
                  <a:latin typeface="Cambria"/>
                  <a:ea typeface="Cambria"/>
                  <a:sym typeface="Poppins"/>
                </a:rPr>
                <a:t>D</a:t>
              </a:r>
              <a:endParaRPr sz="7000" b="1" dirty="0">
                <a:solidFill>
                  <a:schemeClr val="lt1"/>
                </a:solidFill>
                <a:latin typeface="Cambria"/>
                <a:ea typeface="Cambria"/>
              </a:endParaRPr>
            </a:p>
          </p:txBody>
        </p:sp>
      </p:grpSp>
      <p:sp>
        <p:nvSpPr>
          <p:cNvPr id="17" name="Google Shape;130;p29">
            <a:extLst>
              <a:ext uri="{FF2B5EF4-FFF2-40B4-BE49-F238E27FC236}">
                <a16:creationId xmlns:a16="http://schemas.microsoft.com/office/drawing/2014/main" id="{359EC1B9-8B0A-CB48-A9AA-6F6EAF44500B}"/>
              </a:ext>
            </a:extLst>
          </p:cNvPr>
          <p:cNvSpPr txBox="1"/>
          <p:nvPr/>
        </p:nvSpPr>
        <p:spPr>
          <a:xfrm>
            <a:off x="3107605" y="13721051"/>
            <a:ext cx="32744401" cy="15973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algn="l" marL="0" indent="0">
              <a:buSzPts val="8400"/>
            </a:pPr>
            <a:r>
              <a:rPr lang="en-IN" sz="6000" b="1" dirty="0">
                <a:solidFill>
                  <a:schemeClr val="lt1"/>
                </a:solidFill>
                <a:latin typeface="Cambria"/>
                <a:ea typeface="Cambria"/>
                <a:sym typeface="Cambria"/>
              </a:rPr>
              <a:t>(A)-(III), (B)-(II), (C)-(IV), (D)-(I)</a:t>
            </a:r>
            <a:endParaRPr sz="6000" b="1" dirty="0">
              <a:solidFill>
                <a:schemeClr val="lt1"/>
              </a:solidFill>
              <a:latin typeface="Cambria"/>
              <a:ea typeface="Cambria"/>
            </a:endParaRPr>
          </a:p>
        </p:txBody>
      </p:sp>
      <p:sp>
        <p:nvSpPr>
          <p:cNvPr id="18" name="Google Shape;130;p29">
            <a:extLst>
              <a:ext uri="{FF2B5EF4-FFF2-40B4-BE49-F238E27FC236}">
                <a16:creationId xmlns:a16="http://schemas.microsoft.com/office/drawing/2014/main" id="{7A900CAF-02A4-EA2C-D5AE-61E805D388DB}"/>
              </a:ext>
            </a:extLst>
          </p:cNvPr>
          <p:cNvSpPr txBox="1"/>
          <p:nvPr/>
        </p:nvSpPr>
        <p:spPr>
          <a:xfrm>
            <a:off x="3107605" y="15788366"/>
            <a:ext cx="32744401" cy="15973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algn="l" marL="0" indent="0">
              <a:buSzPts val="8400"/>
            </a:pPr>
            <a:r>
              <a:rPr lang="en-IN" sz="6000" b="1" dirty="0">
                <a:solidFill>
                  <a:schemeClr val="lt1"/>
                </a:solidFill>
                <a:latin typeface="Cambria"/>
                <a:ea typeface="Cambria"/>
                <a:sym typeface="Cambria"/>
              </a:rPr>
              <a:t>(A)-(II), (B)-(I), (C)-(III), (D)-(IV)</a:t>
            </a:r>
            <a:endParaRPr sz="6000" b="1" dirty="0">
              <a:solidFill>
                <a:schemeClr val="lt1"/>
              </a:solidFill>
              <a:latin typeface="Cambria"/>
              <a:ea typeface="Cambria"/>
            </a:endParaRPr>
          </a:p>
        </p:txBody>
      </p:sp>
      <p:sp>
        <p:nvSpPr>
          <p:cNvPr id="19" name="Google Shape;130;p29">
            <a:extLst>
              <a:ext uri="{FF2B5EF4-FFF2-40B4-BE49-F238E27FC236}">
                <a16:creationId xmlns:a16="http://schemas.microsoft.com/office/drawing/2014/main" id="{14CC97B5-99F4-9A71-2E1A-0ED3B3F0A5F1}"/>
              </a:ext>
            </a:extLst>
          </p:cNvPr>
          <p:cNvSpPr txBox="1"/>
          <p:nvPr/>
        </p:nvSpPr>
        <p:spPr>
          <a:xfrm>
            <a:off x="3107605" y="17923645"/>
            <a:ext cx="32744401" cy="15973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algn="l" marL="0" indent="0">
              <a:buSzPts val="8400"/>
            </a:pPr>
            <a:r>
              <a:rPr lang="en-IN" sz="6000" b="1" dirty="0">
                <a:solidFill>
                  <a:schemeClr val="lt1"/>
                </a:solidFill>
                <a:latin typeface="Cambria"/>
                <a:ea typeface="Cambria"/>
                <a:sym typeface="Cambria"/>
              </a:rPr>
              <a:t>(A)-(I), (B)-(IV), (C)-(II), (D)-(III)</a:t>
            </a:r>
            <a:endParaRPr sz="6000" b="1" dirty="0">
              <a:solidFill>
                <a:schemeClr val="lt1"/>
              </a:solidFill>
              <a:latin typeface="Cambria"/>
              <a:ea typeface="Cambria"/>
            </a:endParaRPr>
          </a:p>
        </p:txBody>
      </p:sp>
      <p:graphicFrame>
        <p:nvGraphicFramePr>
          <p:cNvPr id="20" name="ContentTable"/>
          <p:cNvGraphicFramePr>
            <a:graphicFrameLocks noGrp="1"/>
          </p:cNvGraphicFramePr>
          <p:nvPr/>
        </p:nvGraphicFramePr>
        <p:xfrm>
          <a:off x="1104806" y="5477029"/>
          <a:ext cx="34747200" cy="4576091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7373600"/>
                <a:gridCol w="17373600"/>
              </a:tblGrid>
              <a:tr h="915219">
                <a:tc>
                  <a:txBody>
                    <a:bodyPr/>
                    <a:lstStyle/>
                    <a:p>
                      <a:pPr algn="l" marL="0" marR="0" lvl="0" indent="0" rtl="0">
                        <a:lnSpc>
                          <a:spcPct val="110000"/>
                        </a:lnSpc>
                        <a:spcBef>
                          <a:spcPts val="60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buNone/>
                      </a:pPr>
                      <a:r>
                        <a:rPr lang="en-IN" sz="4000" b="1" i="0" u="none" strike="noStrike" cap="none" dirty="0">
                          <a:solidFill>
                            <a:schemeClr val="tx1"/>
                          </a:solidFill>
                          <a:latin typeface="Cambria"/>
                          <a:ea typeface="Cambria"/>
                          <a:sym typeface="Arial"/>
                        </a:rPr>
                        <a:t>List - I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marL="0" marR="0" lvl="0" indent="0" rtl="0">
                        <a:lnSpc>
                          <a:spcPct val="110000"/>
                        </a:lnSpc>
                        <a:spcBef>
                          <a:spcPts val="60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buNone/>
                      </a:pPr>
                      <a:r>
                        <a:rPr lang="en-IN" sz="4000" b="1" i="0" u="none" strike="noStrike" cap="none" dirty="0">
                          <a:solidFill>
                            <a:schemeClr val="tx1"/>
                          </a:solidFill>
                          <a:latin typeface="Cambria"/>
                          <a:ea typeface="Cambria"/>
                          <a:sym typeface="Arial"/>
                        </a:rPr>
                        <a:t>List - II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915218">
                <a:tc>
                  <a:txBody>
                    <a:bodyPr/>
                    <a:lstStyle/>
                    <a:p>
                      <a:pPr algn="l" marL="0" marR="0" lvl="0" indent="0" defTabSz="914400" rtl="0" eaLnBrk="1" fontAlgn="auto" latinLnBrk="0" hangingPunct="1">
                        <a:lnSpc>
                          <a:spcPct val="110000"/>
                        </a:lnSpc>
                        <a:spcBef>
                          <a:spcPts val="60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kumimoji="0" lang="en-IN" sz="4000" b="0" i="0" u="none" strike="noStrike" kern="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Cambria"/>
                          <a:ea typeface="Cambria"/>
                          <a:cs typeface="+mn-cs"/>
                          <a:sym typeface="Arial"/>
                        </a:rPr>
                        <a:t>(A) Permeability of free space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marL="0" marR="0" lvl="0" indent="0" defTabSz="914400" rtl="0" eaLnBrk="1" fontAlgn="auto" latinLnBrk="0" hangingPunct="1">
                        <a:lnSpc>
                          <a:spcPct val="110000"/>
                        </a:lnSpc>
                        <a:spcBef>
                          <a:spcPts val="60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kumimoji="0" lang="en-IN" sz="4000" b="0" i="0" u="none" strike="noStrike" kern="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Cambria"/>
                          <a:ea typeface="Cambria"/>
                          <a:cs typeface="+mn-cs"/>
                          <a:sym typeface="Arial"/>
                        </a:rPr>
                        <a:t>(I) </a:t>
                      </a:r>
                      <mc:AlternateContent xmlns:mc="http://schemas.openxmlformats.org/markup-compatibility/2006">
                        <mc:Choice xmlns:a14="http://schemas.microsoft.com/office/drawing/2010/main" Requires="a14">
                          <a14:m xmlns:m="http://schemas.openxmlformats.org/officeDocument/2006/math">
                            <m:oMath>
                              <m:r>
                                <a:rPr kumimoji="0" lang="en-IN" sz="4000" b="0" i="0" u="none" strike="noStrike" kern="0" cap="none" spc="0" normalizeH="0" baseline="0" noProof="0" dirty="0">
                                  <a:ln>
                                    <a:noFill/>
                                  </a:ln>
                                  <a:solidFill>
                                    <a:srgbClr val="000000"/>
                                  </a:solidFill>
                                  <a:effectLst/>
                                  <a:uLnTx/>
                                  <a:uFillTx/>
                                  <a:latin typeface="Cambria Math"/>
                                  <a:ea typeface="Cambria Math"/>
                                  <a:cs typeface="Cambria Math"/>
                                  <a:sym typeface="Cambria Math"/>
                                </a:rPr>
                                <m:t xml:space="preserve"> [M</m:t>
                              </m:r>
                              <m:sSup>
                                <m:sSupPr/>
                                <m:e>
                                  <m:r>
                                    <a:rPr kumimoji="0" lang="en-IN" sz="4000" b="0" i="0" u="none" strike="noStrike" kern="0" cap="none" spc="0" normalizeH="0" baseline="0" noProof="0" dirty="0">
                                      <a:ln>
                                        <a:noFill/>
                                      </a:ln>
                                      <a:solidFill>
                                        <a:srgbClr val="000000"/>
                                      </a:solidFill>
                                      <a:effectLst/>
                                      <a:uLnTx/>
                                      <a:uFillTx/>
                                      <a:latin typeface="Cambria Math"/>
                                      <a:ea typeface="Cambria Math"/>
                                      <a:cs typeface="Cambria Math"/>
                                      <a:sym typeface="Cambria Math"/>
                                    </a:rPr>
                                    <m:t xml:space="preserve">L</m:t>
                                  </m:r>
                                </m:e>
                                <m:sup>
                                  <m:r>
                                    <a:rPr kumimoji="0" lang="en-IN" sz="4000" b="0" i="0" u="none" strike="noStrike" kern="0" cap="none" spc="0" normalizeH="0" baseline="0" noProof="0" dirty="0">
                                      <a:ln>
                                        <a:noFill/>
                                      </a:ln>
                                      <a:solidFill>
                                        <a:srgbClr val="000000"/>
                                      </a:solidFill>
                                      <a:effectLst/>
                                      <a:uLnTx/>
                                      <a:uFillTx/>
                                      <a:latin typeface="Cambria Math"/>
                                      <a:ea typeface="Cambria Math"/>
                                      <a:cs typeface="Cambria Math"/>
                                      <a:sym typeface="Cambria Math"/>
                                    </a:rPr>
                                    <m:t xml:space="preserve">2</m:t>
                                  </m:r>
                                </m:sup>
                              </m:sSup>
                              <m:r>
                                <a:rPr kumimoji="0" lang="en-IN" sz="4000" b="0" i="0" u="none" strike="noStrike" kern="0" cap="none" spc="0" normalizeH="0" baseline="0" noProof="0" dirty="0">
                                  <a:ln>
                                    <a:noFill/>
                                  </a:ln>
                                  <a:solidFill>
                                    <a:srgbClr val="000000"/>
                                  </a:solidFill>
                                  <a:effectLst/>
                                  <a:uLnTx/>
                                  <a:uFillTx/>
                                  <a:latin typeface="Cambria Math"/>
                                  <a:ea typeface="Cambria Math"/>
                                  <a:cs typeface="Cambria Math"/>
                                  <a:sym typeface="Cambria Math"/>
                                </a:rPr>
                                <m:t xml:space="preserve"> </m:t>
                              </m:r>
                              <m:sSup>
                                <m:sSupPr/>
                                <m:e>
                                  <m:r>
                                    <a:rPr kumimoji="0" lang="en-IN" sz="4000" b="0" i="0" u="none" strike="noStrike" kern="0" cap="none" spc="0" normalizeH="0" baseline="0" noProof="0" dirty="0">
                                      <a:ln>
                                        <a:noFill/>
                                      </a:ln>
                                      <a:solidFill>
                                        <a:srgbClr val="000000"/>
                                      </a:solidFill>
                                      <a:effectLst/>
                                      <a:uLnTx/>
                                      <a:uFillTx/>
                                      <a:latin typeface="Cambria Math"/>
                                      <a:ea typeface="Cambria Math"/>
                                      <a:cs typeface="Cambria Math"/>
                                      <a:sym typeface="Cambria Math"/>
                                    </a:rPr>
                                    <m:t xml:space="preserve">T</m:t>
                                  </m:r>
                                </m:e>
                                <m:sup>
                                  <m:r>
                                    <a:rPr kumimoji="0" lang="en-IN" sz="4000" b="0" i="0" u="none" strike="noStrike" kern="0" cap="none" spc="0" normalizeH="0" baseline="0" noProof="0" dirty="0">
                                      <a:ln>
                                        <a:noFill/>
                                      </a:ln>
                                      <a:solidFill>
                                        <a:srgbClr val="000000"/>
                                      </a:solidFill>
                                      <a:effectLst/>
                                      <a:uLnTx/>
                                      <a:uFillTx/>
                                      <a:latin typeface="Cambria Math"/>
                                      <a:ea typeface="Cambria Math"/>
                                      <a:cs typeface="Cambria Math"/>
                                      <a:sym typeface="Cambria Math"/>
                                    </a:rPr>
                                    <m:t xml:space="preserve">-2</m:t>
                                  </m:r>
                                </m:sup>
                              </m:sSup>
                              <m:r>
                                <a:rPr kumimoji="0" lang="en-IN" sz="4000" b="0" i="0" u="none" strike="noStrike" kern="0" cap="none" spc="0" normalizeH="0" baseline="0" noProof="0" dirty="0">
                                  <a:ln>
                                    <a:noFill/>
                                  </a:ln>
                                  <a:solidFill>
                                    <a:srgbClr val="000000"/>
                                  </a:solidFill>
                                  <a:effectLst/>
                                  <a:uLnTx/>
                                  <a:uFillTx/>
                                  <a:latin typeface="Cambria Math"/>
                                  <a:ea typeface="Cambria Math"/>
                                  <a:cs typeface="Cambria Math"/>
                                  <a:sym typeface="Cambria Math"/>
                                </a:rPr>
                                <m:t xml:space="preserve">] </m:t>
                              </m:r>
                            </m:oMath>
                          </a14:m>
                        </mc:Choice>
                        <mc:Fallback>
                          <a:r>
                            <a:rPr kumimoji="0" lang="en-IN" sz="4000" b="0" i="0" u="none" strike="noStrike" kern="0" cap="none" spc="0" normalizeH="0" baseline="0" noProof="0" dirty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uLnTx/>
                              <a:uFillTx/>
                              <a:latin typeface="Cambria"/>
                              <a:ea typeface="Cambria"/>
                              <a:cs typeface="+mn-cs"/>
                              <a:sym typeface="Arial"/>
                            </a:rPr>
                            <a:t> [ML</a:t>
                          </a:r>
                          <a:r>
                            <a:rPr kumimoji="0" lang="en-IN" sz="2880" b="0" i="0" u="none" strike="noStrike" kern="0" cap="none" spc="0" normalizeH="0" baseline="52000" noProof="0" dirty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uLnTx/>
                              <a:uFillTx/>
                              <a:latin typeface="Cambria"/>
                              <a:ea typeface="Cambria"/>
                              <a:cs typeface="+mn-cs"/>
                              <a:sym typeface="Arial"/>
                            </a:rPr>
                            <a:t>2</a:t>
                          </a:r>
                          <a:r>
                            <a:rPr kumimoji="0" lang="en-IN" sz="4000" b="0" i="0" u="none" strike="noStrike" kern="0" cap="none" spc="0" normalizeH="0" baseline="0" noProof="0" dirty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uLnTx/>
                              <a:uFillTx/>
                              <a:latin typeface="Cambria"/>
                              <a:ea typeface="Cambria"/>
                              <a:cs typeface="+mn-cs"/>
                              <a:sym typeface="Arial"/>
                            </a:rPr>
                            <a:t> T</a:t>
                          </a:r>
                          <a:r>
                            <a:rPr kumimoji="0" lang="en-IN" sz="2880" b="0" i="0" u="none" strike="noStrike" kern="0" cap="none" spc="0" normalizeH="0" baseline="52000" noProof="0" dirty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uLnTx/>
                              <a:uFillTx/>
                              <a:latin typeface="Cambria"/>
                              <a:ea typeface="Cambria"/>
                              <a:cs typeface="+mn-cs"/>
                              <a:sym typeface="Arial"/>
                            </a:rPr>
                            <a:t>-2</a:t>
                          </a:r>
                          <a:r>
                            <a:rPr kumimoji="0" lang="en-IN" sz="4000" b="0" i="0" u="none" strike="noStrike" kern="0" cap="none" spc="0" normalizeH="0" baseline="0" noProof="0" dirty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uLnTx/>
                              <a:uFillTx/>
                              <a:latin typeface="Cambria"/>
                              <a:ea typeface="Cambria"/>
                              <a:cs typeface="+mn-cs"/>
                              <a:sym typeface="Arial"/>
                            </a:rPr>
                            <a:t>] </a:t>
                          </a:r>
                        </mc:Fallback>
                      </mc:AlternateContent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915218">
                <a:tc>
                  <a:txBody>
                    <a:bodyPr/>
                    <a:lstStyle/>
                    <a:p>
                      <a:pPr algn="l" marL="0" marR="0" lvl="0" indent="0" defTabSz="914400" rtl="0" eaLnBrk="1" fontAlgn="auto" latinLnBrk="0" hangingPunct="1">
                        <a:lnSpc>
                          <a:spcPct val="110000"/>
                        </a:lnSpc>
                        <a:spcBef>
                          <a:spcPts val="60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kumimoji="0" lang="en-IN" sz="4000" b="0" i="0" u="none" strike="noStrike" kern="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Cambria"/>
                          <a:ea typeface="Cambria"/>
                          <a:cs typeface="+mn-cs"/>
                          <a:sym typeface="Arial"/>
                        </a:rPr>
                        <a:t>(B) Magnetic field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marL="0" marR="0" lvl="0" indent="0" defTabSz="914400" rtl="0" eaLnBrk="1" fontAlgn="auto" latinLnBrk="0" hangingPunct="1">
                        <a:lnSpc>
                          <a:spcPct val="110000"/>
                        </a:lnSpc>
                        <a:spcBef>
                          <a:spcPts val="60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kumimoji="0" lang="en-IN" sz="4000" b="0" i="0" u="none" strike="noStrike" kern="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Cambria"/>
                          <a:ea typeface="Cambria"/>
                          <a:cs typeface="+mn-cs"/>
                          <a:sym typeface="Arial"/>
                        </a:rPr>
                        <a:t>(II) </a:t>
                      </a:r>
                      <mc:AlternateContent xmlns:mc="http://schemas.openxmlformats.org/markup-compatibility/2006">
                        <mc:Choice xmlns:a14="http://schemas.microsoft.com/office/drawing/2010/main" Requires="a14">
                          <a14:m xmlns:m="http://schemas.openxmlformats.org/officeDocument/2006/math">
                            <m:oMath>
                              <m:r>
                                <a:rPr kumimoji="0" lang="en-IN" sz="4000" b="0" i="0" u="none" strike="noStrike" kern="0" cap="none" spc="0" normalizeH="0" baseline="0" noProof="0" dirty="0">
                                  <a:ln>
                                    <a:noFill/>
                                  </a:ln>
                                  <a:solidFill>
                                    <a:srgbClr val="000000"/>
                                  </a:solidFill>
                                  <a:effectLst/>
                                  <a:uLnTx/>
                                  <a:uFillTx/>
                                  <a:latin typeface="Cambria Math"/>
                                  <a:ea typeface="Cambria Math"/>
                                  <a:cs typeface="Cambria Math"/>
                                  <a:sym typeface="Cambria Math"/>
                                </a:rPr>
                                <m:t xml:space="preserve"> [M</m:t>
                              </m:r>
                              <m:sSup>
                                <m:sSupPr/>
                                <m:e>
                                  <m:r>
                                    <a:rPr kumimoji="0" lang="en-IN" sz="4000" b="0" i="0" u="none" strike="noStrike" kern="0" cap="none" spc="0" normalizeH="0" baseline="0" noProof="0" dirty="0">
                                      <a:ln>
                                        <a:noFill/>
                                      </a:ln>
                                      <a:solidFill>
                                        <a:srgbClr val="000000"/>
                                      </a:solidFill>
                                      <a:effectLst/>
                                      <a:uLnTx/>
                                      <a:uFillTx/>
                                      <a:latin typeface="Cambria Math"/>
                                      <a:ea typeface="Cambria Math"/>
                                      <a:cs typeface="Cambria Math"/>
                                      <a:sym typeface="Cambria Math"/>
                                    </a:rPr>
                                    <m:t xml:space="preserve">T</m:t>
                                  </m:r>
                                </m:e>
                                <m:sup>
                                  <m:r>
                                    <a:rPr kumimoji="0" lang="en-IN" sz="4000" b="0" i="0" u="none" strike="noStrike" kern="0" cap="none" spc="0" normalizeH="0" baseline="0" noProof="0" dirty="0">
                                      <a:ln>
                                        <a:noFill/>
                                      </a:ln>
                                      <a:solidFill>
                                        <a:srgbClr val="000000"/>
                                      </a:solidFill>
                                      <a:effectLst/>
                                      <a:uLnTx/>
                                      <a:uFillTx/>
                                      <a:latin typeface="Cambria Math"/>
                                      <a:ea typeface="Cambria Math"/>
                                      <a:cs typeface="Cambria Math"/>
                                      <a:sym typeface="Cambria Math"/>
                                    </a:rPr>
                                    <m:t xml:space="preserve">-2</m:t>
                                  </m:r>
                                </m:sup>
                              </m:sSup>
                              <m:sSup>
                                <m:sSupPr/>
                                <m:e>
                                  <m:r>
                                    <a:rPr kumimoji="0" lang="en-IN" sz="4000" b="0" i="0" u="none" strike="noStrike" kern="0" cap="none" spc="0" normalizeH="0" baseline="0" noProof="0" dirty="0">
                                      <a:ln>
                                        <a:noFill/>
                                      </a:ln>
                                      <a:solidFill>
                                        <a:srgbClr val="000000"/>
                                      </a:solidFill>
                                      <a:effectLst/>
                                      <a:uLnTx/>
                                      <a:uFillTx/>
                                      <a:latin typeface="Cambria Math"/>
                                      <a:ea typeface="Cambria Math"/>
                                      <a:cs typeface="Cambria Math"/>
                                      <a:sym typeface="Cambria Math"/>
                                    </a:rPr>
                                    <m:t xml:space="preserve">A</m:t>
                                  </m:r>
                                </m:e>
                                <m:sup>
                                  <m:r>
                                    <a:rPr kumimoji="0" lang="en-IN" sz="4000" b="0" i="0" u="none" strike="noStrike" kern="0" cap="none" spc="0" normalizeH="0" baseline="0" noProof="0" dirty="0">
                                      <a:ln>
                                        <a:noFill/>
                                      </a:ln>
                                      <a:solidFill>
                                        <a:srgbClr val="000000"/>
                                      </a:solidFill>
                                      <a:effectLst/>
                                      <a:uLnTx/>
                                      <a:uFillTx/>
                                      <a:latin typeface="Cambria Math"/>
                                      <a:ea typeface="Cambria Math"/>
                                      <a:cs typeface="Cambria Math"/>
                                      <a:sym typeface="Cambria Math"/>
                                    </a:rPr>
                                    <m:t xml:space="preserve">-1</m:t>
                                  </m:r>
                                </m:sup>
                              </m:sSup>
                              <m:r>
                                <a:rPr kumimoji="0" lang="en-IN" sz="4000" b="0" i="0" u="none" strike="noStrike" kern="0" cap="none" spc="0" normalizeH="0" baseline="0" noProof="0" dirty="0">
                                  <a:ln>
                                    <a:noFill/>
                                  </a:ln>
                                  <a:solidFill>
                                    <a:srgbClr val="000000"/>
                                  </a:solidFill>
                                  <a:effectLst/>
                                  <a:uLnTx/>
                                  <a:uFillTx/>
                                  <a:latin typeface="Cambria Math"/>
                                  <a:ea typeface="Cambria Math"/>
                                  <a:cs typeface="Cambria Math"/>
                                  <a:sym typeface="Cambria Math"/>
                                </a:rPr>
                                <m:t xml:space="preserve">] </m:t>
                              </m:r>
                            </m:oMath>
                          </a14:m>
                        </mc:Choice>
                        <mc:Fallback>
                          <a:r>
                            <a:rPr kumimoji="0" lang="en-IN" sz="4000" b="0" i="0" u="none" strike="noStrike" kern="0" cap="none" spc="0" normalizeH="0" baseline="0" noProof="0" dirty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uLnTx/>
                              <a:uFillTx/>
                              <a:latin typeface="Cambria"/>
                              <a:ea typeface="Cambria"/>
                              <a:cs typeface="+mn-cs"/>
                              <a:sym typeface="Arial"/>
                            </a:rPr>
                            <a:t> [MT</a:t>
                          </a:r>
                          <a:r>
                            <a:rPr kumimoji="0" lang="en-IN" sz="2880" b="0" i="0" u="none" strike="noStrike" kern="0" cap="none" spc="0" normalizeH="0" baseline="52000" noProof="0" dirty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uLnTx/>
                              <a:uFillTx/>
                              <a:latin typeface="Cambria"/>
                              <a:ea typeface="Cambria"/>
                              <a:cs typeface="+mn-cs"/>
                              <a:sym typeface="Arial"/>
                            </a:rPr>
                            <a:t>-2</a:t>
                          </a:r>
                          <a:r>
                            <a:rPr kumimoji="0" lang="en-IN" sz="4000" b="0" i="0" u="none" strike="noStrike" kern="0" cap="none" spc="0" normalizeH="0" baseline="0" noProof="0" dirty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uLnTx/>
                              <a:uFillTx/>
                              <a:latin typeface="Cambria"/>
                              <a:ea typeface="Cambria"/>
                              <a:cs typeface="+mn-cs"/>
                              <a:sym typeface="Arial"/>
                            </a:rPr>
                            <a:t>A</a:t>
                          </a:r>
                          <a:r>
                            <a:rPr kumimoji="0" lang="en-IN" sz="2880" b="0" i="0" u="none" strike="noStrike" kern="0" cap="none" spc="0" normalizeH="0" baseline="52000" noProof="0" dirty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uLnTx/>
                              <a:uFillTx/>
                              <a:latin typeface="Cambria"/>
                              <a:ea typeface="Cambria"/>
                              <a:cs typeface="+mn-cs"/>
                              <a:sym typeface="Arial"/>
                            </a:rPr>
                            <a:t>-1</a:t>
                          </a:r>
                          <a:r>
                            <a:rPr kumimoji="0" lang="en-IN" sz="4000" b="0" i="0" u="none" strike="noStrike" kern="0" cap="none" spc="0" normalizeH="0" baseline="0" noProof="0" dirty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uLnTx/>
                              <a:uFillTx/>
                              <a:latin typeface="Cambria"/>
                              <a:ea typeface="Cambria"/>
                              <a:cs typeface="+mn-cs"/>
                              <a:sym typeface="Arial"/>
                            </a:rPr>
                            <a:t>] </a:t>
                          </a:r>
                        </mc:Fallback>
                      </mc:AlternateContent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915218">
                <a:tc>
                  <a:txBody>
                    <a:bodyPr/>
                    <a:lstStyle/>
                    <a:p>
                      <a:pPr algn="l" marL="0" marR="0" lvl="0" indent="0" defTabSz="914400" rtl="0" eaLnBrk="1" fontAlgn="auto" latinLnBrk="0" hangingPunct="1">
                        <a:lnSpc>
                          <a:spcPct val="110000"/>
                        </a:lnSpc>
                        <a:spcBef>
                          <a:spcPts val="60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kumimoji="0" lang="en-IN" sz="4000" b="0" i="0" u="none" strike="noStrike" kern="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Cambria"/>
                          <a:ea typeface="Cambria"/>
                          <a:cs typeface="+mn-cs"/>
                          <a:sym typeface="Arial"/>
                        </a:rPr>
                        <a:t>(C) Magnetic moment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marL="0" marR="0" lvl="0" indent="0" defTabSz="914400" rtl="0" eaLnBrk="1" fontAlgn="auto" latinLnBrk="0" hangingPunct="1">
                        <a:lnSpc>
                          <a:spcPct val="110000"/>
                        </a:lnSpc>
                        <a:spcBef>
                          <a:spcPts val="60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kumimoji="0" lang="en-IN" sz="4000" b="0" i="0" u="none" strike="noStrike" kern="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Cambria"/>
                          <a:ea typeface="Cambria"/>
                          <a:cs typeface="+mn-cs"/>
                          <a:sym typeface="Arial"/>
                        </a:rPr>
                        <a:t>(III) </a:t>
                      </a:r>
                      <mc:AlternateContent xmlns:mc="http://schemas.openxmlformats.org/markup-compatibility/2006">
                        <mc:Choice xmlns:a14="http://schemas.microsoft.com/office/drawing/2010/main" Requires="a14">
                          <a14:m xmlns:m="http://schemas.openxmlformats.org/officeDocument/2006/math">
                            <m:oMath>
                              <m:r>
                                <a:rPr kumimoji="0" lang="en-IN" sz="4000" b="0" i="0" u="none" strike="noStrike" kern="0" cap="none" spc="0" normalizeH="0" baseline="0" noProof="0" dirty="0">
                                  <a:ln>
                                    <a:noFill/>
                                  </a:ln>
                                  <a:solidFill>
                                    <a:srgbClr val="000000"/>
                                  </a:solidFill>
                                  <a:effectLst/>
                                  <a:uLnTx/>
                                  <a:uFillTx/>
                                  <a:latin typeface="Cambria Math"/>
                                  <a:ea typeface="Cambria Math"/>
                                  <a:cs typeface="Cambria Math"/>
                                  <a:sym typeface="Cambria Math"/>
                                </a:rPr>
                                <m:t xml:space="preserve"> [ML</m:t>
                              </m:r>
                              <m:sSup>
                                <m:sSupPr/>
                                <m:e>
                                  <m:r>
                                    <a:rPr kumimoji="0" lang="en-IN" sz="4000" b="0" i="0" u="none" strike="noStrike" kern="0" cap="none" spc="0" normalizeH="0" baseline="0" noProof="0" dirty="0">
                                      <a:ln>
                                        <a:noFill/>
                                      </a:ln>
                                      <a:solidFill>
                                        <a:srgbClr val="000000"/>
                                      </a:solidFill>
                                      <a:effectLst/>
                                      <a:uLnTx/>
                                      <a:uFillTx/>
                                      <a:latin typeface="Cambria Math"/>
                                      <a:ea typeface="Cambria Math"/>
                                      <a:cs typeface="Cambria Math"/>
                                      <a:sym typeface="Cambria Math"/>
                                    </a:rPr>
                                    <m:t xml:space="preserve">T</m:t>
                                  </m:r>
                                </m:e>
                                <m:sup>
                                  <m:r>
                                    <a:rPr kumimoji="0" lang="en-IN" sz="4000" b="0" i="0" u="none" strike="noStrike" kern="0" cap="none" spc="0" normalizeH="0" baseline="0" noProof="0" dirty="0">
                                      <a:ln>
                                        <a:noFill/>
                                      </a:ln>
                                      <a:solidFill>
                                        <a:srgbClr val="000000"/>
                                      </a:solidFill>
                                      <a:effectLst/>
                                      <a:uLnTx/>
                                      <a:uFillTx/>
                                      <a:latin typeface="Cambria Math"/>
                                      <a:ea typeface="Cambria Math"/>
                                      <a:cs typeface="Cambria Math"/>
                                      <a:sym typeface="Cambria Math"/>
                                    </a:rPr>
                                    <m:t xml:space="preserve">-2</m:t>
                                  </m:r>
                                </m:sup>
                              </m:sSup>
                              <m:sSup>
                                <m:sSupPr/>
                                <m:e>
                                  <m:r>
                                    <a:rPr kumimoji="0" lang="en-IN" sz="4000" b="0" i="0" u="none" strike="noStrike" kern="0" cap="none" spc="0" normalizeH="0" baseline="0" noProof="0" dirty="0">
                                      <a:ln>
                                        <a:noFill/>
                                      </a:ln>
                                      <a:solidFill>
                                        <a:srgbClr val="000000"/>
                                      </a:solidFill>
                                      <a:effectLst/>
                                      <a:uLnTx/>
                                      <a:uFillTx/>
                                      <a:latin typeface="Cambria Math"/>
                                      <a:ea typeface="Cambria Math"/>
                                      <a:cs typeface="Cambria Math"/>
                                      <a:sym typeface="Cambria Math"/>
                                    </a:rPr>
                                    <m:t xml:space="preserve">A</m:t>
                                  </m:r>
                                </m:e>
                                <m:sup>
                                  <m:r>
                                    <a:rPr kumimoji="0" lang="en-IN" sz="4000" b="0" i="0" u="none" strike="noStrike" kern="0" cap="none" spc="0" normalizeH="0" baseline="0" noProof="0" dirty="0">
                                      <a:ln>
                                        <a:noFill/>
                                      </a:ln>
                                      <a:solidFill>
                                        <a:srgbClr val="000000"/>
                                      </a:solidFill>
                                      <a:effectLst/>
                                      <a:uLnTx/>
                                      <a:uFillTx/>
                                      <a:latin typeface="Cambria Math"/>
                                      <a:ea typeface="Cambria Math"/>
                                      <a:cs typeface="Cambria Math"/>
                                      <a:sym typeface="Cambria Math"/>
                                    </a:rPr>
                                    <m:t xml:space="preserve">-2</m:t>
                                  </m:r>
                                </m:sup>
                              </m:sSup>
                              <m:r>
                                <a:rPr kumimoji="0" lang="en-IN" sz="4000" b="0" i="0" u="none" strike="noStrike" kern="0" cap="none" spc="0" normalizeH="0" baseline="0" noProof="0" dirty="0">
                                  <a:ln>
                                    <a:noFill/>
                                  </a:ln>
                                  <a:solidFill>
                                    <a:srgbClr val="000000"/>
                                  </a:solidFill>
                                  <a:effectLst/>
                                  <a:uLnTx/>
                                  <a:uFillTx/>
                                  <a:latin typeface="Cambria Math"/>
                                  <a:ea typeface="Cambria Math"/>
                                  <a:cs typeface="Cambria Math"/>
                                  <a:sym typeface="Cambria Math"/>
                                </a:rPr>
                                <m:t xml:space="preserve">] </m:t>
                              </m:r>
                            </m:oMath>
                          </a14:m>
                        </mc:Choice>
                        <mc:Fallback>
                          <a:r>
                            <a:rPr kumimoji="0" lang="en-IN" sz="4000" b="0" i="0" u="none" strike="noStrike" kern="0" cap="none" spc="0" normalizeH="0" baseline="0" noProof="0" dirty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uLnTx/>
                              <a:uFillTx/>
                              <a:latin typeface="Cambria"/>
                              <a:ea typeface="Cambria"/>
                              <a:cs typeface="+mn-cs"/>
                              <a:sym typeface="Arial"/>
                            </a:rPr>
                            <a:t> [MLT</a:t>
                          </a:r>
                          <a:r>
                            <a:rPr kumimoji="0" lang="en-IN" sz="2880" b="0" i="0" u="none" strike="noStrike" kern="0" cap="none" spc="0" normalizeH="0" baseline="52000" noProof="0" dirty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uLnTx/>
                              <a:uFillTx/>
                              <a:latin typeface="Cambria"/>
                              <a:ea typeface="Cambria"/>
                              <a:cs typeface="+mn-cs"/>
                              <a:sym typeface="Arial"/>
                            </a:rPr>
                            <a:t>-2</a:t>
                          </a:r>
                          <a:r>
                            <a:rPr kumimoji="0" lang="en-IN" sz="4000" b="0" i="0" u="none" strike="noStrike" kern="0" cap="none" spc="0" normalizeH="0" baseline="0" noProof="0" dirty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uLnTx/>
                              <a:uFillTx/>
                              <a:latin typeface="Cambria"/>
                              <a:ea typeface="Cambria"/>
                              <a:cs typeface="+mn-cs"/>
                              <a:sym typeface="Arial"/>
                            </a:rPr>
                            <a:t>A</a:t>
                          </a:r>
                          <a:r>
                            <a:rPr kumimoji="0" lang="en-IN" sz="2880" b="0" i="0" u="none" strike="noStrike" kern="0" cap="none" spc="0" normalizeH="0" baseline="52000" noProof="0" dirty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uLnTx/>
                              <a:uFillTx/>
                              <a:latin typeface="Cambria"/>
                              <a:ea typeface="Cambria"/>
                              <a:cs typeface="+mn-cs"/>
                              <a:sym typeface="Arial"/>
                            </a:rPr>
                            <a:t>-2</a:t>
                          </a:r>
                          <a:r>
                            <a:rPr kumimoji="0" lang="en-IN" sz="4000" b="0" i="0" u="none" strike="noStrike" kern="0" cap="none" spc="0" normalizeH="0" baseline="0" noProof="0" dirty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uLnTx/>
                              <a:uFillTx/>
                              <a:latin typeface="Cambria"/>
                              <a:ea typeface="Cambria"/>
                              <a:cs typeface="+mn-cs"/>
                              <a:sym typeface="Arial"/>
                            </a:rPr>
                            <a:t>] </a:t>
                          </a:r>
                        </mc:Fallback>
                      </mc:AlternateContent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915218">
                <a:tc>
                  <a:txBody>
                    <a:bodyPr/>
                    <a:lstStyle/>
                    <a:p>
                      <a:pPr algn="l" marL="0" marR="0" lvl="0" indent="0" defTabSz="914400" rtl="0" eaLnBrk="1" fontAlgn="auto" latinLnBrk="0" hangingPunct="1">
                        <a:lnSpc>
                          <a:spcPct val="110000"/>
                        </a:lnSpc>
                        <a:spcBef>
                          <a:spcPts val="60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kumimoji="0" lang="en-IN" sz="4000" b="0" i="0" u="none" strike="noStrike" kern="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Cambria"/>
                          <a:ea typeface="Cambria"/>
                          <a:cs typeface="+mn-cs"/>
                          <a:sym typeface="Arial"/>
                        </a:rPr>
                        <a:t>(D) Torsional constant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marL="0" marR="0" lvl="0" indent="0" defTabSz="914400" rtl="0" eaLnBrk="1" fontAlgn="auto" latinLnBrk="0" hangingPunct="1">
                        <a:lnSpc>
                          <a:spcPct val="110000"/>
                        </a:lnSpc>
                        <a:spcBef>
                          <a:spcPts val="60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kumimoji="0" lang="en-IN" sz="4000" b="0" i="0" u="none" strike="noStrike" kern="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Cambria"/>
                          <a:ea typeface="Cambria"/>
                          <a:cs typeface="+mn-cs"/>
                          <a:sym typeface="Arial"/>
                        </a:rPr>
                        <a:t>(IV) </a:t>
                      </a:r>
                      <mc:AlternateContent xmlns:mc="http://schemas.openxmlformats.org/markup-compatibility/2006">
                        <mc:Choice xmlns:a14="http://schemas.microsoft.com/office/drawing/2010/main" Requires="a14">
                          <a14:m xmlns:m="http://schemas.openxmlformats.org/officeDocument/2006/math">
                            <m:oMath>
                              <m:r>
                                <a:rPr kumimoji="0" lang="en-IN" sz="4000" b="0" i="0" u="none" strike="noStrike" kern="0" cap="none" spc="0" normalizeH="0" baseline="0" noProof="0" dirty="0">
                                  <a:ln>
                                    <a:noFill/>
                                  </a:ln>
                                  <a:solidFill>
                                    <a:srgbClr val="000000"/>
                                  </a:solidFill>
                                  <a:effectLst/>
                                  <a:uLnTx/>
                                  <a:uFillTx/>
                                  <a:latin typeface="Cambria Math"/>
                                  <a:ea typeface="Cambria Math"/>
                                  <a:cs typeface="Cambria Math"/>
                                  <a:sym typeface="Cambria Math"/>
                                </a:rPr>
                                <m:t xml:space="preserve"> [</m:t>
                              </m:r>
                              <m:sSup>
                                <m:sSupPr/>
                                <m:e>
                                  <m:r>
                                    <a:rPr kumimoji="0" lang="en-IN" sz="4000" b="0" i="0" u="none" strike="noStrike" kern="0" cap="none" spc="0" normalizeH="0" baseline="0" noProof="0" dirty="0">
                                      <a:ln>
                                        <a:noFill/>
                                      </a:ln>
                                      <a:solidFill>
                                        <a:srgbClr val="000000"/>
                                      </a:solidFill>
                                      <a:effectLst/>
                                      <a:uLnTx/>
                                      <a:uFillTx/>
                                      <a:latin typeface="Cambria Math"/>
                                      <a:ea typeface="Cambria Math"/>
                                      <a:cs typeface="Cambria Math"/>
                                      <a:sym typeface="Cambria Math"/>
                                    </a:rPr>
                                    <m:t xml:space="preserve">L</m:t>
                                  </m:r>
                                </m:e>
                                <m:sup>
                                  <m:r>
                                    <a:rPr kumimoji="0" lang="en-IN" sz="4000" b="0" i="0" u="none" strike="noStrike" kern="0" cap="none" spc="0" normalizeH="0" baseline="0" noProof="0" dirty="0">
                                      <a:ln>
                                        <a:noFill/>
                                      </a:ln>
                                      <a:solidFill>
                                        <a:srgbClr val="000000"/>
                                      </a:solidFill>
                                      <a:effectLst/>
                                      <a:uLnTx/>
                                      <a:uFillTx/>
                                      <a:latin typeface="Cambria Math"/>
                                      <a:ea typeface="Cambria Math"/>
                                      <a:cs typeface="Cambria Math"/>
                                      <a:sym typeface="Cambria Math"/>
                                    </a:rPr>
                                    <m:t xml:space="preserve">2</m:t>
                                  </m:r>
                                </m:sup>
                              </m:sSup>
                              <m:r>
                                <a:rPr kumimoji="0" lang="en-IN" sz="4000" b="0" i="0" u="none" strike="noStrike" kern="0" cap="none" spc="0" normalizeH="0" baseline="0" noProof="0" dirty="0">
                                  <a:ln>
                                    <a:noFill/>
                                  </a:ln>
                                  <a:solidFill>
                                    <a:srgbClr val="000000"/>
                                  </a:solidFill>
                                  <a:effectLst/>
                                  <a:uLnTx/>
                                  <a:uFillTx/>
                                  <a:latin typeface="Cambria Math"/>
                                  <a:ea typeface="Cambria Math"/>
                                  <a:cs typeface="Cambria Math"/>
                                  <a:sym typeface="Cambria Math"/>
                                </a:rPr>
                                <m:t xml:space="preserve"> A] </m:t>
                              </m:r>
                            </m:oMath>
                          </a14:m>
                        </mc:Choice>
                        <mc:Fallback>
                          <a:r>
                            <a:rPr kumimoji="0" lang="en-IN" sz="4000" b="0" i="0" u="none" strike="noStrike" kern="0" cap="none" spc="0" normalizeH="0" baseline="0" noProof="0" dirty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uLnTx/>
                              <a:uFillTx/>
                              <a:latin typeface="Cambria"/>
                              <a:ea typeface="Cambria"/>
                              <a:cs typeface="+mn-cs"/>
                              <a:sym typeface="Arial"/>
                            </a:rPr>
                            <a:t> [L</a:t>
                          </a:r>
                          <a:r>
                            <a:rPr kumimoji="0" lang="en-IN" sz="2880" b="0" i="0" u="none" strike="noStrike" kern="0" cap="none" spc="0" normalizeH="0" baseline="52000" noProof="0" dirty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uLnTx/>
                              <a:uFillTx/>
                              <a:latin typeface="Cambria"/>
                              <a:ea typeface="Cambria"/>
                              <a:cs typeface="+mn-cs"/>
                              <a:sym typeface="Arial"/>
                            </a:rPr>
                            <a:t>2</a:t>
                          </a:r>
                          <a:r>
                            <a:rPr kumimoji="0" lang="en-IN" sz="4000" b="0" i="0" u="none" strike="noStrike" kern="0" cap="none" spc="0" normalizeH="0" baseline="0" noProof="0" dirty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uLnTx/>
                              <a:uFillTx/>
                              <a:latin typeface="Cambria"/>
                              <a:ea typeface="Cambria"/>
                              <a:cs typeface="+mn-cs"/>
                              <a:sym typeface="Arial"/>
                            </a:rPr>
                            <a:t> A] </a:t>
                          </a:r>
                        </mc:Fallback>
                      </mc:AlternateContent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</p:spTree>
  </p:cSld>
  <p:clrMapOvr>
    <a:masterClrMapping/>
  </p:clrMapOvr>
  <p:transition spd="slow">
    <p:push/>
  </p:transition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Google Shape;129;p29"/>
          <p:cNvSpPr txBox="1"/>
          <p:nvPr/>
        </p:nvSpPr>
        <p:spPr>
          <a:xfrm>
            <a:off x="1104806" y="2396709"/>
            <a:ext cx="34747200" cy="34747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algn="l" marL="0" lvl="0" indent="0">
              <a:buSzPts val="8400"/>
              <a:buFont typeface="Arial"/>
              <a:buNone/>
            </a:pPr>
            <a:r>
              <a:rPr lang="en-IN" sz="6000" b="1" dirty="0">
                <a:solidFill>
                  <a:schemeClr val="lt1"/>
                </a:solidFill>
                <a:latin typeface="Cambria"/>
                <a:ea typeface="Cambria"/>
                <a:sym typeface="Cambria"/>
              </a:rPr>
              <a:t>16. The energy E and momentum p of a moving body of mass m are related by some equation. Given that c represents the speed of light, identify the correct equation [24 Jan, 2025 (Shift-II)]</a:t>
            </a:r>
          </a:p>
        </p:txBody>
      </p:sp>
      <p:sp>
        <p:nvSpPr>
          <p:cNvPr id="3" name="Google Shape;130;p29"/>
          <p:cNvSpPr txBox="1"/>
          <p:nvPr/>
        </p:nvSpPr>
        <p:spPr>
          <a:xfrm>
            <a:off x="3107605" y="7482218"/>
            <a:ext cx="32744401" cy="15973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algn="l" marL="0" indent="0">
              <a:buSzPts val="8400"/>
            </a:pPr>
            <mc:AlternateContent xmlns:mc="http://schemas.openxmlformats.org/markup-compatibility/2006">
              <mc:Choice xmlns:a14="http://schemas.microsoft.com/office/drawing/2010/main" Requires="a14">
                <a14:m xmlns:m="http://schemas.openxmlformats.org/officeDocument/2006/math">
                  <m:oMath>
                    <m:r>
                      <a:rPr lang="en-IN" sz="6000" b="1" dirty="0">
                        <a:solidFill>
                          <a:schemeClr val="lt1"/>
                        </a:solidFill>
                        <a:latin typeface="Cambria Math"/>
                        <a:ea typeface="Cambria Math"/>
                        <a:sym typeface="Cambria Math"/>
                      </a:rPr>
                      <m:t xml:space="preserve"> </m:t>
                    </m:r>
                    <m:sSup>
                      <m:sSupPr/>
                      <m:e>
                        <m:r>
                          <a:rPr lang="en-IN" sz="6000" b="1" dirty="0">
                            <a:solidFill>
                              <a:schemeClr val="lt1"/>
                            </a:solidFill>
                            <a:latin typeface="Cambria Math"/>
                            <a:ea typeface="Cambria Math"/>
                            <a:sym typeface="Cambria Math"/>
                          </a:rPr>
                          <m:t xml:space="preserve">E</m:t>
                        </m:r>
                      </m:e>
                      <m:sup>
                        <m:r>
                          <a:rPr lang="en-IN" sz="6000" b="1" dirty="0">
                            <a:solidFill>
                              <a:schemeClr val="lt1"/>
                            </a:solidFill>
                            <a:latin typeface="Cambria Math"/>
                            <a:ea typeface="Cambria Math"/>
                            <a:sym typeface="Cambria Math"/>
                          </a:rPr>
                          <m:t xml:space="preserve">2</m:t>
                        </m:r>
                      </m:sup>
                    </m:sSup>
                    <m:r>
                      <a:rPr lang="en-IN" sz="6000" b="1" dirty="0">
                        <a:solidFill>
                          <a:schemeClr val="lt1"/>
                        </a:solidFill>
                        <a:latin typeface="Cambria Math"/>
                        <a:ea typeface="Cambria Math"/>
                        <a:sym typeface="Cambria Math"/>
                      </a:rPr>
                      <m:t xml:space="preserve"> = p</m:t>
                    </m:r>
                    <m:sSup>
                      <m:sSupPr/>
                      <m:e>
                        <m:r>
                          <a:rPr lang="en-IN" sz="6000" b="1" dirty="0">
                            <a:solidFill>
                              <a:schemeClr val="lt1"/>
                            </a:solidFill>
                            <a:latin typeface="Cambria Math"/>
                            <a:ea typeface="Cambria Math"/>
                            <a:sym typeface="Cambria Math"/>
                          </a:rPr>
                          <m:t xml:space="preserve">c</m:t>
                        </m:r>
                      </m:e>
                      <m:sup>
                        <m:r>
                          <a:rPr lang="en-IN" sz="6000" b="1" dirty="0">
                            <a:solidFill>
                              <a:schemeClr val="lt1"/>
                            </a:solidFill>
                            <a:latin typeface="Cambria Math"/>
                            <a:ea typeface="Cambria Math"/>
                            <a:sym typeface="Cambria Math"/>
                          </a:rPr>
                          <m:t xml:space="preserve">2</m:t>
                        </m:r>
                      </m:sup>
                    </m:sSup>
                    <m:r>
                      <a:rPr lang="en-IN" sz="6000" b="1" dirty="0">
                        <a:solidFill>
                          <a:schemeClr val="lt1"/>
                        </a:solidFill>
                        <a:latin typeface="Cambria Math"/>
                        <a:ea typeface="Cambria Math"/>
                        <a:sym typeface="Cambria Math"/>
                      </a:rPr>
                      <m:t xml:space="preserve"> + </m:t>
                    </m:r>
                    <m:sSup>
                      <m:sSupPr/>
                      <m:e>
                        <m:r>
                          <a:rPr lang="en-IN" sz="6000" b="1" dirty="0">
                            <a:solidFill>
                              <a:schemeClr val="lt1"/>
                            </a:solidFill>
                            <a:latin typeface="Cambria Math"/>
                            <a:ea typeface="Cambria Math"/>
                            <a:sym typeface="Cambria Math"/>
                          </a:rPr>
                          <m:t xml:space="preserve">m</m:t>
                        </m:r>
                      </m:e>
                      <m:sup>
                        <m:r>
                          <a:rPr lang="en-IN" sz="6000" b="1" dirty="0">
                            <a:solidFill>
                              <a:schemeClr val="lt1"/>
                            </a:solidFill>
                            <a:latin typeface="Cambria Math"/>
                            <a:ea typeface="Cambria Math"/>
                            <a:sym typeface="Cambria Math"/>
                          </a:rPr>
                          <m:t xml:space="preserve">2</m:t>
                        </m:r>
                      </m:sup>
                    </m:sSup>
                    <m:r>
                      <a:rPr lang="en-IN" sz="6000" b="1" dirty="0">
                        <a:solidFill>
                          <a:schemeClr val="lt1"/>
                        </a:solidFill>
                        <a:latin typeface="Cambria Math"/>
                        <a:ea typeface="Cambria Math"/>
                        <a:sym typeface="Cambria Math"/>
                      </a:rPr>
                      <m:t xml:space="preserve"> </m:t>
                    </m:r>
                    <m:sSup>
                      <m:sSupPr/>
                      <m:e>
                        <m:r>
                          <a:rPr lang="en-IN" sz="6000" b="1" dirty="0">
                            <a:solidFill>
                              <a:schemeClr val="lt1"/>
                            </a:solidFill>
                            <a:latin typeface="Cambria Math"/>
                            <a:ea typeface="Cambria Math"/>
                            <a:sym typeface="Cambria Math"/>
                          </a:rPr>
                          <m:t xml:space="preserve">c</m:t>
                        </m:r>
                      </m:e>
                      <m:sup>
                        <m:r>
                          <a:rPr lang="en-IN" sz="6000" b="1" dirty="0">
                            <a:solidFill>
                              <a:schemeClr val="lt1"/>
                            </a:solidFill>
                            <a:latin typeface="Cambria Math"/>
                            <a:ea typeface="Cambria Math"/>
                            <a:sym typeface="Cambria Math"/>
                          </a:rPr>
                          <m:t xml:space="preserve">4</m:t>
                        </m:r>
                      </m:sup>
                    </m:sSup>
                    <m:r>
                      <a:rPr lang="en-IN" sz="6000" b="1" dirty="0">
                        <a:solidFill>
                          <a:schemeClr val="lt1"/>
                        </a:solidFill>
                        <a:latin typeface="Cambria Math"/>
                        <a:ea typeface="Cambria Math"/>
                        <a:sym typeface="Cambria Math"/>
                      </a:rPr>
                      <m:t xml:space="preserve"> </m:t>
                    </m:r>
                  </m:oMath>
                </a14:m>
              </mc:Choice>
              <mc:Fallback>
                <a:r>
                  <a:rPr lang="en-IN" sz="6000" b="1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 E</a:t>
                </a:r>
                <a:r>
                  <a:rPr baseline="52000" lang="en-IN" sz="4320" b="1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2</a:t>
                </a:r>
                <a:r>
                  <a:rPr lang="en-IN" sz="6000" b="1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 = pc</a:t>
                </a:r>
                <a:r>
                  <a:rPr baseline="52000" lang="en-IN" sz="4320" b="1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2</a:t>
                </a:r>
                <a:r>
                  <a:rPr lang="en-IN" sz="6000" b="1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 + m</a:t>
                </a:r>
                <a:r>
                  <a:rPr baseline="52000" lang="en-IN" sz="4320" b="1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2</a:t>
                </a:r>
                <a:r>
                  <a:rPr lang="en-IN" sz="6000" b="1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 c</a:t>
                </a:r>
                <a:r>
                  <a:rPr baseline="52000" lang="en-IN" sz="4320" b="1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4</a:t>
                </a:r>
                <a:r>
                  <a:rPr lang="en-IN" sz="6000" b="1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 </a:t>
                </a:r>
              </mc:Fallback>
            </mc:AlternateContent>
            <a:endParaRPr sz="6000" b="1" dirty="0">
              <a:solidFill>
                <a:schemeClr val="lt1"/>
              </a:solidFill>
              <a:latin typeface="Cambria"/>
              <a:ea typeface="Cambria"/>
            </a:endParaRPr>
          </a:p>
        </p:txBody>
      </p:sp>
      <p:sp>
        <p:nvSpPr>
          <p:cNvPr id="4" name="Google Shape;131;p29"/>
          <p:cNvSpPr/>
          <p:nvPr/>
        </p:nvSpPr>
        <p:spPr>
          <a:xfrm>
            <a:off x="-1864528" y="681774"/>
            <a:ext cx="7081988" cy="1569660"/>
          </a:xfrm>
          <a:prstGeom prst="roundRect">
            <a:avLst>
              <a:gd name="adj" fmla="val 50000"/>
            </a:avLst>
          </a:prstGeom>
          <a:gradFill>
            <a:gsLst>
              <a:gs pos="0">
                <a:srgbClr val="07213C"/>
              </a:gs>
              <a:gs pos="50000">
                <a:srgbClr val="0A3258"/>
              </a:gs>
              <a:gs pos="100000">
                <a:srgbClr val="0E3B69"/>
              </a:gs>
            </a:gsLst>
            <a:lin ang="16200000" scaled="0"/>
          </a:gradFill>
          <a:ln w="57150" cap="flat" cmpd="sng">
            <a:solidFill>
              <a:schemeClr val="lt1"/>
            </a:solidFill>
            <a:prstDash val="solid"/>
            <a:round/>
            <a:headEnd type="none" w="sm" len="sm"/>
            <a:tailEnd type="none" w="sm" len="sm"/>
          </a:ln>
          <a:effectLst>
            <a:outerShdw blurRad="50800" dist="38100" dir="10800000" algn="r" rotWithShape="0">
              <a:srgbClr val="000000">
                <a:alpha val="40000"/>
              </a:srgb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algn="l" marL="0" marR="0" lvl="0" indent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8400" b="1" i="0" u="none" strike="noStrike" cap="none">
              <a:solidFill>
                <a:schemeClr val="lt1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5" name="Google Shape;132;p29"/>
          <p:cNvSpPr txBox="1"/>
          <p:nvPr/>
        </p:nvSpPr>
        <p:spPr>
          <a:xfrm>
            <a:off x="1039500" y="827049"/>
            <a:ext cx="4562190" cy="101562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algn="l">
              <a:buSzPts val="8400"/>
            </a:pPr>
            <a:r>
              <a:rPr lang="en-IN" sz="6000" b="1" dirty="0">
                <a:solidFill>
                  <a:schemeClr val="lt1"/>
                </a:solidFill>
                <a:latin typeface="Cambria"/>
                <a:ea typeface="Cambria"/>
                <a:sym typeface="Cambria"/>
              </a:rPr>
              <a:t>Question</a:t>
            </a:r>
            <a:endParaRPr sz="6000" b="1" dirty="0">
              <a:solidFill>
                <a:schemeClr val="lt1"/>
              </a:solidFill>
              <a:latin typeface="Cambria"/>
              <a:ea typeface="Cambria"/>
            </a:endParaRPr>
          </a:p>
        </p:txBody>
      </p:sp>
      <p:sp>
        <p:nvSpPr>
          <p:cNvPr id="6" name="Google Shape;133;p29"/>
          <p:cNvSpPr/>
          <p:nvPr/>
        </p:nvSpPr>
        <p:spPr>
          <a:xfrm>
            <a:off x="1039499" y="7191429"/>
            <a:ext cx="1597200" cy="1597200"/>
          </a:xfrm>
          <a:prstGeom prst="ellipse">
            <a:avLst/>
          </a:prstGeom>
          <a:gradFill>
            <a:gsLst>
              <a:gs pos="0">
                <a:srgbClr val="07213C"/>
              </a:gs>
              <a:gs pos="50000">
                <a:srgbClr val="0A3258"/>
              </a:gs>
              <a:gs pos="100000">
                <a:srgbClr val="0E3B69"/>
              </a:gs>
            </a:gsLst>
            <a:lin ang="16200000" scaled="0"/>
          </a:gradFill>
          <a:ln w="57150" cap="flat" cmpd="sng">
            <a:solidFill>
              <a:schemeClr val="lt1"/>
            </a:solidFill>
            <a:prstDash val="solid"/>
            <a:round/>
            <a:headEnd type="none" w="sm" len="sm"/>
            <a:tailEnd type="none" w="sm" len="sm"/>
          </a:ln>
          <a:effectLst>
            <a:outerShdw blurRad="50800" dist="38100" dir="10800000" algn="r" rotWithShape="0">
              <a:srgbClr val="000000">
                <a:alpha val="40000"/>
              </a:srgb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algn="l" marL="0" marR="0" lvl="0" indent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400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" name="Google Shape;134;p29"/>
          <p:cNvSpPr txBox="1"/>
          <p:nvPr/>
        </p:nvSpPr>
        <p:spPr>
          <a:xfrm>
            <a:off x="1104807" y="7389934"/>
            <a:ext cx="1466700" cy="116951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lvl="0" indent="0" algn="ctr">
              <a:buSzPts val="8400"/>
              <a:buFont typeface="Arial"/>
              <a:buNone/>
            </a:pPr>
            <a:r>
              <a:rPr lang="en-IN" sz="7000" b="1" dirty="0">
                <a:solidFill>
                  <a:schemeClr val="lt1"/>
                </a:solidFill>
                <a:latin typeface="Cambria"/>
                <a:ea typeface="Cambria"/>
                <a:sym typeface="Poppins"/>
              </a:rPr>
              <a:t>A</a:t>
            </a:r>
            <a:endParaRPr sz="7000" b="1" dirty="0">
              <a:solidFill>
                <a:schemeClr val="lt1"/>
              </a:solidFill>
              <a:latin typeface="Cambria"/>
              <a:ea typeface="Cambria"/>
            </a:endParaRPr>
          </a:p>
        </p:txBody>
      </p:sp>
      <p:grpSp>
        <p:nvGrpSpPr>
          <p:cNvPr id="8" name="Group 3">
            <a:extLst>
              <a:ext uri="{FF2B5EF4-FFF2-40B4-BE49-F238E27FC236}">
                <a16:creationId xmlns:a16="http://schemas.microsoft.com/office/drawing/2014/main" id="{E7A8D3A8-3CB4-6749-CCFA-38CA3F055B3C}"/>
              </a:ext>
            </a:extLst>
          </p:cNvPr>
          <p:cNvGrpSpPr/>
          <p:nvPr/>
        </p:nvGrpSpPr>
        <p:grpSpPr>
          <a:xfrm>
            <a:off x="1039499" y="9308769"/>
            <a:ext cx="1597200" cy="1597200"/>
            <a:chOff x="1039499" y="8887793"/>
            <a:chExt cx="1597200" cy="1597200"/>
          </a:xfrm>
        </p:grpSpPr>
        <p:sp>
          <p:nvSpPr>
            <p:cNvPr id="9" name="Google Shape;135;p29"/>
            <p:cNvSpPr/>
            <p:nvPr/>
          </p:nvSpPr>
          <p:spPr>
            <a:xfrm>
              <a:off x="1039499" y="8887793"/>
              <a:ext cx="1597200" cy="1597200"/>
            </a:xfrm>
            <a:prstGeom prst="ellipse">
              <a:avLst/>
            </a:prstGeom>
            <a:gradFill>
              <a:gsLst>
                <a:gs pos="0">
                  <a:srgbClr val="07213C"/>
                </a:gs>
                <a:gs pos="50000">
                  <a:srgbClr val="0A3258"/>
                </a:gs>
                <a:gs pos="100000">
                  <a:srgbClr val="0E3B69"/>
                </a:gs>
              </a:gsLst>
              <a:lin ang="16200000" scaled="0"/>
            </a:gradFill>
            <a:ln w="5715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  <a:effectLst>
              <a:outerShdw blurRad="50800" dist="38100" dir="10800000" algn="r" rotWithShape="0">
                <a:srgbClr val="000000">
                  <a:alpha val="40000"/>
                </a:srgbClr>
              </a:outerShdw>
            </a:effectLst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algn="l" marL="0" marR="0" lvl="0" indent="0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4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0" name="Google Shape;136;p29"/>
            <p:cNvSpPr txBox="1"/>
            <p:nvPr/>
          </p:nvSpPr>
          <p:spPr>
            <a:xfrm>
              <a:off x="1104806" y="9086298"/>
              <a:ext cx="1466700" cy="12006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pPr algn="ctr">
                <a:buSzPts val="8400"/>
              </a:pPr>
              <a:r>
                <a:rPr lang="en-IN" sz="7000" b="1" dirty="0">
                  <a:solidFill>
                    <a:schemeClr val="lt1"/>
                  </a:solidFill>
                  <a:latin typeface="Cambria"/>
                  <a:ea typeface="Cambria"/>
                  <a:sym typeface="Poppins"/>
                </a:rPr>
                <a:t>B</a:t>
              </a:r>
              <a:endParaRPr sz="7000" b="1" dirty="0">
                <a:solidFill>
                  <a:schemeClr val="lt1"/>
                </a:solidFill>
                <a:latin typeface="Cambria"/>
                <a:ea typeface="Cambria"/>
              </a:endParaRPr>
            </a:p>
          </p:txBody>
        </p:sp>
      </p:grpSp>
      <p:grpSp>
        <p:nvGrpSpPr>
          <p:cNvPr id="11" name="Group 2">
            <a:extLst>
              <a:ext uri="{FF2B5EF4-FFF2-40B4-BE49-F238E27FC236}">
                <a16:creationId xmlns:a16="http://schemas.microsoft.com/office/drawing/2014/main" id="{1929EFE0-7899-C986-6D22-F9305746025F}"/>
              </a:ext>
            </a:extLst>
          </p:cNvPr>
          <p:cNvGrpSpPr/>
          <p:nvPr/>
        </p:nvGrpSpPr>
        <p:grpSpPr>
          <a:xfrm>
            <a:off x="1039499" y="11426109"/>
            <a:ext cx="1597200" cy="1597200"/>
            <a:chOff x="1039499" y="11392904"/>
            <a:chExt cx="1597200" cy="1597200"/>
          </a:xfrm>
        </p:grpSpPr>
        <p:sp>
          <p:nvSpPr>
            <p:cNvPr id="12" name="Google Shape;137;p29"/>
            <p:cNvSpPr/>
            <p:nvPr/>
          </p:nvSpPr>
          <p:spPr>
            <a:xfrm>
              <a:off x="1039499" y="11392904"/>
              <a:ext cx="1597200" cy="1597200"/>
            </a:xfrm>
            <a:prstGeom prst="ellipse">
              <a:avLst/>
            </a:prstGeom>
            <a:gradFill>
              <a:gsLst>
                <a:gs pos="0">
                  <a:srgbClr val="07213C"/>
                </a:gs>
                <a:gs pos="50000">
                  <a:srgbClr val="0A3258"/>
                </a:gs>
                <a:gs pos="100000">
                  <a:srgbClr val="0E3B69"/>
                </a:gs>
              </a:gsLst>
              <a:lin ang="16200000" scaled="0"/>
            </a:gradFill>
            <a:ln w="5715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  <a:effectLst>
              <a:outerShdw blurRad="50800" dist="38100" dir="10800000" algn="r" rotWithShape="0">
                <a:srgbClr val="000000">
                  <a:alpha val="40000"/>
                </a:srgbClr>
              </a:outerShdw>
            </a:effectLst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algn="l" marL="0" marR="0" lvl="0" indent="0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4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3" name="Google Shape;138;p29"/>
            <p:cNvSpPr txBox="1"/>
            <p:nvPr/>
          </p:nvSpPr>
          <p:spPr>
            <a:xfrm>
              <a:off x="1104806" y="11591409"/>
              <a:ext cx="1466700" cy="12006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pPr algn="ctr">
                <a:buSzPts val="8400"/>
              </a:pPr>
              <a:r>
                <a:rPr lang="en-IN" sz="7000" b="1" dirty="0">
                  <a:solidFill>
                    <a:schemeClr val="lt1"/>
                  </a:solidFill>
                  <a:latin typeface="Cambria"/>
                  <a:ea typeface="Cambria"/>
                  <a:sym typeface="Poppins"/>
                </a:rPr>
                <a:t>C</a:t>
              </a:r>
              <a:endParaRPr sz="7000" b="1" dirty="0">
                <a:solidFill>
                  <a:schemeClr val="lt1"/>
                </a:solidFill>
                <a:latin typeface="Cambria"/>
                <a:ea typeface="Cambria"/>
              </a:endParaRPr>
            </a:p>
          </p:txBody>
        </p:sp>
      </p:grpSp>
      <p:grpSp>
        <p:nvGrpSpPr>
          <p:cNvPr id="14" name="Group 1">
            <a:extLst>
              <a:ext uri="{FF2B5EF4-FFF2-40B4-BE49-F238E27FC236}">
                <a16:creationId xmlns:a16="http://schemas.microsoft.com/office/drawing/2014/main" id="{2EFF441D-B1EA-669C-64B0-91C1D604A467}"/>
              </a:ext>
            </a:extLst>
          </p:cNvPr>
          <p:cNvGrpSpPr/>
          <p:nvPr/>
        </p:nvGrpSpPr>
        <p:grpSpPr>
          <a:xfrm>
            <a:off x="1039499" y="13543449"/>
            <a:ext cx="1597200" cy="1597200"/>
            <a:chOff x="1039499" y="13898015"/>
            <a:chExt cx="1597200" cy="1597200"/>
          </a:xfrm>
        </p:grpSpPr>
        <p:sp>
          <p:nvSpPr>
            <p:cNvPr id="15" name="Google Shape;139;p29"/>
            <p:cNvSpPr/>
            <p:nvPr/>
          </p:nvSpPr>
          <p:spPr>
            <a:xfrm>
              <a:off x="1039499" y="13898015"/>
              <a:ext cx="1597200" cy="1597200"/>
            </a:xfrm>
            <a:prstGeom prst="ellipse">
              <a:avLst/>
            </a:prstGeom>
            <a:gradFill>
              <a:gsLst>
                <a:gs pos="0">
                  <a:srgbClr val="07213C"/>
                </a:gs>
                <a:gs pos="50000">
                  <a:srgbClr val="0A3258"/>
                </a:gs>
                <a:gs pos="100000">
                  <a:srgbClr val="0E3B69"/>
                </a:gs>
              </a:gsLst>
              <a:lin ang="16200000" scaled="0"/>
            </a:gradFill>
            <a:ln w="5715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  <a:effectLst>
              <a:outerShdw blurRad="50800" dist="38100" dir="10800000" algn="r" rotWithShape="0">
                <a:srgbClr val="000000">
                  <a:alpha val="40000"/>
                </a:srgbClr>
              </a:outerShdw>
            </a:effectLst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algn="l" marL="0" marR="0" lvl="0" indent="0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4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6" name="Google Shape;140;p29"/>
            <p:cNvSpPr txBox="1"/>
            <p:nvPr/>
          </p:nvSpPr>
          <p:spPr>
            <a:xfrm>
              <a:off x="1104806" y="14096520"/>
              <a:ext cx="1466700" cy="12006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pPr algn="ctr">
                <a:buSzPts val="8400"/>
              </a:pPr>
              <a:r>
                <a:rPr lang="en-IN" sz="7000" b="1" dirty="0">
                  <a:solidFill>
                    <a:schemeClr val="lt1"/>
                  </a:solidFill>
                  <a:latin typeface="Cambria"/>
                  <a:ea typeface="Cambria"/>
                  <a:sym typeface="Poppins"/>
                </a:rPr>
                <a:t>D</a:t>
              </a:r>
              <a:endParaRPr sz="7000" b="1" dirty="0">
                <a:solidFill>
                  <a:schemeClr val="lt1"/>
                </a:solidFill>
                <a:latin typeface="Cambria"/>
                <a:ea typeface="Cambria"/>
              </a:endParaRPr>
            </a:p>
          </p:txBody>
        </p:sp>
      </p:grpSp>
      <p:sp>
        <p:nvSpPr>
          <p:cNvPr id="17" name="Google Shape;130;p29">
            <a:extLst>
              <a:ext uri="{FF2B5EF4-FFF2-40B4-BE49-F238E27FC236}">
                <a16:creationId xmlns:a16="http://schemas.microsoft.com/office/drawing/2014/main" id="{359EC1B9-8B0A-CB48-A9AA-6F6EAF44500B}"/>
              </a:ext>
            </a:extLst>
          </p:cNvPr>
          <p:cNvSpPr txBox="1"/>
          <p:nvPr/>
        </p:nvSpPr>
        <p:spPr>
          <a:xfrm>
            <a:off x="3107605" y="9539360"/>
            <a:ext cx="32744401" cy="15973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algn="l" marL="0" indent="0">
              <a:buSzPts val="8400"/>
            </a:pPr>
            <mc:AlternateContent xmlns:mc="http://schemas.openxmlformats.org/markup-compatibility/2006">
              <mc:Choice xmlns:a14="http://schemas.microsoft.com/office/drawing/2010/main" Requires="a14">
                <a14:m xmlns:m="http://schemas.openxmlformats.org/officeDocument/2006/math">
                  <m:oMath>
                    <m:r>
                      <a:rPr lang="en-IN" sz="6000" b="1" dirty="0">
                        <a:solidFill>
                          <a:schemeClr val="lt1"/>
                        </a:solidFill>
                        <a:latin typeface="Cambria Math"/>
                        <a:ea typeface="Cambria Math"/>
                        <a:sym typeface="Cambria Math"/>
                      </a:rPr>
                      <m:t xml:space="preserve"> </m:t>
                    </m:r>
                    <m:sSup>
                      <m:sSupPr/>
                      <m:e>
                        <m:r>
                          <a:rPr lang="en-IN" sz="6000" b="1" dirty="0">
                            <a:solidFill>
                              <a:schemeClr val="lt1"/>
                            </a:solidFill>
                            <a:latin typeface="Cambria Math"/>
                            <a:ea typeface="Cambria Math"/>
                            <a:sym typeface="Cambria Math"/>
                          </a:rPr>
                          <m:t xml:space="preserve">E</m:t>
                        </m:r>
                      </m:e>
                      <m:sup>
                        <m:r>
                          <a:rPr lang="en-IN" sz="6000" b="1" dirty="0">
                            <a:solidFill>
                              <a:schemeClr val="lt1"/>
                            </a:solidFill>
                            <a:latin typeface="Cambria Math"/>
                            <a:ea typeface="Cambria Math"/>
                            <a:sym typeface="Cambria Math"/>
                          </a:rPr>
                          <m:t xml:space="preserve">2</m:t>
                        </m:r>
                      </m:sup>
                    </m:sSup>
                    <m:r>
                      <a:rPr lang="en-IN" sz="6000" b="1" dirty="0">
                        <a:solidFill>
                          <a:schemeClr val="lt1"/>
                        </a:solidFill>
                        <a:latin typeface="Cambria Math"/>
                        <a:ea typeface="Cambria Math"/>
                        <a:sym typeface="Cambria Math"/>
                      </a:rPr>
                      <m:t xml:space="preserve"> = p</m:t>
                    </m:r>
                    <m:sSup>
                      <m:sSupPr/>
                      <m:e>
                        <m:r>
                          <a:rPr lang="en-IN" sz="6000" b="1" dirty="0">
                            <a:solidFill>
                              <a:schemeClr val="lt1"/>
                            </a:solidFill>
                            <a:latin typeface="Cambria Math"/>
                            <a:ea typeface="Cambria Math"/>
                            <a:sym typeface="Cambria Math"/>
                          </a:rPr>
                          <m:t xml:space="preserve">c</m:t>
                        </m:r>
                      </m:e>
                      <m:sup>
                        <m:r>
                          <a:rPr lang="en-IN" sz="6000" b="1" dirty="0">
                            <a:solidFill>
                              <a:schemeClr val="lt1"/>
                            </a:solidFill>
                            <a:latin typeface="Cambria Math"/>
                            <a:ea typeface="Cambria Math"/>
                            <a:sym typeface="Cambria Math"/>
                          </a:rPr>
                          <m:t xml:space="preserve">2</m:t>
                        </m:r>
                      </m:sup>
                    </m:sSup>
                    <m:r>
                      <a:rPr lang="en-IN" sz="6000" b="1" dirty="0">
                        <a:solidFill>
                          <a:schemeClr val="lt1"/>
                        </a:solidFill>
                        <a:latin typeface="Cambria Math"/>
                        <a:ea typeface="Cambria Math"/>
                        <a:sym typeface="Cambria Math"/>
                      </a:rPr>
                      <m:t xml:space="preserve"> + </m:t>
                    </m:r>
                    <m:sSup>
                      <m:sSupPr/>
                      <m:e>
                        <m:r>
                          <a:rPr lang="en-IN" sz="6000" b="1" dirty="0">
                            <a:solidFill>
                              <a:schemeClr val="lt1"/>
                            </a:solidFill>
                            <a:latin typeface="Cambria Math"/>
                            <a:ea typeface="Cambria Math"/>
                            <a:sym typeface="Cambria Math"/>
                          </a:rPr>
                          <m:t xml:space="preserve">m</m:t>
                        </m:r>
                      </m:e>
                      <m:sup>
                        <m:r>
                          <a:rPr lang="en-IN" sz="6000" b="1" dirty="0">
                            <a:solidFill>
                              <a:schemeClr val="lt1"/>
                            </a:solidFill>
                            <a:latin typeface="Cambria Math"/>
                            <a:ea typeface="Cambria Math"/>
                            <a:sym typeface="Cambria Math"/>
                          </a:rPr>
                          <m:t xml:space="preserve">2</m:t>
                        </m:r>
                      </m:sup>
                    </m:sSup>
                    <m:r>
                      <a:rPr lang="en-IN" sz="6000" b="1" dirty="0">
                        <a:solidFill>
                          <a:schemeClr val="lt1"/>
                        </a:solidFill>
                        <a:latin typeface="Cambria Math"/>
                        <a:ea typeface="Cambria Math"/>
                        <a:sym typeface="Cambria Math"/>
                      </a:rPr>
                      <m:t xml:space="preserve"> </m:t>
                    </m:r>
                    <m:sSup>
                      <m:sSupPr/>
                      <m:e>
                        <m:r>
                          <a:rPr lang="en-IN" sz="6000" b="1" dirty="0">
                            <a:solidFill>
                              <a:schemeClr val="lt1"/>
                            </a:solidFill>
                            <a:latin typeface="Cambria Math"/>
                            <a:ea typeface="Cambria Math"/>
                            <a:sym typeface="Cambria Math"/>
                          </a:rPr>
                          <m:t xml:space="preserve">c</m:t>
                        </m:r>
                      </m:e>
                      <m:sup>
                        <m:r>
                          <a:rPr lang="en-IN" sz="6000" b="1" dirty="0">
                            <a:solidFill>
                              <a:schemeClr val="lt1"/>
                            </a:solidFill>
                            <a:latin typeface="Cambria Math"/>
                            <a:ea typeface="Cambria Math"/>
                            <a:sym typeface="Cambria Math"/>
                          </a:rPr>
                          <m:t xml:space="preserve">2</m:t>
                        </m:r>
                      </m:sup>
                    </m:sSup>
                    <m:r>
                      <a:rPr lang="en-IN" sz="6000" b="1" dirty="0">
                        <a:solidFill>
                          <a:schemeClr val="lt1"/>
                        </a:solidFill>
                        <a:latin typeface="Cambria Math"/>
                        <a:ea typeface="Cambria Math"/>
                        <a:sym typeface="Cambria Math"/>
                      </a:rPr>
                      <m:t xml:space="preserve"> </m:t>
                    </m:r>
                  </m:oMath>
                </a14:m>
              </mc:Choice>
              <mc:Fallback>
                <a:r>
                  <a:rPr lang="en-IN" sz="6000" b="1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 E</a:t>
                </a:r>
                <a:r>
                  <a:rPr baseline="52000" lang="en-IN" sz="4320" b="1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2</a:t>
                </a:r>
                <a:r>
                  <a:rPr lang="en-IN" sz="6000" b="1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 = pc</a:t>
                </a:r>
                <a:r>
                  <a:rPr baseline="52000" lang="en-IN" sz="4320" b="1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2</a:t>
                </a:r>
                <a:r>
                  <a:rPr lang="en-IN" sz="6000" b="1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 + m</a:t>
                </a:r>
                <a:r>
                  <a:rPr baseline="52000" lang="en-IN" sz="4320" b="1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2</a:t>
                </a:r>
                <a:r>
                  <a:rPr lang="en-IN" sz="6000" b="1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 c</a:t>
                </a:r>
                <a:r>
                  <a:rPr baseline="52000" lang="en-IN" sz="4320" b="1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2</a:t>
                </a:r>
                <a:r>
                  <a:rPr lang="en-IN" sz="6000" b="1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 </a:t>
                </a:r>
              </mc:Fallback>
            </mc:AlternateContent>
            <a:endParaRPr sz="6000" b="1" dirty="0">
              <a:solidFill>
                <a:schemeClr val="lt1"/>
              </a:solidFill>
              <a:latin typeface="Cambria"/>
              <a:ea typeface="Cambria"/>
            </a:endParaRPr>
          </a:p>
        </p:txBody>
      </p:sp>
      <p:sp>
        <p:nvSpPr>
          <p:cNvPr id="18" name="Google Shape;130;p29">
            <a:extLst>
              <a:ext uri="{FF2B5EF4-FFF2-40B4-BE49-F238E27FC236}">
                <a16:creationId xmlns:a16="http://schemas.microsoft.com/office/drawing/2014/main" id="{7A900CAF-02A4-EA2C-D5AE-61E805D388DB}"/>
              </a:ext>
            </a:extLst>
          </p:cNvPr>
          <p:cNvSpPr txBox="1"/>
          <p:nvPr/>
        </p:nvSpPr>
        <p:spPr>
          <a:xfrm>
            <a:off x="3107605" y="11606675"/>
            <a:ext cx="32744401" cy="15973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algn="l" marL="0" indent="0">
              <a:buSzPts val="8400"/>
            </a:pPr>
            <mc:AlternateContent xmlns:mc="http://schemas.openxmlformats.org/markup-compatibility/2006">
              <mc:Choice xmlns:a14="http://schemas.microsoft.com/office/drawing/2010/main" Requires="a14">
                <a14:m xmlns:m="http://schemas.openxmlformats.org/officeDocument/2006/math">
                  <m:oMath>
                    <m:r>
                      <a:rPr lang="en-IN" sz="6000" b="1" dirty="0">
                        <a:solidFill>
                          <a:schemeClr val="lt1"/>
                        </a:solidFill>
                        <a:latin typeface="Cambria Math"/>
                        <a:ea typeface="Cambria Math"/>
                        <a:sym typeface="Cambria Math"/>
                      </a:rPr>
                      <m:t xml:space="preserve"> </m:t>
                    </m:r>
                    <m:sSup>
                      <m:sSupPr/>
                      <m:e>
                        <m:r>
                          <a:rPr lang="en-IN" sz="6000" b="1" dirty="0">
                            <a:solidFill>
                              <a:schemeClr val="lt1"/>
                            </a:solidFill>
                            <a:latin typeface="Cambria Math"/>
                            <a:ea typeface="Cambria Math"/>
                            <a:sym typeface="Cambria Math"/>
                          </a:rPr>
                          <m:t xml:space="preserve">E</m:t>
                        </m:r>
                      </m:e>
                      <m:sup>
                        <m:r>
                          <a:rPr lang="en-IN" sz="6000" b="1" dirty="0">
                            <a:solidFill>
                              <a:schemeClr val="lt1"/>
                            </a:solidFill>
                            <a:latin typeface="Cambria Math"/>
                            <a:ea typeface="Cambria Math"/>
                            <a:sym typeface="Cambria Math"/>
                          </a:rPr>
                          <m:t xml:space="preserve">2</m:t>
                        </m:r>
                      </m:sup>
                    </m:sSup>
                    <m:r>
                      <a:rPr lang="en-IN" sz="6000" b="1" dirty="0">
                        <a:solidFill>
                          <a:schemeClr val="lt1"/>
                        </a:solidFill>
                        <a:latin typeface="Cambria Math"/>
                        <a:ea typeface="Cambria Math"/>
                        <a:sym typeface="Cambria Math"/>
                      </a:rPr>
                      <m:t xml:space="preserve"> = </m:t>
                    </m:r>
                    <m:sSup>
                      <m:sSupPr/>
                      <m:e>
                        <m:r>
                          <a:rPr lang="en-IN" sz="6000" b="1" dirty="0">
                            <a:solidFill>
                              <a:schemeClr val="lt1"/>
                            </a:solidFill>
                            <a:latin typeface="Cambria Math"/>
                            <a:ea typeface="Cambria Math"/>
                            <a:sym typeface="Cambria Math"/>
                          </a:rPr>
                          <m:t xml:space="preserve">p</m:t>
                        </m:r>
                      </m:e>
                      <m:sup>
                        <m:r>
                          <a:rPr lang="en-IN" sz="6000" b="1" dirty="0">
                            <a:solidFill>
                              <a:schemeClr val="lt1"/>
                            </a:solidFill>
                            <a:latin typeface="Cambria Math"/>
                            <a:ea typeface="Cambria Math"/>
                            <a:sym typeface="Cambria Math"/>
                          </a:rPr>
                          <m:t xml:space="preserve">2</m:t>
                        </m:r>
                      </m:sup>
                    </m:sSup>
                    <m:r>
                      <a:rPr lang="en-IN" sz="6000" b="1" dirty="0">
                        <a:solidFill>
                          <a:schemeClr val="lt1"/>
                        </a:solidFill>
                        <a:latin typeface="Cambria Math"/>
                        <a:ea typeface="Cambria Math"/>
                        <a:sym typeface="Cambria Math"/>
                      </a:rPr>
                      <m:t xml:space="preserve"> </m:t>
                    </m:r>
                    <m:sSup>
                      <m:sSupPr/>
                      <m:e>
                        <m:r>
                          <a:rPr lang="en-IN" sz="6000" b="1" dirty="0">
                            <a:solidFill>
                              <a:schemeClr val="lt1"/>
                            </a:solidFill>
                            <a:latin typeface="Cambria Math"/>
                            <a:ea typeface="Cambria Math"/>
                            <a:sym typeface="Cambria Math"/>
                          </a:rPr>
                          <m:t xml:space="preserve">c</m:t>
                        </m:r>
                      </m:e>
                      <m:sup>
                        <m:r>
                          <a:rPr lang="en-IN" sz="6000" b="1" dirty="0">
                            <a:solidFill>
                              <a:schemeClr val="lt1"/>
                            </a:solidFill>
                            <a:latin typeface="Cambria Math"/>
                            <a:ea typeface="Cambria Math"/>
                            <a:sym typeface="Cambria Math"/>
                          </a:rPr>
                          <m:t xml:space="preserve">2</m:t>
                        </m:r>
                      </m:sup>
                    </m:sSup>
                    <m:r>
                      <a:rPr lang="en-IN" sz="6000" b="1" dirty="0">
                        <a:solidFill>
                          <a:schemeClr val="lt1"/>
                        </a:solidFill>
                        <a:latin typeface="Cambria Math"/>
                        <a:ea typeface="Cambria Math"/>
                        <a:sym typeface="Cambria Math"/>
                      </a:rPr>
                      <m:t xml:space="preserve"> + </m:t>
                    </m:r>
                    <m:sSup>
                      <m:sSupPr/>
                      <m:e>
                        <m:r>
                          <a:rPr lang="en-IN" sz="6000" b="1" dirty="0">
                            <a:solidFill>
                              <a:schemeClr val="lt1"/>
                            </a:solidFill>
                            <a:latin typeface="Cambria Math"/>
                            <a:ea typeface="Cambria Math"/>
                            <a:sym typeface="Cambria Math"/>
                          </a:rPr>
                          <m:t xml:space="preserve">m</m:t>
                        </m:r>
                      </m:e>
                      <m:sup>
                        <m:r>
                          <a:rPr lang="en-IN" sz="6000" b="1" dirty="0">
                            <a:solidFill>
                              <a:schemeClr val="lt1"/>
                            </a:solidFill>
                            <a:latin typeface="Cambria Math"/>
                            <a:ea typeface="Cambria Math"/>
                            <a:sym typeface="Cambria Math"/>
                          </a:rPr>
                          <m:t xml:space="preserve">2</m:t>
                        </m:r>
                      </m:sup>
                    </m:sSup>
                    <m:r>
                      <a:rPr lang="en-IN" sz="6000" b="1" dirty="0">
                        <a:solidFill>
                          <a:schemeClr val="lt1"/>
                        </a:solidFill>
                        <a:latin typeface="Cambria Math"/>
                        <a:ea typeface="Cambria Math"/>
                        <a:sym typeface="Cambria Math"/>
                      </a:rPr>
                      <m:t xml:space="preserve"> </m:t>
                    </m:r>
                    <m:sSup>
                      <m:sSupPr/>
                      <m:e>
                        <m:r>
                          <a:rPr lang="en-IN" sz="6000" b="1" dirty="0">
                            <a:solidFill>
                              <a:schemeClr val="lt1"/>
                            </a:solidFill>
                            <a:latin typeface="Cambria Math"/>
                            <a:ea typeface="Cambria Math"/>
                            <a:sym typeface="Cambria Math"/>
                          </a:rPr>
                          <m:t xml:space="preserve">c</m:t>
                        </m:r>
                      </m:e>
                      <m:sup>
                        <m:r>
                          <a:rPr lang="en-IN" sz="6000" b="1" dirty="0">
                            <a:solidFill>
                              <a:schemeClr val="lt1"/>
                            </a:solidFill>
                            <a:latin typeface="Cambria Math"/>
                            <a:ea typeface="Cambria Math"/>
                            <a:sym typeface="Cambria Math"/>
                          </a:rPr>
                          <m:t xml:space="preserve">4</m:t>
                        </m:r>
                      </m:sup>
                    </m:sSup>
                    <m:r>
                      <a:rPr lang="en-IN" sz="6000" b="1" dirty="0">
                        <a:solidFill>
                          <a:schemeClr val="lt1"/>
                        </a:solidFill>
                        <a:latin typeface="Cambria Math"/>
                        <a:ea typeface="Cambria Math"/>
                        <a:sym typeface="Cambria Math"/>
                      </a:rPr>
                      <m:t xml:space="preserve"> </m:t>
                    </m:r>
                  </m:oMath>
                </a14:m>
              </mc:Choice>
              <mc:Fallback>
                <a:r>
                  <a:rPr lang="en-IN" sz="6000" b="1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 E</a:t>
                </a:r>
                <a:r>
                  <a:rPr baseline="52000" lang="en-IN" sz="4320" b="1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2</a:t>
                </a:r>
                <a:r>
                  <a:rPr lang="en-IN" sz="6000" b="1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 = p</a:t>
                </a:r>
                <a:r>
                  <a:rPr baseline="52000" lang="en-IN" sz="4320" b="1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2</a:t>
                </a:r>
                <a:r>
                  <a:rPr lang="en-IN" sz="6000" b="1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 c</a:t>
                </a:r>
                <a:r>
                  <a:rPr baseline="52000" lang="en-IN" sz="4320" b="1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2</a:t>
                </a:r>
                <a:r>
                  <a:rPr lang="en-IN" sz="6000" b="1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 + m</a:t>
                </a:r>
                <a:r>
                  <a:rPr baseline="52000" lang="en-IN" sz="4320" b="1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2</a:t>
                </a:r>
                <a:r>
                  <a:rPr lang="en-IN" sz="6000" b="1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 c</a:t>
                </a:r>
                <a:r>
                  <a:rPr baseline="52000" lang="en-IN" sz="4320" b="1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4</a:t>
                </a:r>
                <a:r>
                  <a:rPr lang="en-IN" sz="6000" b="1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 </a:t>
                </a:r>
              </mc:Fallback>
            </mc:AlternateContent>
            <a:endParaRPr sz="6000" b="1" dirty="0">
              <a:solidFill>
                <a:schemeClr val="lt1"/>
              </a:solidFill>
              <a:latin typeface="Cambria"/>
              <a:ea typeface="Cambria"/>
            </a:endParaRPr>
          </a:p>
        </p:txBody>
      </p:sp>
      <p:sp>
        <p:nvSpPr>
          <p:cNvPr id="19" name="Google Shape;130;p29">
            <a:extLst>
              <a:ext uri="{FF2B5EF4-FFF2-40B4-BE49-F238E27FC236}">
                <a16:creationId xmlns:a16="http://schemas.microsoft.com/office/drawing/2014/main" id="{14CC97B5-99F4-9A71-2E1A-0ED3B3F0A5F1}"/>
              </a:ext>
            </a:extLst>
          </p:cNvPr>
          <p:cNvSpPr txBox="1"/>
          <p:nvPr/>
        </p:nvSpPr>
        <p:spPr>
          <a:xfrm>
            <a:off x="3107605" y="13741954"/>
            <a:ext cx="32744401" cy="15973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algn="l" marL="0" indent="0">
              <a:buSzPts val="8400"/>
            </a:pPr>
            <mc:AlternateContent xmlns:mc="http://schemas.openxmlformats.org/markup-compatibility/2006">
              <mc:Choice xmlns:a14="http://schemas.microsoft.com/office/drawing/2010/main" Requires="a14">
                <a14:m xmlns:m="http://schemas.openxmlformats.org/officeDocument/2006/math">
                  <m:oMath>
                    <m:r>
                      <a:rPr lang="en-IN" sz="6000" b="1" dirty="0">
                        <a:solidFill>
                          <a:schemeClr val="lt1"/>
                        </a:solidFill>
                        <a:latin typeface="Cambria Math"/>
                        <a:ea typeface="Cambria Math"/>
                        <a:sym typeface="Cambria Math"/>
                      </a:rPr>
                      <m:t xml:space="preserve"> </m:t>
                    </m:r>
                    <m:sSup>
                      <m:sSupPr/>
                      <m:e>
                        <m:r>
                          <a:rPr lang="en-IN" sz="6000" b="1" dirty="0">
                            <a:solidFill>
                              <a:schemeClr val="lt1"/>
                            </a:solidFill>
                            <a:latin typeface="Cambria Math"/>
                            <a:ea typeface="Cambria Math"/>
                            <a:sym typeface="Cambria Math"/>
                          </a:rPr>
                          <m:t xml:space="preserve">E</m:t>
                        </m:r>
                      </m:e>
                      <m:sup>
                        <m:r>
                          <a:rPr lang="en-IN" sz="6000" b="1" dirty="0">
                            <a:solidFill>
                              <a:schemeClr val="lt1"/>
                            </a:solidFill>
                            <a:latin typeface="Cambria Math"/>
                            <a:ea typeface="Cambria Math"/>
                            <a:sym typeface="Cambria Math"/>
                          </a:rPr>
                          <m:t xml:space="preserve">2</m:t>
                        </m:r>
                      </m:sup>
                    </m:sSup>
                    <m:r>
                      <a:rPr lang="en-IN" sz="6000" b="1" dirty="0">
                        <a:solidFill>
                          <a:schemeClr val="lt1"/>
                        </a:solidFill>
                        <a:latin typeface="Cambria Math"/>
                        <a:ea typeface="Cambria Math"/>
                        <a:sym typeface="Cambria Math"/>
                      </a:rPr>
                      <m:t xml:space="preserve"> = </m:t>
                    </m:r>
                    <m:sSup>
                      <m:sSupPr/>
                      <m:e>
                        <m:r>
                          <a:rPr lang="en-IN" sz="6000" b="1" dirty="0">
                            <a:solidFill>
                              <a:schemeClr val="lt1"/>
                            </a:solidFill>
                            <a:latin typeface="Cambria Math"/>
                            <a:ea typeface="Cambria Math"/>
                            <a:sym typeface="Cambria Math"/>
                          </a:rPr>
                          <m:t xml:space="preserve">p</m:t>
                        </m:r>
                      </m:e>
                      <m:sup>
                        <m:r>
                          <a:rPr lang="en-IN" sz="6000" b="1" dirty="0">
                            <a:solidFill>
                              <a:schemeClr val="lt1"/>
                            </a:solidFill>
                            <a:latin typeface="Cambria Math"/>
                            <a:ea typeface="Cambria Math"/>
                            <a:sym typeface="Cambria Math"/>
                          </a:rPr>
                          <m:t xml:space="preserve">2</m:t>
                        </m:r>
                      </m:sup>
                    </m:sSup>
                    <m:r>
                      <a:rPr lang="en-IN" sz="6000" b="1" dirty="0">
                        <a:solidFill>
                          <a:schemeClr val="lt1"/>
                        </a:solidFill>
                        <a:latin typeface="Cambria Math"/>
                        <a:ea typeface="Cambria Math"/>
                        <a:sym typeface="Cambria Math"/>
                      </a:rPr>
                      <m:t xml:space="preserve"> </m:t>
                    </m:r>
                    <m:sSup>
                      <m:sSupPr/>
                      <m:e>
                        <m:r>
                          <a:rPr lang="en-IN" sz="6000" b="1" dirty="0">
                            <a:solidFill>
                              <a:schemeClr val="lt1"/>
                            </a:solidFill>
                            <a:latin typeface="Cambria Math"/>
                            <a:ea typeface="Cambria Math"/>
                            <a:sym typeface="Cambria Math"/>
                          </a:rPr>
                          <m:t xml:space="preserve">c</m:t>
                        </m:r>
                      </m:e>
                      <m:sup>
                        <m:r>
                          <a:rPr lang="en-IN" sz="6000" b="1" dirty="0">
                            <a:solidFill>
                              <a:schemeClr val="lt1"/>
                            </a:solidFill>
                            <a:latin typeface="Cambria Math"/>
                            <a:ea typeface="Cambria Math"/>
                            <a:sym typeface="Cambria Math"/>
                          </a:rPr>
                          <m:t xml:space="preserve">2</m:t>
                        </m:r>
                      </m:sup>
                    </m:sSup>
                    <m:r>
                      <a:rPr lang="en-IN" sz="6000" b="1" dirty="0">
                        <a:solidFill>
                          <a:schemeClr val="lt1"/>
                        </a:solidFill>
                        <a:latin typeface="Cambria Math"/>
                        <a:ea typeface="Cambria Math"/>
                        <a:sym typeface="Cambria Math"/>
                      </a:rPr>
                      <m:t xml:space="preserve"> + </m:t>
                    </m:r>
                    <m:sSup>
                      <m:sSupPr/>
                      <m:e>
                        <m:r>
                          <a:rPr lang="en-IN" sz="6000" b="1" dirty="0">
                            <a:solidFill>
                              <a:schemeClr val="lt1"/>
                            </a:solidFill>
                            <a:latin typeface="Cambria Math"/>
                            <a:ea typeface="Cambria Math"/>
                            <a:sym typeface="Cambria Math"/>
                          </a:rPr>
                          <m:t xml:space="preserve">m</m:t>
                        </m:r>
                      </m:e>
                      <m:sup>
                        <m:r>
                          <a:rPr lang="en-IN" sz="6000" b="1" dirty="0">
                            <a:solidFill>
                              <a:schemeClr val="lt1"/>
                            </a:solidFill>
                            <a:latin typeface="Cambria Math"/>
                            <a:ea typeface="Cambria Math"/>
                            <a:sym typeface="Cambria Math"/>
                          </a:rPr>
                          <m:t xml:space="preserve">2</m:t>
                        </m:r>
                      </m:sup>
                    </m:sSup>
                    <m:r>
                      <a:rPr lang="en-IN" sz="6000" b="1" dirty="0">
                        <a:solidFill>
                          <a:schemeClr val="lt1"/>
                        </a:solidFill>
                        <a:latin typeface="Cambria Math"/>
                        <a:ea typeface="Cambria Math"/>
                        <a:sym typeface="Cambria Math"/>
                      </a:rPr>
                      <m:t xml:space="preserve"> </m:t>
                    </m:r>
                    <m:sSup>
                      <m:sSupPr/>
                      <m:e>
                        <m:r>
                          <a:rPr lang="en-IN" sz="6000" b="1" dirty="0">
                            <a:solidFill>
                              <a:schemeClr val="lt1"/>
                            </a:solidFill>
                            <a:latin typeface="Cambria Math"/>
                            <a:ea typeface="Cambria Math"/>
                            <a:sym typeface="Cambria Math"/>
                          </a:rPr>
                          <m:t xml:space="preserve">c</m:t>
                        </m:r>
                      </m:e>
                      <m:sup>
                        <m:r>
                          <a:rPr lang="en-IN" sz="6000" b="1" dirty="0">
                            <a:solidFill>
                              <a:schemeClr val="lt1"/>
                            </a:solidFill>
                            <a:latin typeface="Cambria Math"/>
                            <a:ea typeface="Cambria Math"/>
                            <a:sym typeface="Cambria Math"/>
                          </a:rPr>
                          <m:t xml:space="preserve">2</m:t>
                        </m:r>
                      </m:sup>
                    </m:sSup>
                    <m:r>
                      <a:rPr lang="en-IN" sz="6000" b="1" dirty="0">
                        <a:solidFill>
                          <a:schemeClr val="lt1"/>
                        </a:solidFill>
                        <a:latin typeface="Cambria Math"/>
                        <a:ea typeface="Cambria Math"/>
                        <a:sym typeface="Cambria Math"/>
                      </a:rPr>
                      <m:t xml:space="preserve"> </m:t>
                    </m:r>
                  </m:oMath>
                </a14:m>
              </mc:Choice>
              <mc:Fallback>
                <a:r>
                  <a:rPr lang="en-IN" sz="6000" b="1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 E</a:t>
                </a:r>
                <a:r>
                  <a:rPr baseline="52000" lang="en-IN" sz="4320" b="1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2</a:t>
                </a:r>
                <a:r>
                  <a:rPr lang="en-IN" sz="6000" b="1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 = p</a:t>
                </a:r>
                <a:r>
                  <a:rPr baseline="52000" lang="en-IN" sz="4320" b="1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2</a:t>
                </a:r>
                <a:r>
                  <a:rPr lang="en-IN" sz="6000" b="1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 c</a:t>
                </a:r>
                <a:r>
                  <a:rPr baseline="52000" lang="en-IN" sz="4320" b="1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2</a:t>
                </a:r>
                <a:r>
                  <a:rPr lang="en-IN" sz="6000" b="1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 + m</a:t>
                </a:r>
                <a:r>
                  <a:rPr baseline="52000" lang="en-IN" sz="4320" b="1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2</a:t>
                </a:r>
                <a:r>
                  <a:rPr lang="en-IN" sz="6000" b="1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 c</a:t>
                </a:r>
                <a:r>
                  <a:rPr baseline="52000" lang="en-IN" sz="4320" b="1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2</a:t>
                </a:r>
                <a:r>
                  <a:rPr lang="en-IN" sz="6000" b="1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 </a:t>
                </a:r>
              </mc:Fallback>
            </mc:AlternateContent>
            <a:endParaRPr sz="6000" b="1" dirty="0">
              <a:solidFill>
                <a:schemeClr val="lt1"/>
              </a:solidFill>
              <a:latin typeface="Cambria"/>
              <a:ea typeface="Cambria"/>
            </a:endParaRPr>
          </a:p>
        </p:txBody>
      </p:sp>
    </p:spTree>
  </p:cSld>
  <p:clrMapOvr>
    <a:masterClrMapping/>
  </p:clrMapOvr>
  <p:transition spd="slow">
    <p:push/>
  </p:transition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18">
          <a:extLst>
            <a:ext uri="{FF2B5EF4-FFF2-40B4-BE49-F238E27FC236}">
              <a16:creationId xmlns:a16="http://schemas.microsoft.com/office/drawing/2014/main" id="{DEBAFB25-DD5B-F566-A866-26C1351F65A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Google Shape;129;p29">
            <a:extLst>
              <a:ext uri="{FF2B5EF4-FFF2-40B4-BE49-F238E27FC236}">
                <a16:creationId xmlns:a16="http://schemas.microsoft.com/office/drawing/2014/main" id="{85CA81A3-3D37-1665-DB9A-D7056E0817FB}"/>
              </a:ext>
            </a:extLst>
          </p:cNvPr>
          <p:cNvSpPr txBox="1"/>
          <p:nvPr/>
        </p:nvSpPr>
        <p:spPr>
          <a:xfrm>
            <a:off x="1104806" y="2396709"/>
            <a:ext cx="34747200" cy="34747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algn="l" marL="0" lvl="0" indent="0">
              <a:buSzPts val="8400"/>
              <a:buFont typeface="Arial"/>
              <a:buNone/>
            </a:pPr>
            <a:r>
              <a:rPr lang="en-IN" sz="6000" b="1" dirty="0">
                <a:solidFill>
                  <a:schemeClr val="lt1"/>
                </a:solidFill>
                <a:latin typeface="Cambria"/>
                <a:ea typeface="Cambria"/>
                <a:sym typeface="Cambria"/>
              </a:rPr>
              <a:t>17. In a measurement, it is asked to find modulus of elasticity per unit torque applied on the system. The measured quantity has dimension of </a:t>
            </a:r>
            <mc:AlternateContent xmlns:mc="http://schemas.openxmlformats.org/markup-compatibility/2006">
              <mc:Choice xmlns:a14="http://schemas.microsoft.com/office/drawing/2010/main" Requires="a14">
                <a14:m xmlns:m="http://schemas.openxmlformats.org/officeDocument/2006/math">
                  <m:oMath>
                    <m:r>
                      <a:rPr lang="en-IN" sz="6000" b="1" dirty="0">
                        <a:solidFill>
                          <a:schemeClr val="lt1"/>
                        </a:solidFill>
                        <a:latin typeface="Cambria Math"/>
                        <a:ea typeface="Cambria Math"/>
                        <a:sym typeface="Cambria Math"/>
                      </a:rPr>
                      <m:t xml:space="preserve"> [</m:t>
                    </m:r>
                    <m:sSup>
                      <m:sSupPr/>
                      <m:e>
                        <m:r>
                          <a:rPr lang="en-IN" sz="6000" b="1" dirty="0">
                            <a:solidFill>
                              <a:schemeClr val="lt1"/>
                            </a:solidFill>
                            <a:latin typeface="Cambria Math"/>
                            <a:ea typeface="Cambria Math"/>
                            <a:sym typeface="Cambria Math"/>
                          </a:rPr>
                          <m:t xml:space="preserve">M</m:t>
                        </m:r>
                      </m:e>
                      <m:sup>
                        <m:r>
                          <a:rPr lang="en-IN" sz="6000" b="1" dirty="0">
                            <a:solidFill>
                              <a:schemeClr val="lt1"/>
                            </a:solidFill>
                            <a:latin typeface="Cambria Math"/>
                            <a:ea typeface="Cambria Math"/>
                            <a:sym typeface="Cambria Math"/>
                          </a:rPr>
                          <m:t xml:space="preserve">a</m:t>
                        </m:r>
                      </m:sup>
                    </m:sSup>
                    <m:r>
                      <a:rPr lang="en-IN" sz="6000" b="1" dirty="0">
                        <a:solidFill>
                          <a:schemeClr val="lt1"/>
                        </a:solidFill>
                        <a:latin typeface="Cambria Math"/>
                        <a:ea typeface="Cambria Math"/>
                        <a:sym typeface="Cambria Math"/>
                      </a:rPr>
                      <m:t xml:space="preserve"> </m:t>
                    </m:r>
                    <m:sSup>
                      <m:sSupPr/>
                      <m:e>
                        <m:r>
                          <a:rPr lang="en-IN" sz="6000" b="1" dirty="0">
                            <a:solidFill>
                              <a:schemeClr val="lt1"/>
                            </a:solidFill>
                            <a:latin typeface="Cambria Math"/>
                            <a:ea typeface="Cambria Math"/>
                            <a:sym typeface="Cambria Math"/>
                          </a:rPr>
                          <m:t xml:space="preserve">L</m:t>
                        </m:r>
                      </m:e>
                      <m:sup>
                        <m:r>
                          <a:rPr lang="en-IN" sz="6000" b="1" dirty="0">
                            <a:solidFill>
                              <a:schemeClr val="lt1"/>
                            </a:solidFill>
                            <a:latin typeface="Cambria Math"/>
                            <a:ea typeface="Cambria Math"/>
                            <a:sym typeface="Cambria Math"/>
                          </a:rPr>
                          <m:t xml:space="preserve">b</m:t>
                        </m:r>
                      </m:sup>
                    </m:sSup>
                    <m:r>
                      <a:rPr lang="en-IN" sz="6000" b="1" dirty="0">
                        <a:solidFill>
                          <a:schemeClr val="lt1"/>
                        </a:solidFill>
                        <a:latin typeface="Cambria Math"/>
                        <a:ea typeface="Cambria Math"/>
                        <a:sym typeface="Cambria Math"/>
                      </a:rPr>
                      <m:t xml:space="preserve"> </m:t>
                    </m:r>
                    <m:sSup>
                      <m:sSupPr/>
                      <m:e>
                        <m:r>
                          <a:rPr lang="en-IN" sz="6000" b="1" dirty="0">
                            <a:solidFill>
                              <a:schemeClr val="lt1"/>
                            </a:solidFill>
                            <a:latin typeface="Cambria Math"/>
                            <a:ea typeface="Cambria Math"/>
                            <a:sym typeface="Cambria Math"/>
                          </a:rPr>
                          <m:t xml:space="preserve">T</m:t>
                        </m:r>
                      </m:e>
                      <m:sup>
                        <m:r>
                          <a:rPr lang="en-IN" sz="6000" b="1" dirty="0">
                            <a:solidFill>
                              <a:schemeClr val="lt1"/>
                            </a:solidFill>
                            <a:latin typeface="Cambria Math"/>
                            <a:ea typeface="Cambria Math"/>
                            <a:sym typeface="Cambria Math"/>
                          </a:rPr>
                          <m:t xml:space="preserve">c</m:t>
                        </m:r>
                      </m:sup>
                    </m:sSup>
                    <m:r>
                      <a:rPr lang="en-IN" sz="6000" b="1" dirty="0">
                        <a:solidFill>
                          <a:schemeClr val="lt1"/>
                        </a:solidFill>
                        <a:latin typeface="Cambria Math"/>
                        <a:ea typeface="Cambria Math"/>
                        <a:sym typeface="Cambria Math"/>
                      </a:rPr>
                      <m:t xml:space="preserve">] </m:t>
                    </m:r>
                  </m:oMath>
                </a14:m>
              </mc:Choice>
              <mc:Fallback>
                <a:r>
                  <a:rPr lang="en-IN" sz="6000" b="1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 [M</a:t>
                </a:r>
                <a:r>
                  <a:rPr baseline="52000" lang="en-IN" sz="4320" b="1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a</a:t>
                </a:r>
                <a:r>
                  <a:rPr lang="en-IN" sz="6000" b="1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 L</a:t>
                </a:r>
                <a:r>
                  <a:rPr baseline="52000" lang="en-IN" sz="4320" b="1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b</a:t>
                </a:r>
                <a:r>
                  <a:rPr lang="en-IN" sz="6000" b="1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 T</a:t>
                </a:r>
                <a:r>
                  <a:rPr baseline="52000" lang="en-IN" sz="4320" b="1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c</a:t>
                </a:r>
                <a:r>
                  <a:rPr lang="en-IN" sz="6000" b="1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] </a:t>
                </a:r>
              </mc:Fallback>
            </mc:AlternateContent>
            <a:r>
              <a:rPr lang="en-IN" sz="6000" b="1" dirty="0">
                <a:solidFill>
                  <a:schemeClr val="lt1"/>
                </a:solidFill>
                <a:latin typeface="Cambria"/>
                <a:ea typeface="Cambria"/>
                <a:sym typeface="Cambria"/>
              </a:rPr>
              <a:t>. If b = 3, the value of c is ______. [28 Jan, 2025 (Shift-I)]</a:t>
            </a:r>
          </a:p>
        </p:txBody>
      </p:sp>
      <p:sp>
        <p:nvSpPr>
          <p:cNvPr id="3" name="Google Shape;131;p29">
            <a:extLst>
              <a:ext uri="{FF2B5EF4-FFF2-40B4-BE49-F238E27FC236}">
                <a16:creationId xmlns:a16="http://schemas.microsoft.com/office/drawing/2014/main" id="{9946FC45-E036-803C-1844-E619C8A31E32}"/>
              </a:ext>
            </a:extLst>
          </p:cNvPr>
          <p:cNvSpPr/>
          <p:nvPr/>
        </p:nvSpPr>
        <p:spPr>
          <a:xfrm>
            <a:off x="-1864528" y="681774"/>
            <a:ext cx="7081988" cy="1569660"/>
          </a:xfrm>
          <a:prstGeom prst="roundRect">
            <a:avLst>
              <a:gd name="adj" fmla="val 50000"/>
            </a:avLst>
          </a:prstGeom>
          <a:gradFill>
            <a:gsLst>
              <a:gs pos="0">
                <a:srgbClr val="07213C"/>
              </a:gs>
              <a:gs pos="50000">
                <a:srgbClr val="0A3258"/>
              </a:gs>
              <a:gs pos="100000">
                <a:srgbClr val="0E3B69"/>
              </a:gs>
            </a:gsLst>
            <a:lin ang="16200000" scaled="0"/>
          </a:gradFill>
          <a:ln w="57150" cap="flat" cmpd="sng">
            <a:solidFill>
              <a:schemeClr val="lt1"/>
            </a:solidFill>
            <a:prstDash val="solid"/>
            <a:round/>
            <a:headEnd type="none" w="sm" len="sm"/>
            <a:tailEnd type="none" w="sm" len="sm"/>
          </a:ln>
          <a:effectLst>
            <a:outerShdw blurRad="50800" dist="38100" dir="10800000" algn="r" rotWithShape="0">
              <a:srgbClr val="000000">
                <a:alpha val="40000"/>
              </a:srgb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algn="l" marL="0" marR="0" lvl="0" indent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8400" b="1" i="0" u="none" strike="noStrike" cap="none">
              <a:solidFill>
                <a:schemeClr val="lt1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4" name="Google Shape;132;p29">
            <a:extLst>
              <a:ext uri="{FF2B5EF4-FFF2-40B4-BE49-F238E27FC236}">
                <a16:creationId xmlns:a16="http://schemas.microsoft.com/office/drawing/2014/main" id="{B860A868-BB48-C17E-EDC8-5065AECEE0FB}"/>
              </a:ext>
            </a:extLst>
          </p:cNvPr>
          <p:cNvSpPr txBox="1"/>
          <p:nvPr/>
        </p:nvSpPr>
        <p:spPr>
          <a:xfrm>
            <a:off x="1039500" y="827049"/>
            <a:ext cx="4562190" cy="101562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algn="l">
              <a:buSzPts val="8400"/>
            </a:pPr>
            <a:r>
              <a:rPr lang="en-IN" sz="6000" b="1" dirty="0">
                <a:solidFill>
                  <a:schemeClr val="lt1"/>
                </a:solidFill>
                <a:latin typeface="Cambria"/>
                <a:ea typeface="Cambria"/>
                <a:sym typeface="Cambria"/>
              </a:rPr>
              <a:t>Question</a:t>
            </a:r>
            <a:endParaRPr sz="6000" b="1" dirty="0">
              <a:solidFill>
                <a:schemeClr val="lt1"/>
              </a:solidFill>
              <a:latin typeface="Cambria"/>
              <a:ea typeface="Cambria"/>
            </a:endParaRPr>
          </a:p>
        </p:txBody>
      </p:sp>
    </p:spTree>
    <p:extLst>
      <p:ext uri="{BB962C8B-B14F-4D97-AF65-F5344CB8AC3E}">
        <p14:creationId xmlns:p14="http://schemas.microsoft.com/office/powerpoint/2010/main" val="3150632569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900">
        <p14:warp dir="in"/>
      </p:transition>
    </mc:Choice>
    <mc:Fallback>
      <p:transition spd="slow">
        <p:fade/>
      </p:transition>
    </mc:Fallback>
  </mc:AlternateContent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Google Shape;129;p29"/>
          <p:cNvSpPr txBox="1"/>
          <p:nvPr/>
        </p:nvSpPr>
        <p:spPr>
          <a:xfrm>
            <a:off x="1104806" y="2396709"/>
            <a:ext cx="34747200" cy="25603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algn="l" marL="0" lvl="0" indent="0">
              <a:buSzPts val="8400"/>
              <a:buFont typeface="Arial"/>
              <a:buNone/>
            </a:pPr>
            <a:r>
              <a:rPr lang="en-IN" sz="6000" b="1" dirty="0">
                <a:solidFill>
                  <a:schemeClr val="lt1"/>
                </a:solidFill>
                <a:latin typeface="Cambria"/>
                <a:ea typeface="Cambria"/>
                <a:sym typeface="Cambria"/>
              </a:rPr>
              <a:t>18. Match List-I with List-II. [28 Jan, 2025 (Shift-II)]</a:t>
            </a:r>
          </a:p>
          <a:p>
            <a:pPr algn="l" marL="0" lvl="0" indent="0">
              <a:buSzPts val="8400"/>
              <a:buFont typeface="Arial"/>
              <a:buNone/>
            </a:pPr>
            <a:r>
              <a:rPr lang="en-IN" sz="6000" b="1" dirty="0">
                <a:solidFill>
                  <a:schemeClr val="lt1"/>
                </a:solidFill>
                <a:latin typeface="Cambria"/>
                <a:ea typeface="Cambria"/>
                <a:sym typeface="Cambria"/>
              </a:rPr>
              <a:t>Choose the correct answer from the options given below :</a:t>
            </a:r>
          </a:p>
        </p:txBody>
      </p:sp>
      <p:sp>
        <p:nvSpPr>
          <p:cNvPr id="3" name="Google Shape;130;p29"/>
          <p:cNvSpPr txBox="1"/>
          <p:nvPr/>
        </p:nvSpPr>
        <p:spPr>
          <a:xfrm>
            <a:off x="3107605" y="11663909"/>
            <a:ext cx="32744401" cy="15973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algn="l" marL="0" indent="0">
              <a:buSzPts val="8400"/>
            </a:pPr>
            <a:r>
              <a:rPr lang="en-IN" sz="6000" b="1" dirty="0">
                <a:solidFill>
                  <a:schemeClr val="lt1"/>
                </a:solidFill>
                <a:latin typeface="Cambria"/>
                <a:ea typeface="Cambria"/>
                <a:sym typeface="Cambria"/>
              </a:rPr>
              <a:t>(A)-(III), (B)-(I), (C)-(II), (D)-(IV)</a:t>
            </a:r>
            <a:endParaRPr sz="6000" b="1" dirty="0">
              <a:solidFill>
                <a:schemeClr val="lt1"/>
              </a:solidFill>
              <a:latin typeface="Cambria"/>
              <a:ea typeface="Cambria"/>
            </a:endParaRPr>
          </a:p>
        </p:txBody>
      </p:sp>
      <p:sp>
        <p:nvSpPr>
          <p:cNvPr id="4" name="Google Shape;131;p29"/>
          <p:cNvSpPr/>
          <p:nvPr/>
        </p:nvSpPr>
        <p:spPr>
          <a:xfrm>
            <a:off x="-1864528" y="681774"/>
            <a:ext cx="7081988" cy="1569660"/>
          </a:xfrm>
          <a:prstGeom prst="roundRect">
            <a:avLst>
              <a:gd name="adj" fmla="val 50000"/>
            </a:avLst>
          </a:prstGeom>
          <a:gradFill>
            <a:gsLst>
              <a:gs pos="0">
                <a:srgbClr val="07213C"/>
              </a:gs>
              <a:gs pos="50000">
                <a:srgbClr val="0A3258"/>
              </a:gs>
              <a:gs pos="100000">
                <a:srgbClr val="0E3B69"/>
              </a:gs>
            </a:gsLst>
            <a:lin ang="16200000" scaled="0"/>
          </a:gradFill>
          <a:ln w="57150" cap="flat" cmpd="sng">
            <a:solidFill>
              <a:schemeClr val="lt1"/>
            </a:solidFill>
            <a:prstDash val="solid"/>
            <a:round/>
            <a:headEnd type="none" w="sm" len="sm"/>
            <a:tailEnd type="none" w="sm" len="sm"/>
          </a:ln>
          <a:effectLst>
            <a:outerShdw blurRad="50800" dist="38100" dir="10800000" algn="r" rotWithShape="0">
              <a:srgbClr val="000000">
                <a:alpha val="40000"/>
              </a:srgb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algn="l" marL="0" marR="0" lvl="0" indent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8400" b="1" i="0" u="none" strike="noStrike" cap="none">
              <a:solidFill>
                <a:schemeClr val="lt1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5" name="Google Shape;132;p29"/>
          <p:cNvSpPr txBox="1"/>
          <p:nvPr/>
        </p:nvSpPr>
        <p:spPr>
          <a:xfrm>
            <a:off x="1039500" y="827049"/>
            <a:ext cx="4562190" cy="101562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algn="l">
              <a:buSzPts val="8400"/>
            </a:pPr>
            <a:r>
              <a:rPr lang="en-IN" sz="6000" b="1" dirty="0">
                <a:solidFill>
                  <a:schemeClr val="lt1"/>
                </a:solidFill>
                <a:latin typeface="Cambria"/>
                <a:ea typeface="Cambria"/>
                <a:sym typeface="Cambria"/>
              </a:rPr>
              <a:t>Question</a:t>
            </a:r>
            <a:endParaRPr sz="6000" b="1" dirty="0">
              <a:solidFill>
                <a:schemeClr val="lt1"/>
              </a:solidFill>
              <a:latin typeface="Cambria"/>
              <a:ea typeface="Cambria"/>
            </a:endParaRPr>
          </a:p>
        </p:txBody>
      </p:sp>
      <p:sp>
        <p:nvSpPr>
          <p:cNvPr id="6" name="Google Shape;133;p29"/>
          <p:cNvSpPr/>
          <p:nvPr/>
        </p:nvSpPr>
        <p:spPr>
          <a:xfrm>
            <a:off x="1039499" y="11373120"/>
            <a:ext cx="1597200" cy="1597200"/>
          </a:xfrm>
          <a:prstGeom prst="ellipse">
            <a:avLst/>
          </a:prstGeom>
          <a:gradFill>
            <a:gsLst>
              <a:gs pos="0">
                <a:srgbClr val="07213C"/>
              </a:gs>
              <a:gs pos="50000">
                <a:srgbClr val="0A3258"/>
              </a:gs>
              <a:gs pos="100000">
                <a:srgbClr val="0E3B69"/>
              </a:gs>
            </a:gsLst>
            <a:lin ang="16200000" scaled="0"/>
          </a:gradFill>
          <a:ln w="57150" cap="flat" cmpd="sng">
            <a:solidFill>
              <a:schemeClr val="lt1"/>
            </a:solidFill>
            <a:prstDash val="solid"/>
            <a:round/>
            <a:headEnd type="none" w="sm" len="sm"/>
            <a:tailEnd type="none" w="sm" len="sm"/>
          </a:ln>
          <a:effectLst>
            <a:outerShdw blurRad="50800" dist="38100" dir="10800000" algn="r" rotWithShape="0">
              <a:srgbClr val="000000">
                <a:alpha val="40000"/>
              </a:srgb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algn="l" marL="0" marR="0" lvl="0" indent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400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" name="Google Shape;134;p29"/>
          <p:cNvSpPr txBox="1"/>
          <p:nvPr/>
        </p:nvSpPr>
        <p:spPr>
          <a:xfrm>
            <a:off x="1104807" y="11571625"/>
            <a:ext cx="1466700" cy="116951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lvl="0" indent="0" algn="ctr">
              <a:buSzPts val="8400"/>
              <a:buFont typeface="Arial"/>
              <a:buNone/>
            </a:pPr>
            <a:r>
              <a:rPr lang="en-IN" sz="7000" b="1" dirty="0">
                <a:solidFill>
                  <a:schemeClr val="lt1"/>
                </a:solidFill>
                <a:latin typeface="Cambria"/>
                <a:ea typeface="Cambria"/>
                <a:sym typeface="Poppins"/>
              </a:rPr>
              <a:t>A</a:t>
            </a:r>
            <a:endParaRPr sz="7000" b="1" dirty="0">
              <a:solidFill>
                <a:schemeClr val="lt1"/>
              </a:solidFill>
              <a:latin typeface="Cambria"/>
              <a:ea typeface="Cambria"/>
            </a:endParaRPr>
          </a:p>
        </p:txBody>
      </p:sp>
      <p:grpSp>
        <p:nvGrpSpPr>
          <p:cNvPr id="8" name="Group 3">
            <a:extLst>
              <a:ext uri="{FF2B5EF4-FFF2-40B4-BE49-F238E27FC236}">
                <a16:creationId xmlns:a16="http://schemas.microsoft.com/office/drawing/2014/main" id="{E7A8D3A8-3CB4-6749-CCFA-38CA3F055B3C}"/>
              </a:ext>
            </a:extLst>
          </p:cNvPr>
          <p:cNvGrpSpPr/>
          <p:nvPr/>
        </p:nvGrpSpPr>
        <p:grpSpPr>
          <a:xfrm>
            <a:off x="1039499" y="13490460"/>
            <a:ext cx="1597200" cy="1597200"/>
            <a:chOff x="1039499" y="8887793"/>
            <a:chExt cx="1597200" cy="1597200"/>
          </a:xfrm>
        </p:grpSpPr>
        <p:sp>
          <p:nvSpPr>
            <p:cNvPr id="9" name="Google Shape;135;p29"/>
            <p:cNvSpPr/>
            <p:nvPr/>
          </p:nvSpPr>
          <p:spPr>
            <a:xfrm>
              <a:off x="1039499" y="8887793"/>
              <a:ext cx="1597200" cy="1597200"/>
            </a:xfrm>
            <a:prstGeom prst="ellipse">
              <a:avLst/>
            </a:prstGeom>
            <a:gradFill>
              <a:gsLst>
                <a:gs pos="0">
                  <a:srgbClr val="07213C"/>
                </a:gs>
                <a:gs pos="50000">
                  <a:srgbClr val="0A3258"/>
                </a:gs>
                <a:gs pos="100000">
                  <a:srgbClr val="0E3B69"/>
                </a:gs>
              </a:gsLst>
              <a:lin ang="16200000" scaled="0"/>
            </a:gradFill>
            <a:ln w="5715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  <a:effectLst>
              <a:outerShdw blurRad="50800" dist="38100" dir="10800000" algn="r" rotWithShape="0">
                <a:srgbClr val="000000">
                  <a:alpha val="40000"/>
                </a:srgbClr>
              </a:outerShdw>
            </a:effectLst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algn="l" marL="0" marR="0" lvl="0" indent="0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4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0" name="Google Shape;136;p29"/>
            <p:cNvSpPr txBox="1"/>
            <p:nvPr/>
          </p:nvSpPr>
          <p:spPr>
            <a:xfrm>
              <a:off x="1104806" y="9086298"/>
              <a:ext cx="1466700" cy="12006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pPr algn="ctr">
                <a:buSzPts val="8400"/>
              </a:pPr>
              <a:r>
                <a:rPr lang="en-IN" sz="7000" b="1" dirty="0">
                  <a:solidFill>
                    <a:schemeClr val="lt1"/>
                  </a:solidFill>
                  <a:latin typeface="Cambria"/>
                  <a:ea typeface="Cambria"/>
                  <a:sym typeface="Poppins"/>
                </a:rPr>
                <a:t>B</a:t>
              </a:r>
              <a:endParaRPr sz="7000" b="1" dirty="0">
                <a:solidFill>
                  <a:schemeClr val="lt1"/>
                </a:solidFill>
                <a:latin typeface="Cambria"/>
                <a:ea typeface="Cambria"/>
              </a:endParaRPr>
            </a:p>
          </p:txBody>
        </p:sp>
      </p:grpSp>
      <p:grpSp>
        <p:nvGrpSpPr>
          <p:cNvPr id="11" name="Group 2">
            <a:extLst>
              <a:ext uri="{FF2B5EF4-FFF2-40B4-BE49-F238E27FC236}">
                <a16:creationId xmlns:a16="http://schemas.microsoft.com/office/drawing/2014/main" id="{1929EFE0-7899-C986-6D22-F9305746025F}"/>
              </a:ext>
            </a:extLst>
          </p:cNvPr>
          <p:cNvGrpSpPr/>
          <p:nvPr/>
        </p:nvGrpSpPr>
        <p:grpSpPr>
          <a:xfrm>
            <a:off x="1039499" y="15607800"/>
            <a:ext cx="1597200" cy="1597200"/>
            <a:chOff x="1039499" y="11392904"/>
            <a:chExt cx="1597200" cy="1597200"/>
          </a:xfrm>
        </p:grpSpPr>
        <p:sp>
          <p:nvSpPr>
            <p:cNvPr id="12" name="Google Shape;137;p29"/>
            <p:cNvSpPr/>
            <p:nvPr/>
          </p:nvSpPr>
          <p:spPr>
            <a:xfrm>
              <a:off x="1039499" y="11392904"/>
              <a:ext cx="1597200" cy="1597200"/>
            </a:xfrm>
            <a:prstGeom prst="ellipse">
              <a:avLst/>
            </a:prstGeom>
            <a:gradFill>
              <a:gsLst>
                <a:gs pos="0">
                  <a:srgbClr val="07213C"/>
                </a:gs>
                <a:gs pos="50000">
                  <a:srgbClr val="0A3258"/>
                </a:gs>
                <a:gs pos="100000">
                  <a:srgbClr val="0E3B69"/>
                </a:gs>
              </a:gsLst>
              <a:lin ang="16200000" scaled="0"/>
            </a:gradFill>
            <a:ln w="5715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  <a:effectLst>
              <a:outerShdw blurRad="50800" dist="38100" dir="10800000" algn="r" rotWithShape="0">
                <a:srgbClr val="000000">
                  <a:alpha val="40000"/>
                </a:srgbClr>
              </a:outerShdw>
            </a:effectLst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algn="l" marL="0" marR="0" lvl="0" indent="0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4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3" name="Google Shape;138;p29"/>
            <p:cNvSpPr txBox="1"/>
            <p:nvPr/>
          </p:nvSpPr>
          <p:spPr>
            <a:xfrm>
              <a:off x="1104806" y="11591409"/>
              <a:ext cx="1466700" cy="12006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pPr algn="ctr">
                <a:buSzPts val="8400"/>
              </a:pPr>
              <a:r>
                <a:rPr lang="en-IN" sz="7000" b="1" dirty="0">
                  <a:solidFill>
                    <a:schemeClr val="lt1"/>
                  </a:solidFill>
                  <a:latin typeface="Cambria"/>
                  <a:ea typeface="Cambria"/>
                  <a:sym typeface="Poppins"/>
                </a:rPr>
                <a:t>C</a:t>
              </a:r>
              <a:endParaRPr sz="7000" b="1" dirty="0">
                <a:solidFill>
                  <a:schemeClr val="lt1"/>
                </a:solidFill>
                <a:latin typeface="Cambria"/>
                <a:ea typeface="Cambria"/>
              </a:endParaRPr>
            </a:p>
          </p:txBody>
        </p:sp>
      </p:grpSp>
      <p:grpSp>
        <p:nvGrpSpPr>
          <p:cNvPr id="14" name="Group 1">
            <a:extLst>
              <a:ext uri="{FF2B5EF4-FFF2-40B4-BE49-F238E27FC236}">
                <a16:creationId xmlns:a16="http://schemas.microsoft.com/office/drawing/2014/main" id="{2EFF441D-B1EA-669C-64B0-91C1D604A467}"/>
              </a:ext>
            </a:extLst>
          </p:cNvPr>
          <p:cNvGrpSpPr/>
          <p:nvPr/>
        </p:nvGrpSpPr>
        <p:grpSpPr>
          <a:xfrm>
            <a:off x="1039499" y="17725140"/>
            <a:ext cx="1597200" cy="1597200"/>
            <a:chOff x="1039499" y="13898015"/>
            <a:chExt cx="1597200" cy="1597200"/>
          </a:xfrm>
        </p:grpSpPr>
        <p:sp>
          <p:nvSpPr>
            <p:cNvPr id="15" name="Google Shape;139;p29"/>
            <p:cNvSpPr/>
            <p:nvPr/>
          </p:nvSpPr>
          <p:spPr>
            <a:xfrm>
              <a:off x="1039499" y="13898015"/>
              <a:ext cx="1597200" cy="1597200"/>
            </a:xfrm>
            <a:prstGeom prst="ellipse">
              <a:avLst/>
            </a:prstGeom>
            <a:gradFill>
              <a:gsLst>
                <a:gs pos="0">
                  <a:srgbClr val="07213C"/>
                </a:gs>
                <a:gs pos="50000">
                  <a:srgbClr val="0A3258"/>
                </a:gs>
                <a:gs pos="100000">
                  <a:srgbClr val="0E3B69"/>
                </a:gs>
              </a:gsLst>
              <a:lin ang="16200000" scaled="0"/>
            </a:gradFill>
            <a:ln w="5715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  <a:effectLst>
              <a:outerShdw blurRad="50800" dist="38100" dir="10800000" algn="r" rotWithShape="0">
                <a:srgbClr val="000000">
                  <a:alpha val="40000"/>
                </a:srgbClr>
              </a:outerShdw>
            </a:effectLst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algn="l" marL="0" marR="0" lvl="0" indent="0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4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6" name="Google Shape;140;p29"/>
            <p:cNvSpPr txBox="1"/>
            <p:nvPr/>
          </p:nvSpPr>
          <p:spPr>
            <a:xfrm>
              <a:off x="1104806" y="14096520"/>
              <a:ext cx="1466700" cy="12006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pPr algn="ctr">
                <a:buSzPts val="8400"/>
              </a:pPr>
              <a:r>
                <a:rPr lang="en-IN" sz="7000" b="1" dirty="0">
                  <a:solidFill>
                    <a:schemeClr val="lt1"/>
                  </a:solidFill>
                  <a:latin typeface="Cambria"/>
                  <a:ea typeface="Cambria"/>
                  <a:sym typeface="Poppins"/>
                </a:rPr>
                <a:t>D</a:t>
              </a:r>
              <a:endParaRPr sz="7000" b="1" dirty="0">
                <a:solidFill>
                  <a:schemeClr val="lt1"/>
                </a:solidFill>
                <a:latin typeface="Cambria"/>
                <a:ea typeface="Cambria"/>
              </a:endParaRPr>
            </a:p>
          </p:txBody>
        </p:sp>
      </p:grpSp>
      <p:sp>
        <p:nvSpPr>
          <p:cNvPr id="17" name="Google Shape;130;p29">
            <a:extLst>
              <a:ext uri="{FF2B5EF4-FFF2-40B4-BE49-F238E27FC236}">
                <a16:creationId xmlns:a16="http://schemas.microsoft.com/office/drawing/2014/main" id="{359EC1B9-8B0A-CB48-A9AA-6F6EAF44500B}"/>
              </a:ext>
            </a:extLst>
          </p:cNvPr>
          <p:cNvSpPr txBox="1"/>
          <p:nvPr/>
        </p:nvSpPr>
        <p:spPr>
          <a:xfrm>
            <a:off x="3107605" y="13721051"/>
            <a:ext cx="32744401" cy="15973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algn="l" marL="0" indent="0">
              <a:buSzPts val="8400"/>
            </a:pPr>
            <a:r>
              <a:rPr lang="en-IN" sz="6000" b="1" dirty="0">
                <a:solidFill>
                  <a:schemeClr val="lt1"/>
                </a:solidFill>
                <a:latin typeface="Cambria"/>
                <a:ea typeface="Cambria"/>
                <a:sym typeface="Cambria"/>
              </a:rPr>
              <a:t>(A)-(II), (B)-(I), (C)-(IV), (D)-(III)</a:t>
            </a:r>
            <a:endParaRPr sz="6000" b="1" dirty="0">
              <a:solidFill>
                <a:schemeClr val="lt1"/>
              </a:solidFill>
              <a:latin typeface="Cambria"/>
              <a:ea typeface="Cambria"/>
            </a:endParaRPr>
          </a:p>
        </p:txBody>
      </p:sp>
      <p:sp>
        <p:nvSpPr>
          <p:cNvPr id="18" name="Google Shape;130;p29">
            <a:extLst>
              <a:ext uri="{FF2B5EF4-FFF2-40B4-BE49-F238E27FC236}">
                <a16:creationId xmlns:a16="http://schemas.microsoft.com/office/drawing/2014/main" id="{7A900CAF-02A4-EA2C-D5AE-61E805D388DB}"/>
              </a:ext>
            </a:extLst>
          </p:cNvPr>
          <p:cNvSpPr txBox="1"/>
          <p:nvPr/>
        </p:nvSpPr>
        <p:spPr>
          <a:xfrm>
            <a:off x="3107605" y="15788366"/>
            <a:ext cx="32744401" cy="15973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algn="l" marL="0" indent="0">
              <a:buSzPts val="8400"/>
            </a:pPr>
            <a:r>
              <a:rPr lang="en-IN" sz="6000" b="1" dirty="0">
                <a:solidFill>
                  <a:schemeClr val="lt1"/>
                </a:solidFill>
                <a:latin typeface="Cambria"/>
                <a:ea typeface="Cambria"/>
                <a:sym typeface="Cambria"/>
              </a:rPr>
              <a:t>(A)-(III), (B)-(I), (C)-(IV), (D)-(II)</a:t>
            </a:r>
            <a:endParaRPr sz="6000" b="1" dirty="0">
              <a:solidFill>
                <a:schemeClr val="lt1"/>
              </a:solidFill>
              <a:latin typeface="Cambria"/>
              <a:ea typeface="Cambria"/>
            </a:endParaRPr>
          </a:p>
        </p:txBody>
      </p:sp>
      <p:sp>
        <p:nvSpPr>
          <p:cNvPr id="19" name="Google Shape;130;p29">
            <a:extLst>
              <a:ext uri="{FF2B5EF4-FFF2-40B4-BE49-F238E27FC236}">
                <a16:creationId xmlns:a16="http://schemas.microsoft.com/office/drawing/2014/main" id="{14CC97B5-99F4-9A71-2E1A-0ED3B3F0A5F1}"/>
              </a:ext>
            </a:extLst>
          </p:cNvPr>
          <p:cNvSpPr txBox="1"/>
          <p:nvPr/>
        </p:nvSpPr>
        <p:spPr>
          <a:xfrm>
            <a:off x="3107605" y="17923645"/>
            <a:ext cx="32744401" cy="15973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algn="l" marL="0" indent="0">
              <a:buSzPts val="8400"/>
            </a:pPr>
            <a:r>
              <a:rPr lang="en-IN" sz="6000" b="1" dirty="0">
                <a:solidFill>
                  <a:schemeClr val="lt1"/>
                </a:solidFill>
                <a:latin typeface="Cambria"/>
                <a:ea typeface="Cambria"/>
                <a:sym typeface="Cambria"/>
              </a:rPr>
              <a:t>(A)-(I), (B)-(III), (C)-(IV), (D)-(II)</a:t>
            </a:r>
            <a:endParaRPr sz="6000" b="1" dirty="0">
              <a:solidFill>
                <a:schemeClr val="lt1"/>
              </a:solidFill>
              <a:latin typeface="Cambria"/>
              <a:ea typeface="Cambria"/>
            </a:endParaRPr>
          </a:p>
        </p:txBody>
      </p:sp>
      <p:graphicFrame>
        <p:nvGraphicFramePr>
          <p:cNvPr id="20" name="ContentTable"/>
          <p:cNvGraphicFramePr>
            <a:graphicFrameLocks noGrp="1"/>
          </p:cNvGraphicFramePr>
          <p:nvPr/>
        </p:nvGraphicFramePr>
        <p:xfrm>
          <a:off x="1104806" y="5477029"/>
          <a:ext cx="34747200" cy="4576091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7373600"/>
                <a:gridCol w="17373600"/>
              </a:tblGrid>
              <a:tr h="915219">
                <a:tc>
                  <a:txBody>
                    <a:bodyPr/>
                    <a:lstStyle/>
                    <a:p>
                      <a:pPr algn="l" marL="0" marR="0" lvl="0" indent="0" rtl="0">
                        <a:lnSpc>
                          <a:spcPct val="110000"/>
                        </a:lnSpc>
                        <a:spcBef>
                          <a:spcPts val="60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buNone/>
                      </a:pPr>
                      <a:r>
                        <a:rPr lang="en-IN" sz="4000" b="1" i="0" u="none" strike="noStrike" cap="none" dirty="0">
                          <a:solidFill>
                            <a:schemeClr val="tx1"/>
                          </a:solidFill>
                          <a:latin typeface="Cambria"/>
                          <a:ea typeface="Cambria"/>
                          <a:sym typeface="Arial"/>
                        </a:rPr>
                        <a:t>List-I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marL="0" marR="0" lvl="0" indent="0" rtl="0">
                        <a:lnSpc>
                          <a:spcPct val="110000"/>
                        </a:lnSpc>
                        <a:spcBef>
                          <a:spcPts val="60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buNone/>
                      </a:pPr>
                      <a:r>
                        <a:rPr lang="en-IN" sz="4000" b="1" i="0" u="none" strike="noStrike" cap="none" dirty="0">
                          <a:solidFill>
                            <a:schemeClr val="tx1"/>
                          </a:solidFill>
                          <a:latin typeface="Cambria"/>
                          <a:ea typeface="Cambria"/>
                          <a:sym typeface="Arial"/>
                        </a:rPr>
                        <a:t>List-II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915218">
                <a:tc>
                  <a:txBody>
                    <a:bodyPr/>
                    <a:lstStyle/>
                    <a:p>
                      <a:pPr algn="l" marL="0" marR="0" lvl="0" indent="0" defTabSz="914400" rtl="0" eaLnBrk="1" fontAlgn="auto" latinLnBrk="0" hangingPunct="1">
                        <a:lnSpc>
                          <a:spcPct val="110000"/>
                        </a:lnSpc>
                        <a:spcBef>
                          <a:spcPts val="60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kumimoji="0" lang="en-IN" sz="4000" b="0" i="0" u="none" strike="noStrike" kern="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Cambria"/>
                          <a:ea typeface="Cambria"/>
                          <a:cs typeface="+mn-cs"/>
                          <a:sym typeface="Arial"/>
                        </a:rPr>
                        <a:t>A. Angular Impulse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marL="0" marR="0" lvl="0" indent="0" defTabSz="914400" rtl="0" eaLnBrk="1" fontAlgn="auto" latinLnBrk="0" hangingPunct="1">
                        <a:lnSpc>
                          <a:spcPct val="110000"/>
                        </a:lnSpc>
                        <a:spcBef>
                          <a:spcPts val="60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kumimoji="0" lang="en-IN" sz="4000" b="0" i="0" u="none" strike="noStrike" kern="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Cambria"/>
                          <a:ea typeface="Cambria"/>
                          <a:cs typeface="+mn-cs"/>
                          <a:sym typeface="Arial"/>
                        </a:rPr>
                        <a:t>I. </a:t>
                      </a:r>
                      <mc:AlternateContent xmlns:mc="http://schemas.openxmlformats.org/markup-compatibility/2006">
                        <mc:Choice xmlns:a14="http://schemas.microsoft.com/office/drawing/2010/main" Requires="a14">
                          <a14:m xmlns:m="http://schemas.openxmlformats.org/officeDocument/2006/math">
                            <m:oMath>
                              <m:r>
                                <a:rPr kumimoji="0" lang="en-IN" sz="4000" b="0" i="0" u="none" strike="noStrike" kern="0" cap="none" spc="0" normalizeH="0" baseline="0" noProof="0" dirty="0">
                                  <a:ln>
                                    <a:noFill/>
                                  </a:ln>
                                  <a:solidFill>
                                    <a:srgbClr val="000000"/>
                                  </a:solidFill>
                                  <a:effectLst/>
                                  <a:uLnTx/>
                                  <a:uFillTx/>
                                  <a:latin typeface="Cambria Math"/>
                                  <a:ea typeface="Cambria Math"/>
                                  <a:cs typeface="Cambria Math"/>
                                  <a:sym typeface="Cambria Math"/>
                                </a:rPr>
                                <m:t xml:space="preserve"> [</m:t>
                              </m:r>
                              <m:sSup>
                                <m:sSupPr/>
                                <m:e>
                                  <m:r>
                                    <a:rPr kumimoji="0" lang="en-IN" sz="4000" b="0" i="0" u="none" strike="noStrike" kern="0" cap="none" spc="0" normalizeH="0" baseline="0" noProof="0" dirty="0">
                                      <a:ln>
                                        <a:noFill/>
                                      </a:ln>
                                      <a:solidFill>
                                        <a:srgbClr val="000000"/>
                                      </a:solidFill>
                                      <a:effectLst/>
                                      <a:uLnTx/>
                                      <a:uFillTx/>
                                      <a:latin typeface="Cambria Math"/>
                                      <a:ea typeface="Cambria Math"/>
                                      <a:cs typeface="Cambria Math"/>
                                      <a:sym typeface="Cambria Math"/>
                                    </a:rPr>
                                    <m:t xml:space="preserve">M</m:t>
                                  </m:r>
                                </m:e>
                                <m:sup>
                                  <m:r>
                                    <a:rPr kumimoji="0" lang="en-IN" sz="4000" b="0" i="0" u="none" strike="noStrike" kern="0" cap="none" spc="0" normalizeH="0" baseline="0" noProof="0" dirty="0">
                                      <a:ln>
                                        <a:noFill/>
                                      </a:ln>
                                      <a:solidFill>
                                        <a:srgbClr val="000000"/>
                                      </a:solidFill>
                                      <a:effectLst/>
                                      <a:uLnTx/>
                                      <a:uFillTx/>
                                      <a:latin typeface="Cambria Math"/>
                                      <a:ea typeface="Cambria Math"/>
                                      <a:cs typeface="Cambria Math"/>
                                      <a:sym typeface="Cambria Math"/>
                                    </a:rPr>
                                    <m:t xml:space="preserve">0</m:t>
                                  </m:r>
                                </m:sup>
                              </m:sSup>
                              <m:r>
                                <a:rPr kumimoji="0" lang="en-IN" sz="4000" b="0" i="0" u="none" strike="noStrike" kern="0" cap="none" spc="0" normalizeH="0" baseline="0" noProof="0" dirty="0">
                                  <a:ln>
                                    <a:noFill/>
                                  </a:ln>
                                  <a:solidFill>
                                    <a:srgbClr val="000000"/>
                                  </a:solidFill>
                                  <a:effectLst/>
                                  <a:uLnTx/>
                                  <a:uFillTx/>
                                  <a:latin typeface="Cambria Math"/>
                                  <a:ea typeface="Cambria Math"/>
                                  <a:cs typeface="Cambria Math"/>
                                  <a:sym typeface="Cambria Math"/>
                                </a:rPr>
                                <m:t xml:space="preserve"> </m:t>
                              </m:r>
                              <m:sSup>
                                <m:sSupPr/>
                                <m:e>
                                  <m:r>
                                    <a:rPr kumimoji="0" lang="en-IN" sz="4000" b="0" i="0" u="none" strike="noStrike" kern="0" cap="none" spc="0" normalizeH="0" baseline="0" noProof="0" dirty="0">
                                      <a:ln>
                                        <a:noFill/>
                                      </a:ln>
                                      <a:solidFill>
                                        <a:srgbClr val="000000"/>
                                      </a:solidFill>
                                      <a:effectLst/>
                                      <a:uLnTx/>
                                      <a:uFillTx/>
                                      <a:latin typeface="Cambria Math"/>
                                      <a:ea typeface="Cambria Math"/>
                                      <a:cs typeface="Cambria Math"/>
                                      <a:sym typeface="Cambria Math"/>
                                    </a:rPr>
                                    <m:t xml:space="preserve">L</m:t>
                                  </m:r>
                                </m:e>
                                <m:sup>
                                  <m:r>
                                    <a:rPr kumimoji="0" lang="en-IN" sz="4000" b="0" i="0" u="none" strike="noStrike" kern="0" cap="none" spc="0" normalizeH="0" baseline="0" noProof="0" dirty="0">
                                      <a:ln>
                                        <a:noFill/>
                                      </a:ln>
                                      <a:solidFill>
                                        <a:srgbClr val="000000"/>
                                      </a:solidFill>
                                      <a:effectLst/>
                                      <a:uLnTx/>
                                      <a:uFillTx/>
                                      <a:latin typeface="Cambria Math"/>
                                      <a:ea typeface="Cambria Math"/>
                                      <a:cs typeface="Cambria Math"/>
                                      <a:sym typeface="Cambria Math"/>
                                    </a:rPr>
                                    <m:t xml:space="preserve">2</m:t>
                                  </m:r>
                                </m:sup>
                              </m:sSup>
                              <m:r>
                                <a:rPr kumimoji="0" lang="en-IN" sz="4000" b="0" i="0" u="none" strike="noStrike" kern="0" cap="none" spc="0" normalizeH="0" baseline="0" noProof="0" dirty="0">
                                  <a:ln>
                                    <a:noFill/>
                                  </a:ln>
                                  <a:solidFill>
                                    <a:srgbClr val="000000"/>
                                  </a:solidFill>
                                  <a:effectLst/>
                                  <a:uLnTx/>
                                  <a:uFillTx/>
                                  <a:latin typeface="Cambria Math"/>
                                  <a:ea typeface="Cambria Math"/>
                                  <a:cs typeface="Cambria Math"/>
                                  <a:sym typeface="Cambria Math"/>
                                </a:rPr>
                                <m:t xml:space="preserve"> </m:t>
                              </m:r>
                              <m:sSup>
                                <m:sSupPr/>
                                <m:e>
                                  <m:r>
                                    <a:rPr kumimoji="0" lang="en-IN" sz="4000" b="0" i="0" u="none" strike="noStrike" kern="0" cap="none" spc="0" normalizeH="0" baseline="0" noProof="0" dirty="0">
                                      <a:ln>
                                        <a:noFill/>
                                      </a:ln>
                                      <a:solidFill>
                                        <a:srgbClr val="000000"/>
                                      </a:solidFill>
                                      <a:effectLst/>
                                      <a:uLnTx/>
                                      <a:uFillTx/>
                                      <a:latin typeface="Cambria Math"/>
                                      <a:ea typeface="Cambria Math"/>
                                      <a:cs typeface="Cambria Math"/>
                                      <a:sym typeface="Cambria Math"/>
                                    </a:rPr>
                                    <m:t xml:space="preserve">T</m:t>
                                  </m:r>
                                </m:e>
                                <m:sup>
                                  <m:r>
                                    <a:rPr kumimoji="0" lang="en-IN" sz="4000" b="0" i="0" u="none" strike="noStrike" kern="0" cap="none" spc="0" normalizeH="0" baseline="0" noProof="0" dirty="0">
                                      <a:ln>
                                        <a:noFill/>
                                      </a:ln>
                                      <a:solidFill>
                                        <a:srgbClr val="000000"/>
                                      </a:solidFill>
                                      <a:effectLst/>
                                      <a:uLnTx/>
                                      <a:uFillTx/>
                                      <a:latin typeface="Cambria Math"/>
                                      <a:ea typeface="Cambria Math"/>
                                      <a:cs typeface="Cambria Math"/>
                                      <a:sym typeface="Cambria Math"/>
                                    </a:rPr>
                                    <m:t xml:space="preserve">-2</m:t>
                                  </m:r>
                                </m:sup>
                              </m:sSup>
                              <m:r>
                                <a:rPr kumimoji="0" lang="en-IN" sz="4000" b="0" i="0" u="none" strike="noStrike" kern="0" cap="none" spc="0" normalizeH="0" baseline="0" noProof="0" dirty="0">
                                  <a:ln>
                                    <a:noFill/>
                                  </a:ln>
                                  <a:solidFill>
                                    <a:srgbClr val="000000"/>
                                  </a:solidFill>
                                  <a:effectLst/>
                                  <a:uLnTx/>
                                  <a:uFillTx/>
                                  <a:latin typeface="Cambria Math"/>
                                  <a:ea typeface="Cambria Math"/>
                                  <a:cs typeface="Cambria Math"/>
                                  <a:sym typeface="Cambria Math"/>
                                </a:rPr>
                                <m:t xml:space="preserve">] </m:t>
                              </m:r>
                            </m:oMath>
                          </a14:m>
                        </mc:Choice>
                        <mc:Fallback>
                          <a:r>
                            <a:rPr kumimoji="0" lang="en-IN" sz="4000" b="0" i="0" u="none" strike="noStrike" kern="0" cap="none" spc="0" normalizeH="0" baseline="0" noProof="0" dirty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uLnTx/>
                              <a:uFillTx/>
                              <a:latin typeface="Cambria"/>
                              <a:ea typeface="Cambria"/>
                              <a:cs typeface="+mn-cs"/>
                              <a:sym typeface="Arial"/>
                            </a:rPr>
                            <a:t> [M</a:t>
                          </a:r>
                          <a:r>
                            <a:rPr kumimoji="0" lang="en-IN" sz="2880" b="0" i="0" u="none" strike="noStrike" kern="0" cap="none" spc="0" normalizeH="0" baseline="52000" noProof="0" dirty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uLnTx/>
                              <a:uFillTx/>
                              <a:latin typeface="Cambria"/>
                              <a:ea typeface="Cambria"/>
                              <a:cs typeface="+mn-cs"/>
                              <a:sym typeface="Arial"/>
                            </a:rPr>
                            <a:t>0</a:t>
                          </a:r>
                          <a:r>
                            <a:rPr kumimoji="0" lang="en-IN" sz="4000" b="0" i="0" u="none" strike="noStrike" kern="0" cap="none" spc="0" normalizeH="0" baseline="0" noProof="0" dirty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uLnTx/>
                              <a:uFillTx/>
                              <a:latin typeface="Cambria"/>
                              <a:ea typeface="Cambria"/>
                              <a:cs typeface="+mn-cs"/>
                              <a:sym typeface="Arial"/>
                            </a:rPr>
                            <a:t> L</a:t>
                          </a:r>
                          <a:r>
                            <a:rPr kumimoji="0" lang="en-IN" sz="2880" b="0" i="0" u="none" strike="noStrike" kern="0" cap="none" spc="0" normalizeH="0" baseline="52000" noProof="0" dirty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uLnTx/>
                              <a:uFillTx/>
                              <a:latin typeface="Cambria"/>
                              <a:ea typeface="Cambria"/>
                              <a:cs typeface="+mn-cs"/>
                              <a:sym typeface="Arial"/>
                            </a:rPr>
                            <a:t>2</a:t>
                          </a:r>
                          <a:r>
                            <a:rPr kumimoji="0" lang="en-IN" sz="4000" b="0" i="0" u="none" strike="noStrike" kern="0" cap="none" spc="0" normalizeH="0" baseline="0" noProof="0" dirty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uLnTx/>
                              <a:uFillTx/>
                              <a:latin typeface="Cambria"/>
                              <a:ea typeface="Cambria"/>
                              <a:cs typeface="+mn-cs"/>
                              <a:sym typeface="Arial"/>
                            </a:rPr>
                            <a:t> T</a:t>
                          </a:r>
                          <a:r>
                            <a:rPr kumimoji="0" lang="en-IN" sz="2880" b="0" i="0" u="none" strike="noStrike" kern="0" cap="none" spc="0" normalizeH="0" baseline="52000" noProof="0" dirty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uLnTx/>
                              <a:uFillTx/>
                              <a:latin typeface="Cambria"/>
                              <a:ea typeface="Cambria"/>
                              <a:cs typeface="+mn-cs"/>
                              <a:sym typeface="Arial"/>
                            </a:rPr>
                            <a:t>-2</a:t>
                          </a:r>
                          <a:r>
                            <a:rPr kumimoji="0" lang="en-IN" sz="4000" b="0" i="0" u="none" strike="noStrike" kern="0" cap="none" spc="0" normalizeH="0" baseline="0" noProof="0" dirty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uLnTx/>
                              <a:uFillTx/>
                              <a:latin typeface="Cambria"/>
                              <a:ea typeface="Cambria"/>
                              <a:cs typeface="+mn-cs"/>
                              <a:sym typeface="Arial"/>
                            </a:rPr>
                            <a:t>] </a:t>
                          </a:r>
                        </mc:Fallback>
                      </mc:AlternateContent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915218">
                <a:tc>
                  <a:txBody>
                    <a:bodyPr/>
                    <a:lstStyle/>
                    <a:p>
                      <a:pPr algn="l" marL="0" marR="0" lvl="0" indent="0" defTabSz="914400" rtl="0" eaLnBrk="1" fontAlgn="auto" latinLnBrk="0" hangingPunct="1">
                        <a:lnSpc>
                          <a:spcPct val="110000"/>
                        </a:lnSpc>
                        <a:spcBef>
                          <a:spcPts val="60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kumimoji="0" lang="en-IN" sz="4000" b="0" i="0" u="none" strike="noStrike" kern="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Cambria"/>
                          <a:ea typeface="Cambria"/>
                          <a:cs typeface="+mn-cs"/>
                          <a:sym typeface="Arial"/>
                        </a:rPr>
                        <a:t>B. Latent Heat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marL="0" marR="0" lvl="0" indent="0" defTabSz="914400" rtl="0" eaLnBrk="1" fontAlgn="auto" latinLnBrk="0" hangingPunct="1">
                        <a:lnSpc>
                          <a:spcPct val="110000"/>
                        </a:lnSpc>
                        <a:spcBef>
                          <a:spcPts val="60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kumimoji="0" lang="en-IN" sz="4000" b="0" i="0" u="none" strike="noStrike" kern="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Cambria"/>
                          <a:ea typeface="Cambria"/>
                          <a:cs typeface="+mn-cs"/>
                          <a:sym typeface="Arial"/>
                        </a:rPr>
                        <a:t>II. </a:t>
                      </a:r>
                      <mc:AlternateContent xmlns:mc="http://schemas.openxmlformats.org/markup-compatibility/2006">
                        <mc:Choice xmlns:a14="http://schemas.microsoft.com/office/drawing/2010/main" Requires="a14">
                          <a14:m xmlns:m="http://schemas.openxmlformats.org/officeDocument/2006/math">
                            <m:oMath>
                              <m:r>
                                <a:rPr kumimoji="0" lang="en-IN" sz="4000" b="0" i="0" u="none" strike="noStrike" kern="0" cap="none" spc="0" normalizeH="0" baseline="0" noProof="0" dirty="0">
                                  <a:ln>
                                    <a:noFill/>
                                  </a:ln>
                                  <a:solidFill>
                                    <a:srgbClr val="000000"/>
                                  </a:solidFill>
                                  <a:effectLst/>
                                  <a:uLnTx/>
                                  <a:uFillTx/>
                                  <a:latin typeface="Cambria Math"/>
                                  <a:ea typeface="Cambria Math"/>
                                  <a:cs typeface="Cambria Math"/>
                                  <a:sym typeface="Cambria Math"/>
                                </a:rPr>
                                <m:t xml:space="preserve"> [M </m:t>
                              </m:r>
                              <m:sSup>
                                <m:sSupPr/>
                                <m:e>
                                  <m:r>
                                    <a:rPr kumimoji="0" lang="en-IN" sz="4000" b="0" i="0" u="none" strike="noStrike" kern="0" cap="none" spc="0" normalizeH="0" baseline="0" noProof="0" dirty="0">
                                      <a:ln>
                                        <a:noFill/>
                                      </a:ln>
                                      <a:solidFill>
                                        <a:srgbClr val="000000"/>
                                      </a:solidFill>
                                      <a:effectLst/>
                                      <a:uLnTx/>
                                      <a:uFillTx/>
                                      <a:latin typeface="Cambria Math"/>
                                      <a:ea typeface="Cambria Math"/>
                                      <a:cs typeface="Cambria Math"/>
                                      <a:sym typeface="Cambria Math"/>
                                    </a:rPr>
                                    <m:t xml:space="preserve">L</m:t>
                                  </m:r>
                                </m:e>
                                <m:sup>
                                  <m:r>
                                    <a:rPr kumimoji="0" lang="en-IN" sz="4000" b="0" i="0" u="none" strike="noStrike" kern="0" cap="none" spc="0" normalizeH="0" baseline="0" noProof="0" dirty="0">
                                      <a:ln>
                                        <a:noFill/>
                                      </a:ln>
                                      <a:solidFill>
                                        <a:srgbClr val="000000"/>
                                      </a:solidFill>
                                      <a:effectLst/>
                                      <a:uLnTx/>
                                      <a:uFillTx/>
                                      <a:latin typeface="Cambria Math"/>
                                      <a:ea typeface="Cambria Math"/>
                                      <a:cs typeface="Cambria Math"/>
                                      <a:sym typeface="Cambria Math"/>
                                    </a:rPr>
                                    <m:t xml:space="preserve">2</m:t>
                                  </m:r>
                                </m:sup>
                              </m:sSup>
                              <m:r>
                                <a:rPr kumimoji="0" lang="en-IN" sz="4000" b="0" i="0" u="none" strike="noStrike" kern="0" cap="none" spc="0" normalizeH="0" baseline="0" noProof="0" dirty="0">
                                  <a:ln>
                                    <a:noFill/>
                                  </a:ln>
                                  <a:solidFill>
                                    <a:srgbClr val="000000"/>
                                  </a:solidFill>
                                  <a:effectLst/>
                                  <a:uLnTx/>
                                  <a:uFillTx/>
                                  <a:latin typeface="Cambria Math"/>
                                  <a:ea typeface="Cambria Math"/>
                                  <a:cs typeface="Cambria Math"/>
                                  <a:sym typeface="Cambria Math"/>
                                </a:rPr>
                                <m:t xml:space="preserve"> </m:t>
                              </m:r>
                              <m:sSup>
                                <m:sSupPr/>
                                <m:e>
                                  <m:r>
                                    <a:rPr kumimoji="0" lang="en-IN" sz="4000" b="0" i="0" u="none" strike="noStrike" kern="0" cap="none" spc="0" normalizeH="0" baseline="0" noProof="0" dirty="0">
                                      <a:ln>
                                        <a:noFill/>
                                      </a:ln>
                                      <a:solidFill>
                                        <a:srgbClr val="000000"/>
                                      </a:solidFill>
                                      <a:effectLst/>
                                      <a:uLnTx/>
                                      <a:uFillTx/>
                                      <a:latin typeface="Cambria Math"/>
                                      <a:ea typeface="Cambria Math"/>
                                      <a:cs typeface="Cambria Math"/>
                                      <a:sym typeface="Cambria Math"/>
                                    </a:rPr>
                                    <m:t xml:space="preserve">T</m:t>
                                  </m:r>
                                </m:e>
                                <m:sup>
                                  <m:r>
                                    <a:rPr kumimoji="0" lang="en-IN" sz="4000" b="0" i="0" u="none" strike="noStrike" kern="0" cap="none" spc="0" normalizeH="0" baseline="0" noProof="0" dirty="0">
                                      <a:ln>
                                        <a:noFill/>
                                      </a:ln>
                                      <a:solidFill>
                                        <a:srgbClr val="000000"/>
                                      </a:solidFill>
                                      <a:effectLst/>
                                      <a:uLnTx/>
                                      <a:uFillTx/>
                                      <a:latin typeface="Cambria Math"/>
                                      <a:ea typeface="Cambria Math"/>
                                      <a:cs typeface="Cambria Math"/>
                                      <a:sym typeface="Cambria Math"/>
                                    </a:rPr>
                                    <m:t xml:space="preserve">-3</m:t>
                                  </m:r>
                                </m:sup>
                              </m:sSup>
                              <m:sSup>
                                <m:sSupPr/>
                                <m:e>
                                  <m:r>
                                    <a:rPr kumimoji="0" lang="en-IN" sz="4000" b="0" i="0" u="none" strike="noStrike" kern="0" cap="none" spc="0" normalizeH="0" baseline="0" noProof="0" dirty="0">
                                      <a:ln>
                                        <a:noFill/>
                                      </a:ln>
                                      <a:solidFill>
                                        <a:srgbClr val="000000"/>
                                      </a:solidFill>
                                      <a:effectLst/>
                                      <a:uLnTx/>
                                      <a:uFillTx/>
                                      <a:latin typeface="Cambria Math"/>
                                      <a:ea typeface="Cambria Math"/>
                                      <a:cs typeface="Cambria Math"/>
                                      <a:sym typeface="Cambria Math"/>
                                    </a:rPr>
                                    <m:t xml:space="preserve">A</m:t>
                                  </m:r>
                                </m:e>
                                <m:sup>
                                  <m:r>
                                    <a:rPr kumimoji="0" lang="en-IN" sz="4000" b="0" i="0" u="none" strike="noStrike" kern="0" cap="none" spc="0" normalizeH="0" baseline="0" noProof="0" dirty="0">
                                      <a:ln>
                                        <a:noFill/>
                                      </a:ln>
                                      <a:solidFill>
                                        <a:srgbClr val="000000"/>
                                      </a:solidFill>
                                      <a:effectLst/>
                                      <a:uLnTx/>
                                      <a:uFillTx/>
                                      <a:latin typeface="Cambria Math"/>
                                      <a:ea typeface="Cambria Math"/>
                                      <a:cs typeface="Cambria Math"/>
                                      <a:sym typeface="Cambria Math"/>
                                    </a:rPr>
                                    <m:t xml:space="preserve">-1</m:t>
                                  </m:r>
                                </m:sup>
                              </m:sSup>
                              <m:r>
                                <a:rPr kumimoji="0" lang="en-IN" sz="4000" b="0" i="0" u="none" strike="noStrike" kern="0" cap="none" spc="0" normalizeH="0" baseline="0" noProof="0" dirty="0">
                                  <a:ln>
                                    <a:noFill/>
                                  </a:ln>
                                  <a:solidFill>
                                    <a:srgbClr val="000000"/>
                                  </a:solidFill>
                                  <a:effectLst/>
                                  <a:uLnTx/>
                                  <a:uFillTx/>
                                  <a:latin typeface="Cambria Math"/>
                                  <a:ea typeface="Cambria Math"/>
                                  <a:cs typeface="Cambria Math"/>
                                  <a:sym typeface="Cambria Math"/>
                                </a:rPr>
                                <m:t xml:space="preserve">] </m:t>
                              </m:r>
                            </m:oMath>
                          </a14:m>
                        </mc:Choice>
                        <mc:Fallback>
                          <a:r>
                            <a:rPr kumimoji="0" lang="en-IN" sz="4000" b="0" i="0" u="none" strike="noStrike" kern="0" cap="none" spc="0" normalizeH="0" baseline="0" noProof="0" dirty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uLnTx/>
                              <a:uFillTx/>
                              <a:latin typeface="Cambria"/>
                              <a:ea typeface="Cambria"/>
                              <a:cs typeface="+mn-cs"/>
                              <a:sym typeface="Arial"/>
                            </a:rPr>
                            <a:t> [M L</a:t>
                          </a:r>
                          <a:r>
                            <a:rPr kumimoji="0" lang="en-IN" sz="2880" b="0" i="0" u="none" strike="noStrike" kern="0" cap="none" spc="0" normalizeH="0" baseline="52000" noProof="0" dirty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uLnTx/>
                              <a:uFillTx/>
                              <a:latin typeface="Cambria"/>
                              <a:ea typeface="Cambria"/>
                              <a:cs typeface="+mn-cs"/>
                              <a:sym typeface="Arial"/>
                            </a:rPr>
                            <a:t>2</a:t>
                          </a:r>
                          <a:r>
                            <a:rPr kumimoji="0" lang="en-IN" sz="4000" b="0" i="0" u="none" strike="noStrike" kern="0" cap="none" spc="0" normalizeH="0" baseline="0" noProof="0" dirty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uLnTx/>
                              <a:uFillTx/>
                              <a:latin typeface="Cambria"/>
                              <a:ea typeface="Cambria"/>
                              <a:cs typeface="+mn-cs"/>
                              <a:sym typeface="Arial"/>
                            </a:rPr>
                            <a:t> T</a:t>
                          </a:r>
                          <a:r>
                            <a:rPr kumimoji="0" lang="en-IN" sz="2880" b="0" i="0" u="none" strike="noStrike" kern="0" cap="none" spc="0" normalizeH="0" baseline="52000" noProof="0" dirty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uLnTx/>
                              <a:uFillTx/>
                              <a:latin typeface="Cambria"/>
                              <a:ea typeface="Cambria"/>
                              <a:cs typeface="+mn-cs"/>
                              <a:sym typeface="Arial"/>
                            </a:rPr>
                            <a:t>-3</a:t>
                          </a:r>
                          <a:r>
                            <a:rPr kumimoji="0" lang="en-IN" sz="4000" b="0" i="0" u="none" strike="noStrike" kern="0" cap="none" spc="0" normalizeH="0" baseline="0" noProof="0" dirty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uLnTx/>
                              <a:uFillTx/>
                              <a:latin typeface="Cambria"/>
                              <a:ea typeface="Cambria"/>
                              <a:cs typeface="+mn-cs"/>
                              <a:sym typeface="Arial"/>
                            </a:rPr>
                            <a:t>A</a:t>
                          </a:r>
                          <a:r>
                            <a:rPr kumimoji="0" lang="en-IN" sz="2880" b="0" i="0" u="none" strike="noStrike" kern="0" cap="none" spc="0" normalizeH="0" baseline="52000" noProof="0" dirty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uLnTx/>
                              <a:uFillTx/>
                              <a:latin typeface="Cambria"/>
                              <a:ea typeface="Cambria"/>
                              <a:cs typeface="+mn-cs"/>
                              <a:sym typeface="Arial"/>
                            </a:rPr>
                            <a:t>-1</a:t>
                          </a:r>
                          <a:r>
                            <a:rPr kumimoji="0" lang="en-IN" sz="4000" b="0" i="0" u="none" strike="noStrike" kern="0" cap="none" spc="0" normalizeH="0" baseline="0" noProof="0" dirty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uLnTx/>
                              <a:uFillTx/>
                              <a:latin typeface="Cambria"/>
                              <a:ea typeface="Cambria"/>
                              <a:cs typeface="+mn-cs"/>
                              <a:sym typeface="Arial"/>
                            </a:rPr>
                            <a:t>] </a:t>
                          </a:r>
                        </mc:Fallback>
                      </mc:AlternateContent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915218">
                <a:tc>
                  <a:txBody>
                    <a:bodyPr/>
                    <a:lstStyle/>
                    <a:p>
                      <a:pPr algn="l" marL="0" marR="0" lvl="0" indent="0" defTabSz="914400" rtl="0" eaLnBrk="1" fontAlgn="auto" latinLnBrk="0" hangingPunct="1">
                        <a:lnSpc>
                          <a:spcPct val="110000"/>
                        </a:lnSpc>
                        <a:spcBef>
                          <a:spcPts val="60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kumimoji="0" lang="en-IN" sz="4000" b="0" i="0" u="none" strike="noStrike" kern="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Cambria"/>
                          <a:ea typeface="Cambria"/>
                          <a:cs typeface="+mn-cs"/>
                          <a:sym typeface="Arial"/>
                        </a:rPr>
                        <a:t>C. Electrical resistivity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marL="0" marR="0" lvl="0" indent="0" defTabSz="914400" rtl="0" eaLnBrk="1" fontAlgn="auto" latinLnBrk="0" hangingPunct="1">
                        <a:lnSpc>
                          <a:spcPct val="110000"/>
                        </a:lnSpc>
                        <a:spcBef>
                          <a:spcPts val="60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kumimoji="0" lang="en-IN" sz="4000" b="0" i="0" u="none" strike="noStrike" kern="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Cambria"/>
                          <a:ea typeface="Cambria"/>
                          <a:cs typeface="+mn-cs"/>
                          <a:sym typeface="Arial"/>
                        </a:rPr>
                        <a:t>III. </a:t>
                      </a:r>
                      <mc:AlternateContent xmlns:mc="http://schemas.openxmlformats.org/markup-compatibility/2006">
                        <mc:Choice xmlns:a14="http://schemas.microsoft.com/office/drawing/2010/main" Requires="a14">
                          <a14:m xmlns:m="http://schemas.openxmlformats.org/officeDocument/2006/math">
                            <m:oMath>
                              <m:r>
                                <a:rPr kumimoji="0" lang="en-IN" sz="4000" b="0" i="0" u="none" strike="noStrike" kern="0" cap="none" spc="0" normalizeH="0" baseline="0" noProof="0" dirty="0">
                                  <a:ln>
                                    <a:noFill/>
                                  </a:ln>
                                  <a:solidFill>
                                    <a:srgbClr val="000000"/>
                                  </a:solidFill>
                                  <a:effectLst/>
                                  <a:uLnTx/>
                                  <a:uFillTx/>
                                  <a:latin typeface="Cambria Math"/>
                                  <a:ea typeface="Cambria Math"/>
                                  <a:cs typeface="Cambria Math"/>
                                  <a:sym typeface="Cambria Math"/>
                                </a:rPr>
                                <m:t xml:space="preserve"> [M </m:t>
                              </m:r>
                              <m:sSup>
                                <m:sSupPr/>
                                <m:e>
                                  <m:r>
                                    <a:rPr kumimoji="0" lang="en-IN" sz="4000" b="0" i="0" u="none" strike="noStrike" kern="0" cap="none" spc="0" normalizeH="0" baseline="0" noProof="0" dirty="0">
                                      <a:ln>
                                        <a:noFill/>
                                      </a:ln>
                                      <a:solidFill>
                                        <a:srgbClr val="000000"/>
                                      </a:solidFill>
                                      <a:effectLst/>
                                      <a:uLnTx/>
                                      <a:uFillTx/>
                                      <a:latin typeface="Cambria Math"/>
                                      <a:ea typeface="Cambria Math"/>
                                      <a:cs typeface="Cambria Math"/>
                                      <a:sym typeface="Cambria Math"/>
                                    </a:rPr>
                                    <m:t xml:space="preserve">L</m:t>
                                  </m:r>
                                </m:e>
                                <m:sup>
                                  <m:r>
                                    <a:rPr kumimoji="0" lang="en-IN" sz="4000" b="0" i="0" u="none" strike="noStrike" kern="0" cap="none" spc="0" normalizeH="0" baseline="0" noProof="0" dirty="0">
                                      <a:ln>
                                        <a:noFill/>
                                      </a:ln>
                                      <a:solidFill>
                                        <a:srgbClr val="000000"/>
                                      </a:solidFill>
                                      <a:effectLst/>
                                      <a:uLnTx/>
                                      <a:uFillTx/>
                                      <a:latin typeface="Cambria Math"/>
                                      <a:ea typeface="Cambria Math"/>
                                      <a:cs typeface="Cambria Math"/>
                                      <a:sym typeface="Cambria Math"/>
                                    </a:rPr>
                                    <m:t xml:space="preserve">2</m:t>
                                  </m:r>
                                </m:sup>
                              </m:sSup>
                              <m:r>
                                <a:rPr kumimoji="0" lang="en-IN" sz="4000" b="0" i="0" u="none" strike="noStrike" kern="0" cap="none" spc="0" normalizeH="0" baseline="0" noProof="0" dirty="0">
                                  <a:ln>
                                    <a:noFill/>
                                  </a:ln>
                                  <a:solidFill>
                                    <a:srgbClr val="000000"/>
                                  </a:solidFill>
                                  <a:effectLst/>
                                  <a:uLnTx/>
                                  <a:uFillTx/>
                                  <a:latin typeface="Cambria Math"/>
                                  <a:ea typeface="Cambria Math"/>
                                  <a:cs typeface="Cambria Math"/>
                                  <a:sym typeface="Cambria Math"/>
                                </a:rPr>
                                <m:t xml:space="preserve"> </m:t>
                              </m:r>
                              <m:sSup>
                                <m:sSupPr/>
                                <m:e>
                                  <m:r>
                                    <a:rPr kumimoji="0" lang="en-IN" sz="4000" b="0" i="0" u="none" strike="noStrike" kern="0" cap="none" spc="0" normalizeH="0" baseline="0" noProof="0" dirty="0">
                                      <a:ln>
                                        <a:noFill/>
                                      </a:ln>
                                      <a:solidFill>
                                        <a:srgbClr val="000000"/>
                                      </a:solidFill>
                                      <a:effectLst/>
                                      <a:uLnTx/>
                                      <a:uFillTx/>
                                      <a:latin typeface="Cambria Math"/>
                                      <a:ea typeface="Cambria Math"/>
                                      <a:cs typeface="Cambria Math"/>
                                      <a:sym typeface="Cambria Math"/>
                                    </a:rPr>
                                    <m:t xml:space="preserve">T</m:t>
                                  </m:r>
                                </m:e>
                                <m:sup>
                                  <m:r>
                                    <a:rPr kumimoji="0" lang="en-IN" sz="4000" b="0" i="0" u="none" strike="noStrike" kern="0" cap="none" spc="0" normalizeH="0" baseline="0" noProof="0" dirty="0">
                                      <a:ln>
                                        <a:noFill/>
                                      </a:ln>
                                      <a:solidFill>
                                        <a:srgbClr val="000000"/>
                                      </a:solidFill>
                                      <a:effectLst/>
                                      <a:uLnTx/>
                                      <a:uFillTx/>
                                      <a:latin typeface="Cambria Math"/>
                                      <a:ea typeface="Cambria Math"/>
                                      <a:cs typeface="Cambria Math"/>
                                      <a:sym typeface="Cambria Math"/>
                                    </a:rPr>
                                    <m:t xml:space="preserve">-1</m:t>
                                  </m:r>
                                </m:sup>
                              </m:sSup>
                              <m:r>
                                <a:rPr kumimoji="0" lang="en-IN" sz="4000" b="0" i="0" u="none" strike="noStrike" kern="0" cap="none" spc="0" normalizeH="0" baseline="0" noProof="0" dirty="0">
                                  <a:ln>
                                    <a:noFill/>
                                  </a:ln>
                                  <a:solidFill>
                                    <a:srgbClr val="000000"/>
                                  </a:solidFill>
                                  <a:effectLst/>
                                  <a:uLnTx/>
                                  <a:uFillTx/>
                                  <a:latin typeface="Cambria Math"/>
                                  <a:ea typeface="Cambria Math"/>
                                  <a:cs typeface="Cambria Math"/>
                                  <a:sym typeface="Cambria Math"/>
                                </a:rPr>
                                <m:t xml:space="preserve">] </m:t>
                              </m:r>
                            </m:oMath>
                          </a14:m>
                        </mc:Choice>
                        <mc:Fallback>
                          <a:r>
                            <a:rPr kumimoji="0" lang="en-IN" sz="4000" b="0" i="0" u="none" strike="noStrike" kern="0" cap="none" spc="0" normalizeH="0" baseline="0" noProof="0" dirty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uLnTx/>
                              <a:uFillTx/>
                              <a:latin typeface="Cambria"/>
                              <a:ea typeface="Cambria"/>
                              <a:cs typeface="+mn-cs"/>
                              <a:sym typeface="Arial"/>
                            </a:rPr>
                            <a:t> [M L</a:t>
                          </a:r>
                          <a:r>
                            <a:rPr kumimoji="0" lang="en-IN" sz="2880" b="0" i="0" u="none" strike="noStrike" kern="0" cap="none" spc="0" normalizeH="0" baseline="52000" noProof="0" dirty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uLnTx/>
                              <a:uFillTx/>
                              <a:latin typeface="Cambria"/>
                              <a:ea typeface="Cambria"/>
                              <a:cs typeface="+mn-cs"/>
                              <a:sym typeface="Arial"/>
                            </a:rPr>
                            <a:t>2</a:t>
                          </a:r>
                          <a:r>
                            <a:rPr kumimoji="0" lang="en-IN" sz="4000" b="0" i="0" u="none" strike="noStrike" kern="0" cap="none" spc="0" normalizeH="0" baseline="0" noProof="0" dirty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uLnTx/>
                              <a:uFillTx/>
                              <a:latin typeface="Cambria"/>
                              <a:ea typeface="Cambria"/>
                              <a:cs typeface="+mn-cs"/>
                              <a:sym typeface="Arial"/>
                            </a:rPr>
                            <a:t> T</a:t>
                          </a:r>
                          <a:r>
                            <a:rPr kumimoji="0" lang="en-IN" sz="2880" b="0" i="0" u="none" strike="noStrike" kern="0" cap="none" spc="0" normalizeH="0" baseline="52000" noProof="0" dirty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uLnTx/>
                              <a:uFillTx/>
                              <a:latin typeface="Cambria"/>
                              <a:ea typeface="Cambria"/>
                              <a:cs typeface="+mn-cs"/>
                              <a:sym typeface="Arial"/>
                            </a:rPr>
                            <a:t>-1</a:t>
                          </a:r>
                          <a:r>
                            <a:rPr kumimoji="0" lang="en-IN" sz="4000" b="0" i="0" u="none" strike="noStrike" kern="0" cap="none" spc="0" normalizeH="0" baseline="0" noProof="0" dirty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uLnTx/>
                              <a:uFillTx/>
                              <a:latin typeface="Cambria"/>
                              <a:ea typeface="Cambria"/>
                              <a:cs typeface="+mn-cs"/>
                              <a:sym typeface="Arial"/>
                            </a:rPr>
                            <a:t>] </a:t>
                          </a:r>
                        </mc:Fallback>
                      </mc:AlternateContent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915218">
                <a:tc>
                  <a:txBody>
                    <a:bodyPr/>
                    <a:lstStyle/>
                    <a:p>
                      <a:pPr algn="l" marL="0" marR="0" lvl="0" indent="0" defTabSz="914400" rtl="0" eaLnBrk="1" fontAlgn="auto" latinLnBrk="0" hangingPunct="1">
                        <a:lnSpc>
                          <a:spcPct val="110000"/>
                        </a:lnSpc>
                        <a:spcBef>
                          <a:spcPts val="60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kumimoji="0" lang="en-IN" sz="4000" b="0" i="0" u="none" strike="noStrike" kern="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Cambria"/>
                          <a:ea typeface="Cambria"/>
                          <a:cs typeface="+mn-cs"/>
                          <a:sym typeface="Arial"/>
                        </a:rPr>
                        <a:t>D. Electromotive force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marL="0" marR="0" lvl="0" indent="0" defTabSz="914400" rtl="0" eaLnBrk="1" fontAlgn="auto" latinLnBrk="0" hangingPunct="1">
                        <a:lnSpc>
                          <a:spcPct val="110000"/>
                        </a:lnSpc>
                        <a:spcBef>
                          <a:spcPts val="60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kumimoji="0" lang="en-IN" sz="4000" b="0" i="0" u="none" strike="noStrike" kern="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Cambria"/>
                          <a:ea typeface="Cambria"/>
                          <a:cs typeface="+mn-cs"/>
                          <a:sym typeface="Arial"/>
                        </a:rPr>
                        <a:t>IV. </a:t>
                      </a:r>
                      <mc:AlternateContent xmlns:mc="http://schemas.openxmlformats.org/markup-compatibility/2006">
                        <mc:Choice xmlns:a14="http://schemas.microsoft.com/office/drawing/2010/main" Requires="a14">
                          <a14:m xmlns:m="http://schemas.openxmlformats.org/officeDocument/2006/math">
                            <m:oMath>
                              <m:r>
                                <a:rPr kumimoji="0" lang="en-IN" sz="4000" b="0" i="0" u="none" strike="noStrike" kern="0" cap="none" spc="0" normalizeH="0" baseline="0" noProof="0" dirty="0">
                                  <a:ln>
                                    <a:noFill/>
                                  </a:ln>
                                  <a:solidFill>
                                    <a:srgbClr val="000000"/>
                                  </a:solidFill>
                                  <a:effectLst/>
                                  <a:uLnTx/>
                                  <a:uFillTx/>
                                  <a:latin typeface="Cambria Math"/>
                                  <a:ea typeface="Cambria Math"/>
                                  <a:cs typeface="Cambria Math"/>
                                  <a:sym typeface="Cambria Math"/>
                                </a:rPr>
                                <m:t xml:space="preserve"> [M </m:t>
                              </m:r>
                              <m:sSup>
                                <m:sSupPr/>
                                <m:e>
                                  <m:r>
                                    <a:rPr kumimoji="0" lang="en-IN" sz="4000" b="0" i="0" u="none" strike="noStrike" kern="0" cap="none" spc="0" normalizeH="0" baseline="0" noProof="0" dirty="0">
                                      <a:ln>
                                        <a:noFill/>
                                      </a:ln>
                                      <a:solidFill>
                                        <a:srgbClr val="000000"/>
                                      </a:solidFill>
                                      <a:effectLst/>
                                      <a:uLnTx/>
                                      <a:uFillTx/>
                                      <a:latin typeface="Cambria Math"/>
                                      <a:ea typeface="Cambria Math"/>
                                      <a:cs typeface="Cambria Math"/>
                                      <a:sym typeface="Cambria Math"/>
                                    </a:rPr>
                                    <m:t xml:space="preserve">L</m:t>
                                  </m:r>
                                </m:e>
                                <m:sup>
                                  <m:r>
                                    <a:rPr kumimoji="0" lang="en-IN" sz="4000" b="0" i="0" u="none" strike="noStrike" kern="0" cap="none" spc="0" normalizeH="0" baseline="0" noProof="0" dirty="0">
                                      <a:ln>
                                        <a:noFill/>
                                      </a:ln>
                                      <a:solidFill>
                                        <a:srgbClr val="000000"/>
                                      </a:solidFill>
                                      <a:effectLst/>
                                      <a:uLnTx/>
                                      <a:uFillTx/>
                                      <a:latin typeface="Cambria Math"/>
                                      <a:ea typeface="Cambria Math"/>
                                      <a:cs typeface="Cambria Math"/>
                                      <a:sym typeface="Cambria Math"/>
                                    </a:rPr>
                                    <m:t xml:space="preserve">3</m:t>
                                  </m:r>
                                </m:sup>
                              </m:sSup>
                              <m:r>
                                <a:rPr kumimoji="0" lang="en-IN" sz="4000" b="0" i="0" u="none" strike="noStrike" kern="0" cap="none" spc="0" normalizeH="0" baseline="0" noProof="0" dirty="0">
                                  <a:ln>
                                    <a:noFill/>
                                  </a:ln>
                                  <a:solidFill>
                                    <a:srgbClr val="000000"/>
                                  </a:solidFill>
                                  <a:effectLst/>
                                  <a:uLnTx/>
                                  <a:uFillTx/>
                                  <a:latin typeface="Cambria Math"/>
                                  <a:ea typeface="Cambria Math"/>
                                  <a:cs typeface="Cambria Math"/>
                                  <a:sym typeface="Cambria Math"/>
                                </a:rPr>
                                <m:t xml:space="preserve"> </m:t>
                              </m:r>
                              <m:sSup>
                                <m:sSupPr/>
                                <m:e>
                                  <m:r>
                                    <a:rPr kumimoji="0" lang="en-IN" sz="4000" b="0" i="0" u="none" strike="noStrike" kern="0" cap="none" spc="0" normalizeH="0" baseline="0" noProof="0" dirty="0">
                                      <a:ln>
                                        <a:noFill/>
                                      </a:ln>
                                      <a:solidFill>
                                        <a:srgbClr val="000000"/>
                                      </a:solidFill>
                                      <a:effectLst/>
                                      <a:uLnTx/>
                                      <a:uFillTx/>
                                      <a:latin typeface="Cambria Math"/>
                                      <a:ea typeface="Cambria Math"/>
                                      <a:cs typeface="Cambria Math"/>
                                      <a:sym typeface="Cambria Math"/>
                                    </a:rPr>
                                    <m:t xml:space="preserve">T</m:t>
                                  </m:r>
                                </m:e>
                                <m:sup>
                                  <m:r>
                                    <a:rPr kumimoji="0" lang="en-IN" sz="4000" b="0" i="0" u="none" strike="noStrike" kern="0" cap="none" spc="0" normalizeH="0" baseline="0" noProof="0" dirty="0">
                                      <a:ln>
                                        <a:noFill/>
                                      </a:ln>
                                      <a:solidFill>
                                        <a:srgbClr val="000000"/>
                                      </a:solidFill>
                                      <a:effectLst/>
                                      <a:uLnTx/>
                                      <a:uFillTx/>
                                      <a:latin typeface="Cambria Math"/>
                                      <a:ea typeface="Cambria Math"/>
                                      <a:cs typeface="Cambria Math"/>
                                      <a:sym typeface="Cambria Math"/>
                                    </a:rPr>
                                    <m:t xml:space="preserve">-3</m:t>
                                  </m:r>
                                </m:sup>
                              </m:sSup>
                              <m:r>
                                <a:rPr kumimoji="0" lang="en-IN" sz="4000" b="0" i="0" u="none" strike="noStrike" kern="0" cap="none" spc="0" normalizeH="0" baseline="0" noProof="0" dirty="0">
                                  <a:ln>
                                    <a:noFill/>
                                  </a:ln>
                                  <a:solidFill>
                                    <a:srgbClr val="000000"/>
                                  </a:solidFill>
                                  <a:effectLst/>
                                  <a:uLnTx/>
                                  <a:uFillTx/>
                                  <a:latin typeface="Cambria Math"/>
                                  <a:ea typeface="Cambria Math"/>
                                  <a:cs typeface="Cambria Math"/>
                                  <a:sym typeface="Cambria Math"/>
                                </a:rPr>
                                <m:t xml:space="preserve"> </m:t>
                              </m:r>
                              <m:sSup>
                                <m:sSupPr/>
                                <m:e>
                                  <m:r>
                                    <a:rPr kumimoji="0" lang="en-IN" sz="4000" b="0" i="0" u="none" strike="noStrike" kern="0" cap="none" spc="0" normalizeH="0" baseline="0" noProof="0" dirty="0">
                                      <a:ln>
                                        <a:noFill/>
                                      </a:ln>
                                      <a:solidFill>
                                        <a:srgbClr val="000000"/>
                                      </a:solidFill>
                                      <a:effectLst/>
                                      <a:uLnTx/>
                                      <a:uFillTx/>
                                      <a:latin typeface="Cambria Math"/>
                                      <a:ea typeface="Cambria Math"/>
                                      <a:cs typeface="Cambria Math"/>
                                      <a:sym typeface="Cambria Math"/>
                                    </a:rPr>
                                    <m:t xml:space="preserve">A</m:t>
                                  </m:r>
                                </m:e>
                                <m:sup>
                                  <m:r>
                                    <a:rPr kumimoji="0" lang="en-IN" sz="4000" b="0" i="0" u="none" strike="noStrike" kern="0" cap="none" spc="0" normalizeH="0" baseline="0" noProof="0" dirty="0">
                                      <a:ln>
                                        <a:noFill/>
                                      </a:ln>
                                      <a:solidFill>
                                        <a:srgbClr val="000000"/>
                                      </a:solidFill>
                                      <a:effectLst/>
                                      <a:uLnTx/>
                                      <a:uFillTx/>
                                      <a:latin typeface="Cambria Math"/>
                                      <a:ea typeface="Cambria Math"/>
                                      <a:cs typeface="Cambria Math"/>
                                      <a:sym typeface="Cambria Math"/>
                                    </a:rPr>
                                    <m:t xml:space="preserve">-2</m:t>
                                  </m:r>
                                </m:sup>
                              </m:sSup>
                              <m:r>
                                <a:rPr kumimoji="0" lang="en-IN" sz="4000" b="0" i="0" u="none" strike="noStrike" kern="0" cap="none" spc="0" normalizeH="0" baseline="0" noProof="0" dirty="0">
                                  <a:ln>
                                    <a:noFill/>
                                  </a:ln>
                                  <a:solidFill>
                                    <a:srgbClr val="000000"/>
                                  </a:solidFill>
                                  <a:effectLst/>
                                  <a:uLnTx/>
                                  <a:uFillTx/>
                                  <a:latin typeface="Cambria Math"/>
                                  <a:ea typeface="Cambria Math"/>
                                  <a:cs typeface="Cambria Math"/>
                                  <a:sym typeface="Cambria Math"/>
                                </a:rPr>
                                <m:t xml:space="preserve">] </m:t>
                              </m:r>
                            </m:oMath>
                          </a14:m>
                        </mc:Choice>
                        <mc:Fallback>
                          <a:r>
                            <a:rPr kumimoji="0" lang="en-IN" sz="4000" b="0" i="0" u="none" strike="noStrike" kern="0" cap="none" spc="0" normalizeH="0" baseline="0" noProof="0" dirty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uLnTx/>
                              <a:uFillTx/>
                              <a:latin typeface="Cambria"/>
                              <a:ea typeface="Cambria"/>
                              <a:cs typeface="+mn-cs"/>
                              <a:sym typeface="Arial"/>
                            </a:rPr>
                            <a:t> [M L</a:t>
                          </a:r>
                          <a:r>
                            <a:rPr kumimoji="0" lang="en-IN" sz="2880" b="0" i="0" u="none" strike="noStrike" kern="0" cap="none" spc="0" normalizeH="0" baseline="52000" noProof="0" dirty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uLnTx/>
                              <a:uFillTx/>
                              <a:latin typeface="Cambria"/>
                              <a:ea typeface="Cambria"/>
                              <a:cs typeface="+mn-cs"/>
                              <a:sym typeface="Arial"/>
                            </a:rPr>
                            <a:t>3</a:t>
                          </a:r>
                          <a:r>
                            <a:rPr kumimoji="0" lang="en-IN" sz="4000" b="0" i="0" u="none" strike="noStrike" kern="0" cap="none" spc="0" normalizeH="0" baseline="0" noProof="0" dirty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uLnTx/>
                              <a:uFillTx/>
                              <a:latin typeface="Cambria"/>
                              <a:ea typeface="Cambria"/>
                              <a:cs typeface="+mn-cs"/>
                              <a:sym typeface="Arial"/>
                            </a:rPr>
                            <a:t> T</a:t>
                          </a:r>
                          <a:r>
                            <a:rPr kumimoji="0" lang="en-IN" sz="2880" b="0" i="0" u="none" strike="noStrike" kern="0" cap="none" spc="0" normalizeH="0" baseline="52000" noProof="0" dirty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uLnTx/>
                              <a:uFillTx/>
                              <a:latin typeface="Cambria"/>
                              <a:ea typeface="Cambria"/>
                              <a:cs typeface="+mn-cs"/>
                              <a:sym typeface="Arial"/>
                            </a:rPr>
                            <a:t>-3</a:t>
                          </a:r>
                          <a:r>
                            <a:rPr kumimoji="0" lang="en-IN" sz="4000" b="0" i="0" u="none" strike="noStrike" kern="0" cap="none" spc="0" normalizeH="0" baseline="0" noProof="0" dirty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uLnTx/>
                              <a:uFillTx/>
                              <a:latin typeface="Cambria"/>
                              <a:ea typeface="Cambria"/>
                              <a:cs typeface="+mn-cs"/>
                              <a:sym typeface="Arial"/>
                            </a:rPr>
                            <a:t> A</a:t>
                          </a:r>
                          <a:r>
                            <a:rPr kumimoji="0" lang="en-IN" sz="2880" b="0" i="0" u="none" strike="noStrike" kern="0" cap="none" spc="0" normalizeH="0" baseline="52000" noProof="0" dirty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uLnTx/>
                              <a:uFillTx/>
                              <a:latin typeface="Cambria"/>
                              <a:ea typeface="Cambria"/>
                              <a:cs typeface="+mn-cs"/>
                              <a:sym typeface="Arial"/>
                            </a:rPr>
                            <a:t>-2</a:t>
                          </a:r>
                          <a:r>
                            <a:rPr kumimoji="0" lang="en-IN" sz="4000" b="0" i="0" u="none" strike="noStrike" kern="0" cap="none" spc="0" normalizeH="0" baseline="0" noProof="0" dirty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uLnTx/>
                              <a:uFillTx/>
                              <a:latin typeface="Cambria"/>
                              <a:ea typeface="Cambria"/>
                              <a:cs typeface="+mn-cs"/>
                              <a:sym typeface="Arial"/>
                            </a:rPr>
                            <a:t>] </a:t>
                          </a:r>
                        </mc:Fallback>
                      </mc:AlternateContent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</p:spTree>
  </p:cSld>
  <p:clrMapOvr>
    <a:masterClrMapping/>
  </p:clrMapOvr>
  <p:transition spd="slow">
    <p:push/>
  </p:transition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Google Shape;129;p29"/>
          <p:cNvSpPr txBox="1"/>
          <p:nvPr/>
        </p:nvSpPr>
        <p:spPr>
          <a:xfrm>
            <a:off x="1104806" y="2396709"/>
            <a:ext cx="34747200" cy="16459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algn="l" marL="0" lvl="0" indent="0">
              <a:buSzPts val="8400"/>
              <a:buFont typeface="Arial"/>
              <a:buNone/>
            </a:pPr>
            <a:r>
              <a:rPr lang="en-IN" sz="6000" b="1" dirty="0">
                <a:solidFill>
                  <a:schemeClr val="lt1"/>
                </a:solidFill>
                <a:latin typeface="Cambria"/>
                <a:ea typeface="Cambria"/>
                <a:sym typeface="Cambria"/>
              </a:rPr>
              <a:t>19. The pair of physical quantities not having same dimensions is: [29 Jan, 2025 (Shift-I)]</a:t>
            </a:r>
          </a:p>
        </p:txBody>
      </p:sp>
      <p:sp>
        <p:nvSpPr>
          <p:cNvPr id="3" name="Google Shape;130;p29"/>
          <p:cNvSpPr txBox="1"/>
          <p:nvPr/>
        </p:nvSpPr>
        <p:spPr>
          <a:xfrm>
            <a:off x="3107605" y="5653418"/>
            <a:ext cx="32744401" cy="15973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algn="l" marL="0" indent="0">
              <a:buSzPts val="8400"/>
            </a:pPr>
            <a:r>
              <a:rPr lang="en-IN" sz="6000" b="1" dirty="0">
                <a:solidFill>
                  <a:schemeClr val="lt1"/>
                </a:solidFill>
                <a:latin typeface="Cambria"/>
                <a:ea typeface="Cambria"/>
                <a:sym typeface="Cambria"/>
              </a:rPr>
              <a:t>Pressure and Young's modulus</a:t>
            </a:r>
            <a:endParaRPr sz="6000" b="1" dirty="0">
              <a:solidFill>
                <a:schemeClr val="lt1"/>
              </a:solidFill>
              <a:latin typeface="Cambria"/>
              <a:ea typeface="Cambria"/>
            </a:endParaRPr>
          </a:p>
        </p:txBody>
      </p:sp>
      <p:sp>
        <p:nvSpPr>
          <p:cNvPr id="4" name="Google Shape;131;p29"/>
          <p:cNvSpPr/>
          <p:nvPr/>
        </p:nvSpPr>
        <p:spPr>
          <a:xfrm>
            <a:off x="-1864528" y="681774"/>
            <a:ext cx="7081988" cy="1569660"/>
          </a:xfrm>
          <a:prstGeom prst="roundRect">
            <a:avLst>
              <a:gd name="adj" fmla="val 50000"/>
            </a:avLst>
          </a:prstGeom>
          <a:gradFill>
            <a:gsLst>
              <a:gs pos="0">
                <a:srgbClr val="07213C"/>
              </a:gs>
              <a:gs pos="50000">
                <a:srgbClr val="0A3258"/>
              </a:gs>
              <a:gs pos="100000">
                <a:srgbClr val="0E3B69"/>
              </a:gs>
            </a:gsLst>
            <a:lin ang="16200000" scaled="0"/>
          </a:gradFill>
          <a:ln w="57150" cap="flat" cmpd="sng">
            <a:solidFill>
              <a:schemeClr val="lt1"/>
            </a:solidFill>
            <a:prstDash val="solid"/>
            <a:round/>
            <a:headEnd type="none" w="sm" len="sm"/>
            <a:tailEnd type="none" w="sm" len="sm"/>
          </a:ln>
          <a:effectLst>
            <a:outerShdw blurRad="50800" dist="38100" dir="10800000" algn="r" rotWithShape="0">
              <a:srgbClr val="000000">
                <a:alpha val="40000"/>
              </a:srgb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algn="l" marL="0" marR="0" lvl="0" indent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8400" b="1" i="0" u="none" strike="noStrike" cap="none">
              <a:solidFill>
                <a:schemeClr val="lt1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5" name="Google Shape;132;p29"/>
          <p:cNvSpPr txBox="1"/>
          <p:nvPr/>
        </p:nvSpPr>
        <p:spPr>
          <a:xfrm>
            <a:off x="1039500" y="827049"/>
            <a:ext cx="4562190" cy="101562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algn="l">
              <a:buSzPts val="8400"/>
            </a:pPr>
            <a:r>
              <a:rPr lang="en-IN" sz="6000" b="1" dirty="0">
                <a:solidFill>
                  <a:schemeClr val="lt1"/>
                </a:solidFill>
                <a:latin typeface="Cambria"/>
                <a:ea typeface="Cambria"/>
                <a:sym typeface="Cambria"/>
              </a:rPr>
              <a:t>Question</a:t>
            </a:r>
            <a:endParaRPr sz="6000" b="1" dirty="0">
              <a:solidFill>
                <a:schemeClr val="lt1"/>
              </a:solidFill>
              <a:latin typeface="Cambria"/>
              <a:ea typeface="Cambria"/>
            </a:endParaRPr>
          </a:p>
        </p:txBody>
      </p:sp>
      <p:sp>
        <p:nvSpPr>
          <p:cNvPr id="6" name="Google Shape;133;p29"/>
          <p:cNvSpPr/>
          <p:nvPr/>
        </p:nvSpPr>
        <p:spPr>
          <a:xfrm>
            <a:off x="1039499" y="5362629"/>
            <a:ext cx="1597200" cy="1597200"/>
          </a:xfrm>
          <a:prstGeom prst="ellipse">
            <a:avLst/>
          </a:prstGeom>
          <a:gradFill>
            <a:gsLst>
              <a:gs pos="0">
                <a:srgbClr val="07213C"/>
              </a:gs>
              <a:gs pos="50000">
                <a:srgbClr val="0A3258"/>
              </a:gs>
              <a:gs pos="100000">
                <a:srgbClr val="0E3B69"/>
              </a:gs>
            </a:gsLst>
            <a:lin ang="16200000" scaled="0"/>
          </a:gradFill>
          <a:ln w="57150" cap="flat" cmpd="sng">
            <a:solidFill>
              <a:schemeClr val="lt1"/>
            </a:solidFill>
            <a:prstDash val="solid"/>
            <a:round/>
            <a:headEnd type="none" w="sm" len="sm"/>
            <a:tailEnd type="none" w="sm" len="sm"/>
          </a:ln>
          <a:effectLst>
            <a:outerShdw blurRad="50800" dist="38100" dir="10800000" algn="r" rotWithShape="0">
              <a:srgbClr val="000000">
                <a:alpha val="40000"/>
              </a:srgb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algn="l" marL="0" marR="0" lvl="0" indent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400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" name="Google Shape;134;p29"/>
          <p:cNvSpPr txBox="1"/>
          <p:nvPr/>
        </p:nvSpPr>
        <p:spPr>
          <a:xfrm>
            <a:off x="1104807" y="5561134"/>
            <a:ext cx="1466700" cy="116951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lvl="0" indent="0" algn="ctr">
              <a:buSzPts val="8400"/>
              <a:buFont typeface="Arial"/>
              <a:buNone/>
            </a:pPr>
            <a:r>
              <a:rPr lang="en-IN" sz="7000" b="1" dirty="0">
                <a:solidFill>
                  <a:schemeClr val="lt1"/>
                </a:solidFill>
                <a:latin typeface="Cambria"/>
                <a:ea typeface="Cambria"/>
                <a:sym typeface="Poppins"/>
              </a:rPr>
              <a:t>A</a:t>
            </a:r>
            <a:endParaRPr sz="7000" b="1" dirty="0">
              <a:solidFill>
                <a:schemeClr val="lt1"/>
              </a:solidFill>
              <a:latin typeface="Cambria"/>
              <a:ea typeface="Cambria"/>
            </a:endParaRPr>
          </a:p>
        </p:txBody>
      </p:sp>
      <p:grpSp>
        <p:nvGrpSpPr>
          <p:cNvPr id="8" name="Group 3">
            <a:extLst>
              <a:ext uri="{FF2B5EF4-FFF2-40B4-BE49-F238E27FC236}">
                <a16:creationId xmlns:a16="http://schemas.microsoft.com/office/drawing/2014/main" id="{E7A8D3A8-3CB4-6749-CCFA-38CA3F055B3C}"/>
              </a:ext>
            </a:extLst>
          </p:cNvPr>
          <p:cNvGrpSpPr/>
          <p:nvPr/>
        </p:nvGrpSpPr>
        <p:grpSpPr>
          <a:xfrm>
            <a:off x="1039499" y="7479969"/>
            <a:ext cx="1597200" cy="1597200"/>
            <a:chOff x="1039499" y="8887793"/>
            <a:chExt cx="1597200" cy="1597200"/>
          </a:xfrm>
        </p:grpSpPr>
        <p:sp>
          <p:nvSpPr>
            <p:cNvPr id="9" name="Google Shape;135;p29"/>
            <p:cNvSpPr/>
            <p:nvPr/>
          </p:nvSpPr>
          <p:spPr>
            <a:xfrm>
              <a:off x="1039499" y="8887793"/>
              <a:ext cx="1597200" cy="1597200"/>
            </a:xfrm>
            <a:prstGeom prst="ellipse">
              <a:avLst/>
            </a:prstGeom>
            <a:gradFill>
              <a:gsLst>
                <a:gs pos="0">
                  <a:srgbClr val="07213C"/>
                </a:gs>
                <a:gs pos="50000">
                  <a:srgbClr val="0A3258"/>
                </a:gs>
                <a:gs pos="100000">
                  <a:srgbClr val="0E3B69"/>
                </a:gs>
              </a:gsLst>
              <a:lin ang="16200000" scaled="0"/>
            </a:gradFill>
            <a:ln w="5715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  <a:effectLst>
              <a:outerShdw blurRad="50800" dist="38100" dir="10800000" algn="r" rotWithShape="0">
                <a:srgbClr val="000000">
                  <a:alpha val="40000"/>
                </a:srgbClr>
              </a:outerShdw>
            </a:effectLst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algn="l" marL="0" marR="0" lvl="0" indent="0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4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0" name="Google Shape;136;p29"/>
            <p:cNvSpPr txBox="1"/>
            <p:nvPr/>
          </p:nvSpPr>
          <p:spPr>
            <a:xfrm>
              <a:off x="1104806" y="9086298"/>
              <a:ext cx="1466700" cy="12006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pPr algn="ctr">
                <a:buSzPts val="8400"/>
              </a:pPr>
              <a:r>
                <a:rPr lang="en-IN" sz="7000" b="1" dirty="0">
                  <a:solidFill>
                    <a:schemeClr val="lt1"/>
                  </a:solidFill>
                  <a:latin typeface="Cambria"/>
                  <a:ea typeface="Cambria"/>
                  <a:sym typeface="Poppins"/>
                </a:rPr>
                <a:t>B</a:t>
              </a:r>
              <a:endParaRPr sz="7000" b="1" dirty="0">
                <a:solidFill>
                  <a:schemeClr val="lt1"/>
                </a:solidFill>
                <a:latin typeface="Cambria"/>
                <a:ea typeface="Cambria"/>
              </a:endParaRPr>
            </a:p>
          </p:txBody>
        </p:sp>
      </p:grpSp>
      <p:grpSp>
        <p:nvGrpSpPr>
          <p:cNvPr id="11" name="Group 2">
            <a:extLst>
              <a:ext uri="{FF2B5EF4-FFF2-40B4-BE49-F238E27FC236}">
                <a16:creationId xmlns:a16="http://schemas.microsoft.com/office/drawing/2014/main" id="{1929EFE0-7899-C986-6D22-F9305746025F}"/>
              </a:ext>
            </a:extLst>
          </p:cNvPr>
          <p:cNvGrpSpPr/>
          <p:nvPr/>
        </p:nvGrpSpPr>
        <p:grpSpPr>
          <a:xfrm>
            <a:off x="1039499" y="9597309"/>
            <a:ext cx="1597200" cy="1597200"/>
            <a:chOff x="1039499" y="11392904"/>
            <a:chExt cx="1597200" cy="1597200"/>
          </a:xfrm>
        </p:grpSpPr>
        <p:sp>
          <p:nvSpPr>
            <p:cNvPr id="12" name="Google Shape;137;p29"/>
            <p:cNvSpPr/>
            <p:nvPr/>
          </p:nvSpPr>
          <p:spPr>
            <a:xfrm>
              <a:off x="1039499" y="11392904"/>
              <a:ext cx="1597200" cy="1597200"/>
            </a:xfrm>
            <a:prstGeom prst="ellipse">
              <a:avLst/>
            </a:prstGeom>
            <a:gradFill>
              <a:gsLst>
                <a:gs pos="0">
                  <a:srgbClr val="07213C"/>
                </a:gs>
                <a:gs pos="50000">
                  <a:srgbClr val="0A3258"/>
                </a:gs>
                <a:gs pos="100000">
                  <a:srgbClr val="0E3B69"/>
                </a:gs>
              </a:gsLst>
              <a:lin ang="16200000" scaled="0"/>
            </a:gradFill>
            <a:ln w="5715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  <a:effectLst>
              <a:outerShdw blurRad="50800" dist="38100" dir="10800000" algn="r" rotWithShape="0">
                <a:srgbClr val="000000">
                  <a:alpha val="40000"/>
                </a:srgbClr>
              </a:outerShdw>
            </a:effectLst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algn="l" marL="0" marR="0" lvl="0" indent="0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4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3" name="Google Shape;138;p29"/>
            <p:cNvSpPr txBox="1"/>
            <p:nvPr/>
          </p:nvSpPr>
          <p:spPr>
            <a:xfrm>
              <a:off x="1104806" y="11591409"/>
              <a:ext cx="1466700" cy="12006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pPr algn="ctr">
                <a:buSzPts val="8400"/>
              </a:pPr>
              <a:r>
                <a:rPr lang="en-IN" sz="7000" b="1" dirty="0">
                  <a:solidFill>
                    <a:schemeClr val="lt1"/>
                  </a:solidFill>
                  <a:latin typeface="Cambria"/>
                  <a:ea typeface="Cambria"/>
                  <a:sym typeface="Poppins"/>
                </a:rPr>
                <a:t>C</a:t>
              </a:r>
              <a:endParaRPr sz="7000" b="1" dirty="0">
                <a:solidFill>
                  <a:schemeClr val="lt1"/>
                </a:solidFill>
                <a:latin typeface="Cambria"/>
                <a:ea typeface="Cambria"/>
              </a:endParaRPr>
            </a:p>
          </p:txBody>
        </p:sp>
      </p:grpSp>
      <p:grpSp>
        <p:nvGrpSpPr>
          <p:cNvPr id="14" name="Group 1">
            <a:extLst>
              <a:ext uri="{FF2B5EF4-FFF2-40B4-BE49-F238E27FC236}">
                <a16:creationId xmlns:a16="http://schemas.microsoft.com/office/drawing/2014/main" id="{2EFF441D-B1EA-669C-64B0-91C1D604A467}"/>
              </a:ext>
            </a:extLst>
          </p:cNvPr>
          <p:cNvGrpSpPr/>
          <p:nvPr/>
        </p:nvGrpSpPr>
        <p:grpSpPr>
          <a:xfrm>
            <a:off x="1039499" y="11714649"/>
            <a:ext cx="1597200" cy="1597200"/>
            <a:chOff x="1039499" y="13898015"/>
            <a:chExt cx="1597200" cy="1597200"/>
          </a:xfrm>
        </p:grpSpPr>
        <p:sp>
          <p:nvSpPr>
            <p:cNvPr id="15" name="Google Shape;139;p29"/>
            <p:cNvSpPr/>
            <p:nvPr/>
          </p:nvSpPr>
          <p:spPr>
            <a:xfrm>
              <a:off x="1039499" y="13898015"/>
              <a:ext cx="1597200" cy="1597200"/>
            </a:xfrm>
            <a:prstGeom prst="ellipse">
              <a:avLst/>
            </a:prstGeom>
            <a:gradFill>
              <a:gsLst>
                <a:gs pos="0">
                  <a:srgbClr val="07213C"/>
                </a:gs>
                <a:gs pos="50000">
                  <a:srgbClr val="0A3258"/>
                </a:gs>
                <a:gs pos="100000">
                  <a:srgbClr val="0E3B69"/>
                </a:gs>
              </a:gsLst>
              <a:lin ang="16200000" scaled="0"/>
            </a:gradFill>
            <a:ln w="5715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  <a:effectLst>
              <a:outerShdw blurRad="50800" dist="38100" dir="10800000" algn="r" rotWithShape="0">
                <a:srgbClr val="000000">
                  <a:alpha val="40000"/>
                </a:srgbClr>
              </a:outerShdw>
            </a:effectLst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algn="l" marL="0" marR="0" lvl="0" indent="0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4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6" name="Google Shape;140;p29"/>
            <p:cNvSpPr txBox="1"/>
            <p:nvPr/>
          </p:nvSpPr>
          <p:spPr>
            <a:xfrm>
              <a:off x="1104806" y="14096520"/>
              <a:ext cx="1466700" cy="12006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pPr algn="ctr">
                <a:buSzPts val="8400"/>
              </a:pPr>
              <a:r>
                <a:rPr lang="en-IN" sz="7000" b="1" dirty="0">
                  <a:solidFill>
                    <a:schemeClr val="lt1"/>
                  </a:solidFill>
                  <a:latin typeface="Cambria"/>
                  <a:ea typeface="Cambria"/>
                  <a:sym typeface="Poppins"/>
                </a:rPr>
                <a:t>D</a:t>
              </a:r>
              <a:endParaRPr sz="7000" b="1" dirty="0">
                <a:solidFill>
                  <a:schemeClr val="lt1"/>
                </a:solidFill>
                <a:latin typeface="Cambria"/>
                <a:ea typeface="Cambria"/>
              </a:endParaRPr>
            </a:p>
          </p:txBody>
        </p:sp>
      </p:grpSp>
      <p:sp>
        <p:nvSpPr>
          <p:cNvPr id="17" name="Google Shape;130;p29">
            <a:extLst>
              <a:ext uri="{FF2B5EF4-FFF2-40B4-BE49-F238E27FC236}">
                <a16:creationId xmlns:a16="http://schemas.microsoft.com/office/drawing/2014/main" id="{359EC1B9-8B0A-CB48-A9AA-6F6EAF44500B}"/>
              </a:ext>
            </a:extLst>
          </p:cNvPr>
          <p:cNvSpPr txBox="1"/>
          <p:nvPr/>
        </p:nvSpPr>
        <p:spPr>
          <a:xfrm>
            <a:off x="3107605" y="7710560"/>
            <a:ext cx="32744401" cy="15973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algn="l" marL="0" indent="0">
              <a:buSzPts val="8400"/>
            </a:pPr>
            <a:r>
              <a:rPr lang="en-IN" sz="6000" b="1" dirty="0">
                <a:solidFill>
                  <a:schemeClr val="lt1"/>
                </a:solidFill>
                <a:latin typeface="Cambria"/>
                <a:ea typeface="Cambria"/>
                <a:sym typeface="Cambria"/>
              </a:rPr>
              <a:t>Surface tension and impulse</a:t>
            </a:r>
            <a:endParaRPr sz="6000" b="1" dirty="0">
              <a:solidFill>
                <a:schemeClr val="lt1"/>
              </a:solidFill>
              <a:latin typeface="Cambria"/>
              <a:ea typeface="Cambria"/>
            </a:endParaRPr>
          </a:p>
        </p:txBody>
      </p:sp>
      <p:sp>
        <p:nvSpPr>
          <p:cNvPr id="18" name="Google Shape;130;p29">
            <a:extLst>
              <a:ext uri="{FF2B5EF4-FFF2-40B4-BE49-F238E27FC236}">
                <a16:creationId xmlns:a16="http://schemas.microsoft.com/office/drawing/2014/main" id="{7A900CAF-02A4-EA2C-D5AE-61E805D388DB}"/>
              </a:ext>
            </a:extLst>
          </p:cNvPr>
          <p:cNvSpPr txBox="1"/>
          <p:nvPr/>
        </p:nvSpPr>
        <p:spPr>
          <a:xfrm>
            <a:off x="3107605" y="9777875"/>
            <a:ext cx="32744401" cy="15973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algn="l" marL="0" indent="0">
              <a:buSzPts val="8400"/>
            </a:pPr>
            <a:r>
              <a:rPr lang="en-IN" sz="6000" b="1" dirty="0">
                <a:solidFill>
                  <a:schemeClr val="lt1"/>
                </a:solidFill>
                <a:latin typeface="Cambria"/>
                <a:ea typeface="Cambria"/>
                <a:sym typeface="Cambria"/>
              </a:rPr>
              <a:t>Angular momentum and Planck's constant</a:t>
            </a:r>
            <a:endParaRPr sz="6000" b="1" dirty="0">
              <a:solidFill>
                <a:schemeClr val="lt1"/>
              </a:solidFill>
              <a:latin typeface="Cambria"/>
              <a:ea typeface="Cambria"/>
            </a:endParaRPr>
          </a:p>
        </p:txBody>
      </p:sp>
      <p:sp>
        <p:nvSpPr>
          <p:cNvPr id="19" name="Google Shape;130;p29">
            <a:extLst>
              <a:ext uri="{FF2B5EF4-FFF2-40B4-BE49-F238E27FC236}">
                <a16:creationId xmlns:a16="http://schemas.microsoft.com/office/drawing/2014/main" id="{14CC97B5-99F4-9A71-2E1A-0ED3B3F0A5F1}"/>
              </a:ext>
            </a:extLst>
          </p:cNvPr>
          <p:cNvSpPr txBox="1"/>
          <p:nvPr/>
        </p:nvSpPr>
        <p:spPr>
          <a:xfrm>
            <a:off x="3107605" y="11913154"/>
            <a:ext cx="32744401" cy="15973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algn="l" marL="0" indent="0">
              <a:buSzPts val="8400"/>
            </a:pPr>
            <a:r>
              <a:rPr lang="en-IN" sz="6000" b="1" dirty="0">
                <a:solidFill>
                  <a:schemeClr val="lt1"/>
                </a:solidFill>
                <a:latin typeface="Cambria"/>
                <a:ea typeface="Cambria"/>
                <a:sym typeface="Cambria"/>
              </a:rPr>
              <a:t>Torque and energy</a:t>
            </a:r>
            <a:endParaRPr sz="6000" b="1" dirty="0">
              <a:solidFill>
                <a:schemeClr val="lt1"/>
              </a:solidFill>
              <a:latin typeface="Cambria"/>
              <a:ea typeface="Cambria"/>
            </a:endParaRPr>
          </a:p>
        </p:txBody>
      </p:sp>
    </p:spTree>
  </p:cSld>
  <p:clrMapOvr>
    <a:masterClrMapping/>
  </p:clrMapOvr>
  <p:transition spd="slow">
    <p:push/>
  </p:transition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Google Shape;129;p29"/>
          <p:cNvSpPr txBox="1"/>
          <p:nvPr/>
        </p:nvSpPr>
        <p:spPr>
          <a:xfrm>
            <a:off x="1104806" y="2396709"/>
            <a:ext cx="34747200" cy="25603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algn="l" marL="0" lvl="0" indent="0">
              <a:buSzPts val="8400"/>
              <a:buFont typeface="Arial"/>
              <a:buNone/>
            </a:pPr>
            <a:r>
              <a:rPr lang="en-IN" sz="6000" b="1" dirty="0">
                <a:solidFill>
                  <a:schemeClr val="lt1"/>
                </a:solidFill>
                <a:latin typeface="Cambria"/>
                <a:ea typeface="Cambria"/>
                <a:sym typeface="Cambria"/>
              </a:rPr>
              <a:t>20. The expression given below shows the variation of velocity (v) with time (t), </a:t>
            </a:r>
            <mc:AlternateContent xmlns:mc="http://schemas.openxmlformats.org/markup-compatibility/2006">
              <mc:Choice xmlns:a14="http://schemas.microsoft.com/office/drawing/2010/main" Requires="a14">
                <a14:m xmlns:m="http://schemas.openxmlformats.org/officeDocument/2006/math">
                  <m:oMath>
                    <m:r>
                      <a:rPr lang="en-IN" sz="6000" b="1" dirty="0">
                        <a:solidFill>
                          <a:schemeClr val="lt1"/>
                        </a:solidFill>
                        <a:latin typeface="Cambria Math"/>
                        <a:ea typeface="Cambria Math"/>
                        <a:sym typeface="Cambria Math"/>
                      </a:rPr>
                      <m:t xml:space="preserve"> v = A</m:t>
                    </m:r>
                    <m:sSup>
                      <m:sSupPr/>
                      <m:e>
                        <m:r>
                          <a:rPr lang="en-IN" sz="6000" b="1" dirty="0">
                            <a:solidFill>
                              <a:schemeClr val="lt1"/>
                            </a:solidFill>
                            <a:latin typeface="Cambria Math"/>
                            <a:ea typeface="Cambria Math"/>
                            <a:sym typeface="Cambria Math"/>
                          </a:rPr>
                          <m:t xml:space="preserve">t</m:t>
                        </m:r>
                      </m:e>
                      <m:sup>
                        <m:r>
                          <a:rPr lang="en-IN" sz="6000" b="1" dirty="0">
                            <a:solidFill>
                              <a:schemeClr val="lt1"/>
                            </a:solidFill>
                            <a:latin typeface="Cambria Math"/>
                            <a:ea typeface="Cambria Math"/>
                            <a:sym typeface="Cambria Math"/>
                          </a:rPr>
                          <m:t xml:space="preserve">2</m:t>
                        </m:r>
                      </m:sup>
                    </m:sSup>
                    <m:r>
                      <a:rPr lang="en-IN" sz="6000" b="1" dirty="0">
                        <a:solidFill>
                          <a:schemeClr val="lt1"/>
                        </a:solidFill>
                        <a:latin typeface="Cambria Math"/>
                        <a:ea typeface="Cambria Math"/>
                        <a:sym typeface="Cambria Math"/>
                      </a:rPr>
                      <m:t xml:space="preserve"> + </m:t>
                    </m:r>
                    <m:f>
                      <m:fPr/>
                      <m:num>
                        <m:r>
                          <a:rPr lang="en-IN" sz="6000" b="1" dirty="0">
                            <a:solidFill>
                              <a:schemeClr val="lt1"/>
                            </a:solidFill>
                            <a:latin typeface="Cambria Math"/>
                            <a:ea typeface="Cambria Math"/>
                            <a:sym typeface="Cambria Math"/>
                          </a:rPr>
                          <m:t xml:space="preserve">Bt</m:t>
                        </m:r>
                      </m:num>
                      <m:den>
                        <m:r>
                          <a:rPr lang="en-IN" sz="6000" b="1" dirty="0">
                            <a:solidFill>
                              <a:schemeClr val="lt1"/>
                            </a:solidFill>
                            <a:latin typeface="Cambria Math"/>
                            <a:ea typeface="Cambria Math"/>
                            <a:sym typeface="Cambria Math"/>
                          </a:rPr>
                          <m:t xml:space="preserve">C+t</m:t>
                        </m:r>
                      </m:den>
                    </m:f>
                    <m:r>
                      <a:rPr lang="en-IN" sz="6000" b="1" dirty="0">
                        <a:solidFill>
                          <a:schemeClr val="lt1"/>
                        </a:solidFill>
                        <a:latin typeface="Cambria Math"/>
                        <a:ea typeface="Cambria Math"/>
                        <a:sym typeface="Cambria Math"/>
                      </a:rPr>
                      <m:t xml:space="preserve"> </m:t>
                    </m:r>
                  </m:oMath>
                </a14:m>
              </mc:Choice>
              <mc:Fallback>
                <a:r>
                  <a:rPr lang="en-IN" sz="6000" b="1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 v = At</a:t>
                </a:r>
                <a:r>
                  <a:rPr baseline="52000" lang="en-IN" sz="4320" b="1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2</a:t>
                </a:r>
                <a:r>
                  <a:rPr lang="en-IN" sz="6000" b="1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 + Bt/(C+t) </a:t>
                </a:r>
              </mc:Fallback>
            </mc:AlternateContent>
            <a:r>
              <a:rPr lang="en-IN" sz="6000" b="1" dirty="0">
                <a:solidFill>
                  <a:schemeClr val="lt1"/>
                </a:solidFill>
                <a:latin typeface="Cambria"/>
                <a:ea typeface="Cambria"/>
                <a:sym typeface="Cambria"/>
              </a:rPr>
              <a:t>. The dimension of ABC is: [29 Jan, 2025 (Shift-I)]</a:t>
            </a:r>
          </a:p>
        </p:txBody>
      </p:sp>
      <p:sp>
        <p:nvSpPr>
          <p:cNvPr id="3" name="Google Shape;130;p29"/>
          <p:cNvSpPr txBox="1"/>
          <p:nvPr/>
        </p:nvSpPr>
        <p:spPr>
          <a:xfrm>
            <a:off x="3107605" y="6567818"/>
            <a:ext cx="32744401" cy="15973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algn="l" marL="0" indent="0">
              <a:buSzPts val="8400"/>
            </a:pPr>
            <mc:AlternateContent xmlns:mc="http://schemas.openxmlformats.org/markup-compatibility/2006">
              <mc:Choice xmlns:a14="http://schemas.microsoft.com/office/drawing/2010/main" Requires="a14">
                <a14:m xmlns:m="http://schemas.openxmlformats.org/officeDocument/2006/math">
                  <m:oMath>
                    <m:r>
                      <a:rPr lang="en-IN" sz="6000" b="1" dirty="0">
                        <a:solidFill>
                          <a:schemeClr val="lt1"/>
                        </a:solidFill>
                        <a:latin typeface="Cambria Math"/>
                        <a:ea typeface="Cambria Math"/>
                        <a:sym typeface="Cambria Math"/>
                      </a:rPr>
                      <m:t xml:space="preserve"> [</m:t>
                    </m:r>
                    <m:sSup>
                      <m:sSupPr/>
                      <m:e>
                        <m:r>
                          <a:rPr lang="en-IN" sz="6000" b="1" dirty="0">
                            <a:solidFill>
                              <a:schemeClr val="lt1"/>
                            </a:solidFill>
                            <a:latin typeface="Cambria Math"/>
                            <a:ea typeface="Cambria Math"/>
                            <a:sym typeface="Cambria Math"/>
                          </a:rPr>
                          <m:t xml:space="preserve">M</m:t>
                        </m:r>
                      </m:e>
                      <m:sup>
                        <m:r>
                          <a:rPr lang="en-IN" sz="6000" b="1" dirty="0">
                            <a:solidFill>
                              <a:schemeClr val="lt1"/>
                            </a:solidFill>
                            <a:latin typeface="Cambria Math"/>
                            <a:ea typeface="Cambria Math"/>
                            <a:sym typeface="Cambria Math"/>
                          </a:rPr>
                          <m:t xml:space="preserve">0</m:t>
                        </m:r>
                      </m:sup>
                    </m:sSup>
                    <m:r>
                      <a:rPr lang="en-IN" sz="6000" b="1" dirty="0">
                        <a:solidFill>
                          <a:schemeClr val="lt1"/>
                        </a:solidFill>
                        <a:latin typeface="Cambria Math"/>
                        <a:ea typeface="Cambria Math"/>
                        <a:sym typeface="Cambria Math"/>
                      </a:rPr>
                      <m:t xml:space="preserve"> </m:t>
                    </m:r>
                    <m:sSup>
                      <m:sSupPr/>
                      <m:e>
                        <m:r>
                          <a:rPr lang="en-IN" sz="6000" b="1" dirty="0">
                            <a:solidFill>
                              <a:schemeClr val="lt1"/>
                            </a:solidFill>
                            <a:latin typeface="Cambria Math"/>
                            <a:ea typeface="Cambria Math"/>
                            <a:sym typeface="Cambria Math"/>
                          </a:rPr>
                          <m:t xml:space="preserve">L</m:t>
                        </m:r>
                      </m:e>
                      <m:sup>
                        <m:r>
                          <a:rPr lang="en-IN" sz="6000" b="1" dirty="0">
                            <a:solidFill>
                              <a:schemeClr val="lt1"/>
                            </a:solidFill>
                            <a:latin typeface="Cambria Math"/>
                            <a:ea typeface="Cambria Math"/>
                            <a:sym typeface="Cambria Math"/>
                          </a:rPr>
                          <m:t xml:space="preserve">2</m:t>
                        </m:r>
                      </m:sup>
                    </m:sSup>
                    <m:r>
                      <a:rPr lang="en-IN" sz="6000" b="1" dirty="0">
                        <a:solidFill>
                          <a:schemeClr val="lt1"/>
                        </a:solidFill>
                        <a:latin typeface="Cambria Math"/>
                        <a:ea typeface="Cambria Math"/>
                        <a:sym typeface="Cambria Math"/>
                      </a:rPr>
                      <m:t xml:space="preserve"> </m:t>
                    </m:r>
                    <m:sSup>
                      <m:sSupPr/>
                      <m:e>
                        <m:r>
                          <a:rPr lang="en-IN" sz="6000" b="1" dirty="0">
                            <a:solidFill>
                              <a:schemeClr val="lt1"/>
                            </a:solidFill>
                            <a:latin typeface="Cambria Math"/>
                            <a:ea typeface="Cambria Math"/>
                            <a:sym typeface="Cambria Math"/>
                          </a:rPr>
                          <m:t xml:space="preserve">T</m:t>
                        </m:r>
                      </m:e>
                      <m:sup>
                        <m:r>
                          <a:rPr lang="en-IN" sz="6000" b="1" dirty="0">
                            <a:solidFill>
                              <a:schemeClr val="lt1"/>
                            </a:solidFill>
                            <a:latin typeface="Cambria Math"/>
                            <a:ea typeface="Cambria Math"/>
                            <a:sym typeface="Cambria Math"/>
                          </a:rPr>
                          <m:t xml:space="preserve">-2</m:t>
                        </m:r>
                      </m:sup>
                    </m:sSup>
                    <m:r>
                      <a:rPr lang="en-IN" sz="6000" b="1" dirty="0">
                        <a:solidFill>
                          <a:schemeClr val="lt1"/>
                        </a:solidFill>
                        <a:latin typeface="Cambria Math"/>
                        <a:ea typeface="Cambria Math"/>
                        <a:sym typeface="Cambria Math"/>
                      </a:rPr>
                      <m:t xml:space="preserve">] </m:t>
                    </m:r>
                  </m:oMath>
                </a14:m>
              </mc:Choice>
              <mc:Fallback>
                <a:r>
                  <a:rPr lang="en-IN" sz="6000" b="1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 [M</a:t>
                </a:r>
                <a:r>
                  <a:rPr baseline="52000" lang="en-IN" sz="4320" b="1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0</a:t>
                </a:r>
                <a:r>
                  <a:rPr lang="en-IN" sz="6000" b="1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 L</a:t>
                </a:r>
                <a:r>
                  <a:rPr baseline="52000" lang="en-IN" sz="4320" b="1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2</a:t>
                </a:r>
                <a:r>
                  <a:rPr lang="en-IN" sz="6000" b="1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 T</a:t>
                </a:r>
                <a:r>
                  <a:rPr baseline="52000" lang="en-IN" sz="4320" b="1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-2</a:t>
                </a:r>
                <a:r>
                  <a:rPr lang="en-IN" sz="6000" b="1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] </a:t>
                </a:r>
              </mc:Fallback>
            </mc:AlternateContent>
            <a:endParaRPr sz="6000" b="1" dirty="0">
              <a:solidFill>
                <a:schemeClr val="lt1"/>
              </a:solidFill>
              <a:latin typeface="Cambria"/>
              <a:ea typeface="Cambria"/>
            </a:endParaRPr>
          </a:p>
        </p:txBody>
      </p:sp>
      <p:sp>
        <p:nvSpPr>
          <p:cNvPr id="4" name="Google Shape;131;p29"/>
          <p:cNvSpPr/>
          <p:nvPr/>
        </p:nvSpPr>
        <p:spPr>
          <a:xfrm>
            <a:off x="-1864528" y="681774"/>
            <a:ext cx="7081988" cy="1569660"/>
          </a:xfrm>
          <a:prstGeom prst="roundRect">
            <a:avLst>
              <a:gd name="adj" fmla="val 50000"/>
            </a:avLst>
          </a:prstGeom>
          <a:gradFill>
            <a:gsLst>
              <a:gs pos="0">
                <a:srgbClr val="07213C"/>
              </a:gs>
              <a:gs pos="50000">
                <a:srgbClr val="0A3258"/>
              </a:gs>
              <a:gs pos="100000">
                <a:srgbClr val="0E3B69"/>
              </a:gs>
            </a:gsLst>
            <a:lin ang="16200000" scaled="0"/>
          </a:gradFill>
          <a:ln w="57150" cap="flat" cmpd="sng">
            <a:solidFill>
              <a:schemeClr val="lt1"/>
            </a:solidFill>
            <a:prstDash val="solid"/>
            <a:round/>
            <a:headEnd type="none" w="sm" len="sm"/>
            <a:tailEnd type="none" w="sm" len="sm"/>
          </a:ln>
          <a:effectLst>
            <a:outerShdw blurRad="50800" dist="38100" dir="10800000" algn="r" rotWithShape="0">
              <a:srgbClr val="000000">
                <a:alpha val="40000"/>
              </a:srgb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algn="l" marL="0" marR="0" lvl="0" indent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8400" b="1" i="0" u="none" strike="noStrike" cap="none">
              <a:solidFill>
                <a:schemeClr val="lt1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5" name="Google Shape;132;p29"/>
          <p:cNvSpPr txBox="1"/>
          <p:nvPr/>
        </p:nvSpPr>
        <p:spPr>
          <a:xfrm>
            <a:off x="1039500" y="827049"/>
            <a:ext cx="4562190" cy="101562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algn="l">
              <a:buSzPts val="8400"/>
            </a:pPr>
            <a:r>
              <a:rPr lang="en-IN" sz="6000" b="1" dirty="0">
                <a:solidFill>
                  <a:schemeClr val="lt1"/>
                </a:solidFill>
                <a:latin typeface="Cambria"/>
                <a:ea typeface="Cambria"/>
                <a:sym typeface="Cambria"/>
              </a:rPr>
              <a:t>Question</a:t>
            </a:r>
            <a:endParaRPr sz="6000" b="1" dirty="0">
              <a:solidFill>
                <a:schemeClr val="lt1"/>
              </a:solidFill>
              <a:latin typeface="Cambria"/>
              <a:ea typeface="Cambria"/>
            </a:endParaRPr>
          </a:p>
        </p:txBody>
      </p:sp>
      <p:sp>
        <p:nvSpPr>
          <p:cNvPr id="6" name="Google Shape;133;p29"/>
          <p:cNvSpPr/>
          <p:nvPr/>
        </p:nvSpPr>
        <p:spPr>
          <a:xfrm>
            <a:off x="1039499" y="6277029"/>
            <a:ext cx="1597200" cy="1597200"/>
          </a:xfrm>
          <a:prstGeom prst="ellipse">
            <a:avLst/>
          </a:prstGeom>
          <a:gradFill>
            <a:gsLst>
              <a:gs pos="0">
                <a:srgbClr val="07213C"/>
              </a:gs>
              <a:gs pos="50000">
                <a:srgbClr val="0A3258"/>
              </a:gs>
              <a:gs pos="100000">
                <a:srgbClr val="0E3B69"/>
              </a:gs>
            </a:gsLst>
            <a:lin ang="16200000" scaled="0"/>
          </a:gradFill>
          <a:ln w="57150" cap="flat" cmpd="sng">
            <a:solidFill>
              <a:schemeClr val="lt1"/>
            </a:solidFill>
            <a:prstDash val="solid"/>
            <a:round/>
            <a:headEnd type="none" w="sm" len="sm"/>
            <a:tailEnd type="none" w="sm" len="sm"/>
          </a:ln>
          <a:effectLst>
            <a:outerShdw blurRad="50800" dist="38100" dir="10800000" algn="r" rotWithShape="0">
              <a:srgbClr val="000000">
                <a:alpha val="40000"/>
              </a:srgb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algn="l" marL="0" marR="0" lvl="0" indent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400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" name="Google Shape;134;p29"/>
          <p:cNvSpPr txBox="1"/>
          <p:nvPr/>
        </p:nvSpPr>
        <p:spPr>
          <a:xfrm>
            <a:off x="1104807" y="6475534"/>
            <a:ext cx="1466700" cy="116951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lvl="0" indent="0" algn="ctr">
              <a:buSzPts val="8400"/>
              <a:buFont typeface="Arial"/>
              <a:buNone/>
            </a:pPr>
            <a:r>
              <a:rPr lang="en-IN" sz="7000" b="1" dirty="0">
                <a:solidFill>
                  <a:schemeClr val="lt1"/>
                </a:solidFill>
                <a:latin typeface="Cambria"/>
                <a:ea typeface="Cambria"/>
                <a:sym typeface="Poppins"/>
              </a:rPr>
              <a:t>A</a:t>
            </a:r>
            <a:endParaRPr sz="7000" b="1" dirty="0">
              <a:solidFill>
                <a:schemeClr val="lt1"/>
              </a:solidFill>
              <a:latin typeface="Cambria"/>
              <a:ea typeface="Cambria"/>
            </a:endParaRPr>
          </a:p>
        </p:txBody>
      </p:sp>
      <p:grpSp>
        <p:nvGrpSpPr>
          <p:cNvPr id="8" name="Group 3">
            <a:extLst>
              <a:ext uri="{FF2B5EF4-FFF2-40B4-BE49-F238E27FC236}">
                <a16:creationId xmlns:a16="http://schemas.microsoft.com/office/drawing/2014/main" id="{E7A8D3A8-3CB4-6749-CCFA-38CA3F055B3C}"/>
              </a:ext>
            </a:extLst>
          </p:cNvPr>
          <p:cNvGrpSpPr/>
          <p:nvPr/>
        </p:nvGrpSpPr>
        <p:grpSpPr>
          <a:xfrm>
            <a:off x="1039499" y="8394369"/>
            <a:ext cx="1597200" cy="1597200"/>
            <a:chOff x="1039499" y="8887793"/>
            <a:chExt cx="1597200" cy="1597200"/>
          </a:xfrm>
        </p:grpSpPr>
        <p:sp>
          <p:nvSpPr>
            <p:cNvPr id="9" name="Google Shape;135;p29"/>
            <p:cNvSpPr/>
            <p:nvPr/>
          </p:nvSpPr>
          <p:spPr>
            <a:xfrm>
              <a:off x="1039499" y="8887793"/>
              <a:ext cx="1597200" cy="1597200"/>
            </a:xfrm>
            <a:prstGeom prst="ellipse">
              <a:avLst/>
            </a:prstGeom>
            <a:gradFill>
              <a:gsLst>
                <a:gs pos="0">
                  <a:srgbClr val="07213C"/>
                </a:gs>
                <a:gs pos="50000">
                  <a:srgbClr val="0A3258"/>
                </a:gs>
                <a:gs pos="100000">
                  <a:srgbClr val="0E3B69"/>
                </a:gs>
              </a:gsLst>
              <a:lin ang="16200000" scaled="0"/>
            </a:gradFill>
            <a:ln w="5715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  <a:effectLst>
              <a:outerShdw blurRad="50800" dist="38100" dir="10800000" algn="r" rotWithShape="0">
                <a:srgbClr val="000000">
                  <a:alpha val="40000"/>
                </a:srgbClr>
              </a:outerShdw>
            </a:effectLst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algn="l" marL="0" marR="0" lvl="0" indent="0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4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0" name="Google Shape;136;p29"/>
            <p:cNvSpPr txBox="1"/>
            <p:nvPr/>
          </p:nvSpPr>
          <p:spPr>
            <a:xfrm>
              <a:off x="1104806" y="9086298"/>
              <a:ext cx="1466700" cy="12006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pPr algn="ctr">
                <a:buSzPts val="8400"/>
              </a:pPr>
              <a:r>
                <a:rPr lang="en-IN" sz="7000" b="1" dirty="0">
                  <a:solidFill>
                    <a:schemeClr val="lt1"/>
                  </a:solidFill>
                  <a:latin typeface="Cambria"/>
                  <a:ea typeface="Cambria"/>
                  <a:sym typeface="Poppins"/>
                </a:rPr>
                <a:t>B</a:t>
              </a:r>
              <a:endParaRPr sz="7000" b="1" dirty="0">
                <a:solidFill>
                  <a:schemeClr val="lt1"/>
                </a:solidFill>
                <a:latin typeface="Cambria"/>
                <a:ea typeface="Cambria"/>
              </a:endParaRPr>
            </a:p>
          </p:txBody>
        </p:sp>
      </p:grpSp>
      <p:grpSp>
        <p:nvGrpSpPr>
          <p:cNvPr id="11" name="Group 2">
            <a:extLst>
              <a:ext uri="{FF2B5EF4-FFF2-40B4-BE49-F238E27FC236}">
                <a16:creationId xmlns:a16="http://schemas.microsoft.com/office/drawing/2014/main" id="{1929EFE0-7899-C986-6D22-F9305746025F}"/>
              </a:ext>
            </a:extLst>
          </p:cNvPr>
          <p:cNvGrpSpPr/>
          <p:nvPr/>
        </p:nvGrpSpPr>
        <p:grpSpPr>
          <a:xfrm>
            <a:off x="1039499" y="10511709"/>
            <a:ext cx="1597200" cy="1597200"/>
            <a:chOff x="1039499" y="11392904"/>
            <a:chExt cx="1597200" cy="1597200"/>
          </a:xfrm>
        </p:grpSpPr>
        <p:sp>
          <p:nvSpPr>
            <p:cNvPr id="12" name="Google Shape;137;p29"/>
            <p:cNvSpPr/>
            <p:nvPr/>
          </p:nvSpPr>
          <p:spPr>
            <a:xfrm>
              <a:off x="1039499" y="11392904"/>
              <a:ext cx="1597200" cy="1597200"/>
            </a:xfrm>
            <a:prstGeom prst="ellipse">
              <a:avLst/>
            </a:prstGeom>
            <a:gradFill>
              <a:gsLst>
                <a:gs pos="0">
                  <a:srgbClr val="07213C"/>
                </a:gs>
                <a:gs pos="50000">
                  <a:srgbClr val="0A3258"/>
                </a:gs>
                <a:gs pos="100000">
                  <a:srgbClr val="0E3B69"/>
                </a:gs>
              </a:gsLst>
              <a:lin ang="16200000" scaled="0"/>
            </a:gradFill>
            <a:ln w="5715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  <a:effectLst>
              <a:outerShdw blurRad="50800" dist="38100" dir="10800000" algn="r" rotWithShape="0">
                <a:srgbClr val="000000">
                  <a:alpha val="40000"/>
                </a:srgbClr>
              </a:outerShdw>
            </a:effectLst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algn="l" marL="0" marR="0" lvl="0" indent="0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4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3" name="Google Shape;138;p29"/>
            <p:cNvSpPr txBox="1"/>
            <p:nvPr/>
          </p:nvSpPr>
          <p:spPr>
            <a:xfrm>
              <a:off x="1104806" y="11591409"/>
              <a:ext cx="1466700" cy="12006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pPr algn="ctr">
                <a:buSzPts val="8400"/>
              </a:pPr>
              <a:r>
                <a:rPr lang="en-IN" sz="7000" b="1" dirty="0">
                  <a:solidFill>
                    <a:schemeClr val="lt1"/>
                  </a:solidFill>
                  <a:latin typeface="Cambria"/>
                  <a:ea typeface="Cambria"/>
                  <a:sym typeface="Poppins"/>
                </a:rPr>
                <a:t>C</a:t>
              </a:r>
              <a:endParaRPr sz="7000" b="1" dirty="0">
                <a:solidFill>
                  <a:schemeClr val="lt1"/>
                </a:solidFill>
                <a:latin typeface="Cambria"/>
                <a:ea typeface="Cambria"/>
              </a:endParaRPr>
            </a:p>
          </p:txBody>
        </p:sp>
      </p:grpSp>
      <p:grpSp>
        <p:nvGrpSpPr>
          <p:cNvPr id="14" name="Group 1">
            <a:extLst>
              <a:ext uri="{FF2B5EF4-FFF2-40B4-BE49-F238E27FC236}">
                <a16:creationId xmlns:a16="http://schemas.microsoft.com/office/drawing/2014/main" id="{2EFF441D-B1EA-669C-64B0-91C1D604A467}"/>
              </a:ext>
            </a:extLst>
          </p:cNvPr>
          <p:cNvGrpSpPr/>
          <p:nvPr/>
        </p:nvGrpSpPr>
        <p:grpSpPr>
          <a:xfrm>
            <a:off x="1039499" y="12629049"/>
            <a:ext cx="1597200" cy="1597200"/>
            <a:chOff x="1039499" y="13898015"/>
            <a:chExt cx="1597200" cy="1597200"/>
          </a:xfrm>
        </p:grpSpPr>
        <p:sp>
          <p:nvSpPr>
            <p:cNvPr id="15" name="Google Shape;139;p29"/>
            <p:cNvSpPr/>
            <p:nvPr/>
          </p:nvSpPr>
          <p:spPr>
            <a:xfrm>
              <a:off x="1039499" y="13898015"/>
              <a:ext cx="1597200" cy="1597200"/>
            </a:xfrm>
            <a:prstGeom prst="ellipse">
              <a:avLst/>
            </a:prstGeom>
            <a:gradFill>
              <a:gsLst>
                <a:gs pos="0">
                  <a:srgbClr val="07213C"/>
                </a:gs>
                <a:gs pos="50000">
                  <a:srgbClr val="0A3258"/>
                </a:gs>
                <a:gs pos="100000">
                  <a:srgbClr val="0E3B69"/>
                </a:gs>
              </a:gsLst>
              <a:lin ang="16200000" scaled="0"/>
            </a:gradFill>
            <a:ln w="5715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  <a:effectLst>
              <a:outerShdw blurRad="50800" dist="38100" dir="10800000" algn="r" rotWithShape="0">
                <a:srgbClr val="000000">
                  <a:alpha val="40000"/>
                </a:srgbClr>
              </a:outerShdw>
            </a:effectLst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algn="l" marL="0" marR="0" lvl="0" indent="0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4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6" name="Google Shape;140;p29"/>
            <p:cNvSpPr txBox="1"/>
            <p:nvPr/>
          </p:nvSpPr>
          <p:spPr>
            <a:xfrm>
              <a:off x="1104806" y="14096520"/>
              <a:ext cx="1466700" cy="12006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pPr algn="ctr">
                <a:buSzPts val="8400"/>
              </a:pPr>
              <a:r>
                <a:rPr lang="en-IN" sz="7000" b="1" dirty="0">
                  <a:solidFill>
                    <a:schemeClr val="lt1"/>
                  </a:solidFill>
                  <a:latin typeface="Cambria"/>
                  <a:ea typeface="Cambria"/>
                  <a:sym typeface="Poppins"/>
                </a:rPr>
                <a:t>D</a:t>
              </a:r>
              <a:endParaRPr sz="7000" b="1" dirty="0">
                <a:solidFill>
                  <a:schemeClr val="lt1"/>
                </a:solidFill>
                <a:latin typeface="Cambria"/>
                <a:ea typeface="Cambria"/>
              </a:endParaRPr>
            </a:p>
          </p:txBody>
        </p:sp>
      </p:grpSp>
      <p:sp>
        <p:nvSpPr>
          <p:cNvPr id="17" name="Google Shape;130;p29">
            <a:extLst>
              <a:ext uri="{FF2B5EF4-FFF2-40B4-BE49-F238E27FC236}">
                <a16:creationId xmlns:a16="http://schemas.microsoft.com/office/drawing/2014/main" id="{359EC1B9-8B0A-CB48-A9AA-6F6EAF44500B}"/>
              </a:ext>
            </a:extLst>
          </p:cNvPr>
          <p:cNvSpPr txBox="1"/>
          <p:nvPr/>
        </p:nvSpPr>
        <p:spPr>
          <a:xfrm>
            <a:off x="3107605" y="8624960"/>
            <a:ext cx="32744401" cy="15973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algn="l" marL="0" indent="0">
              <a:buSzPts val="8400"/>
            </a:pPr>
            <mc:AlternateContent xmlns:mc="http://schemas.openxmlformats.org/markup-compatibility/2006">
              <mc:Choice xmlns:a14="http://schemas.microsoft.com/office/drawing/2010/main" Requires="a14">
                <a14:m xmlns:m="http://schemas.openxmlformats.org/officeDocument/2006/math">
                  <m:oMath>
                    <m:r>
                      <a:rPr lang="en-IN" sz="6000" b="1" dirty="0">
                        <a:solidFill>
                          <a:schemeClr val="lt1"/>
                        </a:solidFill>
                        <a:latin typeface="Cambria Math"/>
                        <a:ea typeface="Cambria Math"/>
                        <a:sym typeface="Cambria Math"/>
                      </a:rPr>
                      <m:t xml:space="preserve"> [</m:t>
                    </m:r>
                    <m:sSup>
                      <m:sSupPr/>
                      <m:e>
                        <m:r>
                          <a:rPr lang="en-IN" sz="6000" b="1" dirty="0">
                            <a:solidFill>
                              <a:schemeClr val="lt1"/>
                            </a:solidFill>
                            <a:latin typeface="Cambria Math"/>
                            <a:ea typeface="Cambria Math"/>
                            <a:sym typeface="Cambria Math"/>
                          </a:rPr>
                          <m:t xml:space="preserve">M</m:t>
                        </m:r>
                      </m:e>
                      <m:sup>
                        <m:r>
                          <a:rPr lang="en-IN" sz="6000" b="1" dirty="0">
                            <a:solidFill>
                              <a:schemeClr val="lt1"/>
                            </a:solidFill>
                            <a:latin typeface="Cambria Math"/>
                            <a:ea typeface="Cambria Math"/>
                            <a:sym typeface="Cambria Math"/>
                          </a:rPr>
                          <m:t xml:space="preserve">0</m:t>
                        </m:r>
                      </m:sup>
                    </m:sSup>
                    <m:r>
                      <a:rPr lang="en-IN" sz="6000" b="1" dirty="0">
                        <a:solidFill>
                          <a:schemeClr val="lt1"/>
                        </a:solidFill>
                        <a:latin typeface="Cambria Math"/>
                        <a:ea typeface="Cambria Math"/>
                        <a:sym typeface="Cambria Math"/>
                      </a:rPr>
                      <m:t xml:space="preserve"> </m:t>
                    </m:r>
                    <m:sSup>
                      <m:sSupPr/>
                      <m:e>
                        <m:r>
                          <a:rPr lang="en-IN" sz="6000" b="1" dirty="0">
                            <a:solidFill>
                              <a:schemeClr val="lt1"/>
                            </a:solidFill>
                            <a:latin typeface="Cambria Math"/>
                            <a:ea typeface="Cambria Math"/>
                            <a:sym typeface="Cambria Math"/>
                          </a:rPr>
                          <m:t xml:space="preserve">L</m:t>
                        </m:r>
                      </m:e>
                      <m:sup>
                        <m:r>
                          <a:rPr lang="en-IN" sz="6000" b="1" dirty="0">
                            <a:solidFill>
                              <a:schemeClr val="lt1"/>
                            </a:solidFill>
                            <a:latin typeface="Cambria Math"/>
                            <a:ea typeface="Cambria Math"/>
                            <a:sym typeface="Cambria Math"/>
                          </a:rPr>
                          <m:t xml:space="preserve">3</m:t>
                        </m:r>
                      </m:sup>
                    </m:sSup>
                    <m:r>
                      <a:rPr lang="en-IN" sz="6000" b="1" dirty="0">
                        <a:solidFill>
                          <a:schemeClr val="lt1"/>
                        </a:solidFill>
                        <a:latin typeface="Cambria Math"/>
                        <a:ea typeface="Cambria Math"/>
                        <a:sym typeface="Cambria Math"/>
                      </a:rPr>
                      <m:t xml:space="preserve"> </m:t>
                    </m:r>
                    <m:sSup>
                      <m:sSupPr/>
                      <m:e>
                        <m:r>
                          <a:rPr lang="en-IN" sz="6000" b="1" dirty="0">
                            <a:solidFill>
                              <a:schemeClr val="lt1"/>
                            </a:solidFill>
                            <a:latin typeface="Cambria Math"/>
                            <a:ea typeface="Cambria Math"/>
                            <a:sym typeface="Cambria Math"/>
                          </a:rPr>
                          <m:t xml:space="preserve">T</m:t>
                        </m:r>
                      </m:e>
                      <m:sup>
                        <m:r>
                          <a:rPr lang="en-IN" sz="6000" b="1" dirty="0">
                            <a:solidFill>
                              <a:schemeClr val="lt1"/>
                            </a:solidFill>
                            <a:latin typeface="Cambria Math"/>
                            <a:ea typeface="Cambria Math"/>
                            <a:sym typeface="Cambria Math"/>
                          </a:rPr>
                          <m:t xml:space="preserve">-3</m:t>
                        </m:r>
                      </m:sup>
                    </m:sSup>
                    <m:r>
                      <a:rPr lang="en-IN" sz="6000" b="1" dirty="0">
                        <a:solidFill>
                          <a:schemeClr val="lt1"/>
                        </a:solidFill>
                        <a:latin typeface="Cambria Math"/>
                        <a:ea typeface="Cambria Math"/>
                        <a:sym typeface="Cambria Math"/>
                      </a:rPr>
                      <m:t xml:space="preserve">] </m:t>
                    </m:r>
                  </m:oMath>
                </a14:m>
              </mc:Choice>
              <mc:Fallback>
                <a:r>
                  <a:rPr lang="en-IN" sz="6000" b="1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 [M</a:t>
                </a:r>
                <a:r>
                  <a:rPr baseline="52000" lang="en-IN" sz="4320" b="1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0</a:t>
                </a:r>
                <a:r>
                  <a:rPr lang="en-IN" sz="6000" b="1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 L</a:t>
                </a:r>
                <a:r>
                  <a:rPr baseline="52000" lang="en-IN" sz="4320" b="1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3</a:t>
                </a:r>
                <a:r>
                  <a:rPr lang="en-IN" sz="6000" b="1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 T</a:t>
                </a:r>
                <a:r>
                  <a:rPr baseline="52000" lang="en-IN" sz="4320" b="1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-3</a:t>
                </a:r>
                <a:r>
                  <a:rPr lang="en-IN" sz="6000" b="1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] </a:t>
                </a:r>
              </mc:Fallback>
            </mc:AlternateContent>
            <a:endParaRPr sz="6000" b="1" dirty="0">
              <a:solidFill>
                <a:schemeClr val="lt1"/>
              </a:solidFill>
              <a:latin typeface="Cambria"/>
              <a:ea typeface="Cambria"/>
            </a:endParaRPr>
          </a:p>
        </p:txBody>
      </p:sp>
      <p:sp>
        <p:nvSpPr>
          <p:cNvPr id="18" name="Google Shape;130;p29">
            <a:extLst>
              <a:ext uri="{FF2B5EF4-FFF2-40B4-BE49-F238E27FC236}">
                <a16:creationId xmlns:a16="http://schemas.microsoft.com/office/drawing/2014/main" id="{7A900CAF-02A4-EA2C-D5AE-61E805D388DB}"/>
              </a:ext>
            </a:extLst>
          </p:cNvPr>
          <p:cNvSpPr txBox="1"/>
          <p:nvPr/>
        </p:nvSpPr>
        <p:spPr>
          <a:xfrm>
            <a:off x="3107605" y="10692275"/>
            <a:ext cx="32744401" cy="15973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algn="l" marL="0" indent="0">
              <a:buSzPts val="8400"/>
            </a:pPr>
            <mc:AlternateContent xmlns:mc="http://schemas.openxmlformats.org/markup-compatibility/2006">
              <mc:Choice xmlns:a14="http://schemas.microsoft.com/office/drawing/2010/main" Requires="a14">
                <a14:m xmlns:m="http://schemas.openxmlformats.org/officeDocument/2006/math">
                  <m:oMath>
                    <m:r>
                      <a:rPr lang="en-IN" sz="6000" b="1" dirty="0">
                        <a:solidFill>
                          <a:schemeClr val="lt1"/>
                        </a:solidFill>
                        <a:latin typeface="Cambria Math"/>
                        <a:ea typeface="Cambria Math"/>
                        <a:sym typeface="Cambria Math"/>
                      </a:rPr>
                      <m:t xml:space="preserve"> [</m:t>
                    </m:r>
                    <m:sSup>
                      <m:sSupPr/>
                      <m:e>
                        <m:r>
                          <a:rPr lang="en-IN" sz="6000" b="1" dirty="0">
                            <a:solidFill>
                              <a:schemeClr val="lt1"/>
                            </a:solidFill>
                            <a:latin typeface="Cambria Math"/>
                            <a:ea typeface="Cambria Math"/>
                            <a:sym typeface="Cambria Math"/>
                          </a:rPr>
                          <m:t xml:space="preserve">M</m:t>
                        </m:r>
                      </m:e>
                      <m:sup>
                        <m:r>
                          <a:rPr lang="en-IN" sz="6000" b="1" dirty="0">
                            <a:solidFill>
                              <a:schemeClr val="lt1"/>
                            </a:solidFill>
                            <a:latin typeface="Cambria Math"/>
                            <a:ea typeface="Cambria Math"/>
                            <a:sym typeface="Cambria Math"/>
                          </a:rPr>
                          <m:t xml:space="preserve">0</m:t>
                        </m:r>
                      </m:sup>
                    </m:sSup>
                    <m:r>
                      <a:rPr lang="en-IN" sz="6000" b="1" dirty="0">
                        <a:solidFill>
                          <a:schemeClr val="lt1"/>
                        </a:solidFill>
                        <a:latin typeface="Cambria Math"/>
                        <a:ea typeface="Cambria Math"/>
                        <a:sym typeface="Cambria Math"/>
                      </a:rPr>
                      <m:t xml:space="preserve"> </m:t>
                    </m:r>
                    <m:sSup>
                      <m:sSupPr/>
                      <m:e>
                        <m:r>
                          <a:rPr lang="en-IN" sz="6000" b="1" dirty="0">
                            <a:solidFill>
                              <a:schemeClr val="lt1"/>
                            </a:solidFill>
                            <a:latin typeface="Cambria Math"/>
                            <a:ea typeface="Cambria Math"/>
                            <a:sym typeface="Cambria Math"/>
                          </a:rPr>
                          <m:t xml:space="preserve">L</m:t>
                        </m:r>
                      </m:e>
                      <m:sup>
                        <m:r>
                          <a:rPr lang="en-IN" sz="6000" b="1" dirty="0">
                            <a:solidFill>
                              <a:schemeClr val="lt1"/>
                            </a:solidFill>
                            <a:latin typeface="Cambria Math"/>
                            <a:ea typeface="Cambria Math"/>
                            <a:sym typeface="Cambria Math"/>
                          </a:rPr>
                          <m:t xml:space="preserve">2</m:t>
                        </m:r>
                      </m:sup>
                    </m:sSup>
                    <m:r>
                      <a:rPr lang="en-IN" sz="6000" b="1" dirty="0">
                        <a:solidFill>
                          <a:schemeClr val="lt1"/>
                        </a:solidFill>
                        <a:latin typeface="Cambria Math"/>
                        <a:ea typeface="Cambria Math"/>
                        <a:sym typeface="Cambria Math"/>
                      </a:rPr>
                      <m:t xml:space="preserve"> </m:t>
                    </m:r>
                    <m:sSup>
                      <m:sSupPr/>
                      <m:e>
                        <m:r>
                          <a:rPr lang="en-IN" sz="6000" b="1" dirty="0">
                            <a:solidFill>
                              <a:schemeClr val="lt1"/>
                            </a:solidFill>
                            <a:latin typeface="Cambria Math"/>
                            <a:ea typeface="Cambria Math"/>
                            <a:sym typeface="Cambria Math"/>
                          </a:rPr>
                          <m:t xml:space="preserve">T</m:t>
                        </m:r>
                      </m:e>
                      <m:sup>
                        <m:r>
                          <a:rPr lang="en-IN" sz="6000" b="1" dirty="0">
                            <a:solidFill>
                              <a:schemeClr val="lt1"/>
                            </a:solidFill>
                            <a:latin typeface="Cambria Math"/>
                            <a:ea typeface="Cambria Math"/>
                            <a:sym typeface="Cambria Math"/>
                          </a:rPr>
                          <m:t xml:space="preserve">-3</m:t>
                        </m:r>
                      </m:sup>
                    </m:sSup>
                    <m:r>
                      <a:rPr lang="en-IN" sz="6000" b="1" dirty="0">
                        <a:solidFill>
                          <a:schemeClr val="lt1"/>
                        </a:solidFill>
                        <a:latin typeface="Cambria Math"/>
                        <a:ea typeface="Cambria Math"/>
                        <a:sym typeface="Cambria Math"/>
                      </a:rPr>
                      <m:t xml:space="preserve">] </m:t>
                    </m:r>
                  </m:oMath>
                </a14:m>
              </mc:Choice>
              <mc:Fallback>
                <a:r>
                  <a:rPr lang="en-IN" sz="6000" b="1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 [M</a:t>
                </a:r>
                <a:r>
                  <a:rPr baseline="52000" lang="en-IN" sz="4320" b="1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0</a:t>
                </a:r>
                <a:r>
                  <a:rPr lang="en-IN" sz="6000" b="1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 L</a:t>
                </a:r>
                <a:r>
                  <a:rPr baseline="52000" lang="en-IN" sz="4320" b="1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2</a:t>
                </a:r>
                <a:r>
                  <a:rPr lang="en-IN" sz="6000" b="1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 T</a:t>
                </a:r>
                <a:r>
                  <a:rPr baseline="52000" lang="en-IN" sz="4320" b="1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-3</a:t>
                </a:r>
                <a:r>
                  <a:rPr lang="en-IN" sz="6000" b="1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] </a:t>
                </a:r>
              </mc:Fallback>
            </mc:AlternateContent>
            <a:endParaRPr sz="6000" b="1" dirty="0">
              <a:solidFill>
                <a:schemeClr val="lt1"/>
              </a:solidFill>
              <a:latin typeface="Cambria"/>
              <a:ea typeface="Cambria"/>
            </a:endParaRPr>
          </a:p>
        </p:txBody>
      </p:sp>
      <p:sp>
        <p:nvSpPr>
          <p:cNvPr id="19" name="Google Shape;130;p29">
            <a:extLst>
              <a:ext uri="{FF2B5EF4-FFF2-40B4-BE49-F238E27FC236}">
                <a16:creationId xmlns:a16="http://schemas.microsoft.com/office/drawing/2014/main" id="{14CC97B5-99F4-9A71-2E1A-0ED3B3F0A5F1}"/>
              </a:ext>
            </a:extLst>
          </p:cNvPr>
          <p:cNvSpPr txBox="1"/>
          <p:nvPr/>
        </p:nvSpPr>
        <p:spPr>
          <a:xfrm>
            <a:off x="3107605" y="12827554"/>
            <a:ext cx="32744401" cy="15973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algn="l" marL="0" indent="0">
              <a:buSzPts val="8400"/>
            </a:pPr>
            <mc:AlternateContent xmlns:mc="http://schemas.openxmlformats.org/markup-compatibility/2006">
              <mc:Choice xmlns:a14="http://schemas.microsoft.com/office/drawing/2010/main" Requires="a14">
                <a14:m xmlns:m="http://schemas.openxmlformats.org/officeDocument/2006/math">
                  <m:oMath>
                    <m:r>
                      <a:rPr lang="en-IN" sz="6000" b="1" dirty="0">
                        <a:solidFill>
                          <a:schemeClr val="lt1"/>
                        </a:solidFill>
                        <a:latin typeface="Cambria Math"/>
                        <a:ea typeface="Cambria Math"/>
                        <a:sym typeface="Cambria Math"/>
                      </a:rPr>
                      <m:t xml:space="preserve"> [</m:t>
                    </m:r>
                    <m:sSup>
                      <m:sSupPr/>
                      <m:e>
                        <m:r>
                          <a:rPr lang="en-IN" sz="6000" b="1" dirty="0">
                            <a:solidFill>
                              <a:schemeClr val="lt1"/>
                            </a:solidFill>
                            <a:latin typeface="Cambria Math"/>
                            <a:ea typeface="Cambria Math"/>
                            <a:sym typeface="Cambria Math"/>
                          </a:rPr>
                          <m:t xml:space="preserve">M</m:t>
                        </m:r>
                      </m:e>
                      <m:sup>
                        <m:r>
                          <a:rPr lang="en-IN" sz="6000" b="1" dirty="0">
                            <a:solidFill>
                              <a:schemeClr val="lt1"/>
                            </a:solidFill>
                            <a:latin typeface="Cambria Math"/>
                            <a:ea typeface="Cambria Math"/>
                            <a:sym typeface="Cambria Math"/>
                          </a:rPr>
                          <m:t xml:space="preserve">0</m:t>
                        </m:r>
                      </m:sup>
                    </m:sSup>
                    <m:r>
                      <a:rPr lang="en-IN" sz="6000" b="1" dirty="0">
                        <a:solidFill>
                          <a:schemeClr val="lt1"/>
                        </a:solidFill>
                        <a:latin typeface="Cambria Math"/>
                        <a:ea typeface="Cambria Math"/>
                        <a:sym typeface="Cambria Math"/>
                      </a:rPr>
                      <m:t xml:space="preserve"> </m:t>
                    </m:r>
                    <m:sSup>
                      <m:sSupPr/>
                      <m:e>
                        <m:r>
                          <a:rPr lang="en-IN" sz="6000" b="1" dirty="0">
                            <a:solidFill>
                              <a:schemeClr val="lt1"/>
                            </a:solidFill>
                            <a:latin typeface="Cambria Math"/>
                            <a:ea typeface="Cambria Math"/>
                            <a:sym typeface="Cambria Math"/>
                          </a:rPr>
                          <m:t xml:space="preserve">L</m:t>
                        </m:r>
                      </m:e>
                      <m:sup>
                        <m:r>
                          <a:rPr lang="en-IN" sz="6000" b="1" dirty="0">
                            <a:solidFill>
                              <a:schemeClr val="lt1"/>
                            </a:solidFill>
                            <a:latin typeface="Cambria Math"/>
                            <a:ea typeface="Cambria Math"/>
                            <a:sym typeface="Cambria Math"/>
                          </a:rPr>
                          <m:t xml:space="preserve">1</m:t>
                        </m:r>
                      </m:sup>
                    </m:sSup>
                    <m:r>
                      <a:rPr lang="en-IN" sz="6000" b="1" dirty="0">
                        <a:solidFill>
                          <a:schemeClr val="lt1"/>
                        </a:solidFill>
                        <a:latin typeface="Cambria Math"/>
                        <a:ea typeface="Cambria Math"/>
                        <a:sym typeface="Cambria Math"/>
                      </a:rPr>
                      <m:t xml:space="preserve"> </m:t>
                    </m:r>
                    <m:sSup>
                      <m:sSupPr/>
                      <m:e>
                        <m:r>
                          <a:rPr lang="en-IN" sz="6000" b="1" dirty="0">
                            <a:solidFill>
                              <a:schemeClr val="lt1"/>
                            </a:solidFill>
                            <a:latin typeface="Cambria Math"/>
                            <a:ea typeface="Cambria Math"/>
                            <a:sym typeface="Cambria Math"/>
                          </a:rPr>
                          <m:t xml:space="preserve">T</m:t>
                        </m:r>
                      </m:e>
                      <m:sup>
                        <m:r>
                          <a:rPr lang="en-IN" sz="6000" b="1" dirty="0">
                            <a:solidFill>
                              <a:schemeClr val="lt1"/>
                            </a:solidFill>
                            <a:latin typeface="Cambria Math"/>
                            <a:ea typeface="Cambria Math"/>
                            <a:sym typeface="Cambria Math"/>
                          </a:rPr>
                          <m:t xml:space="preserve">-2</m:t>
                        </m:r>
                      </m:sup>
                    </m:sSup>
                    <m:r>
                      <a:rPr lang="en-IN" sz="6000" b="1" dirty="0">
                        <a:solidFill>
                          <a:schemeClr val="lt1"/>
                        </a:solidFill>
                        <a:latin typeface="Cambria Math"/>
                        <a:ea typeface="Cambria Math"/>
                        <a:sym typeface="Cambria Math"/>
                      </a:rPr>
                      <m:t xml:space="preserve">] </m:t>
                    </m:r>
                  </m:oMath>
                </a14:m>
              </mc:Choice>
              <mc:Fallback>
                <a:r>
                  <a:rPr lang="en-IN" sz="6000" b="1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 [M</a:t>
                </a:r>
                <a:r>
                  <a:rPr baseline="52000" lang="en-IN" sz="4320" b="1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0</a:t>
                </a:r>
                <a:r>
                  <a:rPr lang="en-IN" sz="6000" b="1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 L</a:t>
                </a:r>
                <a:r>
                  <a:rPr baseline="52000" lang="en-IN" sz="4320" b="1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1</a:t>
                </a:r>
                <a:r>
                  <a:rPr lang="en-IN" sz="6000" b="1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 T</a:t>
                </a:r>
                <a:r>
                  <a:rPr baseline="52000" lang="en-IN" sz="4320" b="1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-2</a:t>
                </a:r>
                <a:r>
                  <a:rPr lang="en-IN" sz="6000" b="1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] </a:t>
                </a:r>
              </mc:Fallback>
            </mc:AlternateContent>
            <a:endParaRPr sz="6000" b="1" dirty="0">
              <a:solidFill>
                <a:schemeClr val="lt1"/>
              </a:solidFill>
              <a:latin typeface="Cambria"/>
              <a:ea typeface="Cambria"/>
            </a:endParaRPr>
          </a:p>
        </p:txBody>
      </p:sp>
    </p:spTree>
  </p:cSld>
  <p:clrMapOvr>
    <a:masterClrMapping/>
  </p:clrMapOvr>
  <p:transition spd="slow">
    <p:push/>
  </p:transition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Google Shape;129;p29"/>
          <p:cNvSpPr txBox="1"/>
          <p:nvPr/>
        </p:nvSpPr>
        <p:spPr>
          <a:xfrm>
            <a:off x="1104806" y="2396709"/>
            <a:ext cx="34747200" cy="25603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algn="l" marL="0" lvl="0" indent="0">
              <a:buSzPts val="8400"/>
              <a:buFont typeface="Arial"/>
              <a:buNone/>
            </a:pPr>
            <a:r>
              <a:rPr lang="en-IN" sz="6000" b="1" dirty="0">
                <a:solidFill>
                  <a:schemeClr val="lt1"/>
                </a:solidFill>
                <a:latin typeface="Cambria"/>
                <a:ea typeface="Cambria"/>
                <a:sym typeface="Cambria"/>
              </a:rPr>
              <a:t>21. Match List-I with List-II. [29 Jan, 2025 (Shift-II)]</a:t>
            </a:r>
          </a:p>
          <a:p>
            <a:pPr algn="l" marL="0" lvl="0" indent="0">
              <a:buSzPts val="8400"/>
              <a:buFont typeface="Arial"/>
              <a:buNone/>
            </a:pPr>
            <a:r>
              <a:rPr lang="en-IN" sz="6000" b="1" dirty="0">
                <a:solidFill>
                  <a:schemeClr val="lt1"/>
                </a:solidFill>
                <a:latin typeface="Cambria"/>
                <a:ea typeface="Cambria"/>
                <a:sym typeface="Cambria"/>
              </a:rPr>
              <a:t>Choose the correct answer from the options given below:</a:t>
            </a:r>
          </a:p>
        </p:txBody>
      </p:sp>
      <p:sp>
        <p:nvSpPr>
          <p:cNvPr id="3" name="Google Shape;130;p29"/>
          <p:cNvSpPr txBox="1"/>
          <p:nvPr/>
        </p:nvSpPr>
        <p:spPr>
          <a:xfrm>
            <a:off x="3107605" y="11663909"/>
            <a:ext cx="32744401" cy="15973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algn="l" marL="0" indent="0">
              <a:buSzPts val="8400"/>
            </a:pPr>
            <a:r>
              <a:rPr lang="en-IN" sz="6000" b="1" dirty="0">
                <a:solidFill>
                  <a:schemeClr val="lt1"/>
                </a:solidFill>
                <a:latin typeface="Cambria"/>
                <a:ea typeface="Cambria"/>
                <a:sym typeface="Cambria"/>
              </a:rPr>
              <a:t>(A)-(II), (B)-(IV), (C)-(I), (D)-(III)</a:t>
            </a:r>
            <a:endParaRPr sz="6000" b="1" dirty="0">
              <a:solidFill>
                <a:schemeClr val="lt1"/>
              </a:solidFill>
              <a:latin typeface="Cambria"/>
              <a:ea typeface="Cambria"/>
            </a:endParaRPr>
          </a:p>
        </p:txBody>
      </p:sp>
      <p:sp>
        <p:nvSpPr>
          <p:cNvPr id="4" name="Google Shape;131;p29"/>
          <p:cNvSpPr/>
          <p:nvPr/>
        </p:nvSpPr>
        <p:spPr>
          <a:xfrm>
            <a:off x="-1864528" y="681774"/>
            <a:ext cx="7081988" cy="1569660"/>
          </a:xfrm>
          <a:prstGeom prst="roundRect">
            <a:avLst>
              <a:gd name="adj" fmla="val 50000"/>
            </a:avLst>
          </a:prstGeom>
          <a:gradFill>
            <a:gsLst>
              <a:gs pos="0">
                <a:srgbClr val="07213C"/>
              </a:gs>
              <a:gs pos="50000">
                <a:srgbClr val="0A3258"/>
              </a:gs>
              <a:gs pos="100000">
                <a:srgbClr val="0E3B69"/>
              </a:gs>
            </a:gsLst>
            <a:lin ang="16200000" scaled="0"/>
          </a:gradFill>
          <a:ln w="57150" cap="flat" cmpd="sng">
            <a:solidFill>
              <a:schemeClr val="lt1"/>
            </a:solidFill>
            <a:prstDash val="solid"/>
            <a:round/>
            <a:headEnd type="none" w="sm" len="sm"/>
            <a:tailEnd type="none" w="sm" len="sm"/>
          </a:ln>
          <a:effectLst>
            <a:outerShdw blurRad="50800" dist="38100" dir="10800000" algn="r" rotWithShape="0">
              <a:srgbClr val="000000">
                <a:alpha val="40000"/>
              </a:srgb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algn="l" marL="0" marR="0" lvl="0" indent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8400" b="1" i="0" u="none" strike="noStrike" cap="none">
              <a:solidFill>
                <a:schemeClr val="lt1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5" name="Google Shape;132;p29"/>
          <p:cNvSpPr txBox="1"/>
          <p:nvPr/>
        </p:nvSpPr>
        <p:spPr>
          <a:xfrm>
            <a:off x="1039500" y="827049"/>
            <a:ext cx="4562190" cy="101562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algn="l">
              <a:buSzPts val="8400"/>
            </a:pPr>
            <a:r>
              <a:rPr lang="en-IN" sz="6000" b="1" dirty="0">
                <a:solidFill>
                  <a:schemeClr val="lt1"/>
                </a:solidFill>
                <a:latin typeface="Cambria"/>
                <a:ea typeface="Cambria"/>
                <a:sym typeface="Cambria"/>
              </a:rPr>
              <a:t>Question</a:t>
            </a:r>
            <a:endParaRPr sz="6000" b="1" dirty="0">
              <a:solidFill>
                <a:schemeClr val="lt1"/>
              </a:solidFill>
              <a:latin typeface="Cambria"/>
              <a:ea typeface="Cambria"/>
            </a:endParaRPr>
          </a:p>
        </p:txBody>
      </p:sp>
      <p:sp>
        <p:nvSpPr>
          <p:cNvPr id="6" name="Google Shape;133;p29"/>
          <p:cNvSpPr/>
          <p:nvPr/>
        </p:nvSpPr>
        <p:spPr>
          <a:xfrm>
            <a:off x="1039499" y="11373120"/>
            <a:ext cx="1597200" cy="1597200"/>
          </a:xfrm>
          <a:prstGeom prst="ellipse">
            <a:avLst/>
          </a:prstGeom>
          <a:gradFill>
            <a:gsLst>
              <a:gs pos="0">
                <a:srgbClr val="07213C"/>
              </a:gs>
              <a:gs pos="50000">
                <a:srgbClr val="0A3258"/>
              </a:gs>
              <a:gs pos="100000">
                <a:srgbClr val="0E3B69"/>
              </a:gs>
            </a:gsLst>
            <a:lin ang="16200000" scaled="0"/>
          </a:gradFill>
          <a:ln w="57150" cap="flat" cmpd="sng">
            <a:solidFill>
              <a:schemeClr val="lt1"/>
            </a:solidFill>
            <a:prstDash val="solid"/>
            <a:round/>
            <a:headEnd type="none" w="sm" len="sm"/>
            <a:tailEnd type="none" w="sm" len="sm"/>
          </a:ln>
          <a:effectLst>
            <a:outerShdw blurRad="50800" dist="38100" dir="10800000" algn="r" rotWithShape="0">
              <a:srgbClr val="000000">
                <a:alpha val="40000"/>
              </a:srgb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algn="l" marL="0" marR="0" lvl="0" indent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400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" name="Google Shape;134;p29"/>
          <p:cNvSpPr txBox="1"/>
          <p:nvPr/>
        </p:nvSpPr>
        <p:spPr>
          <a:xfrm>
            <a:off x="1104807" y="11571625"/>
            <a:ext cx="1466700" cy="116951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lvl="0" indent="0" algn="ctr">
              <a:buSzPts val="8400"/>
              <a:buFont typeface="Arial"/>
              <a:buNone/>
            </a:pPr>
            <a:r>
              <a:rPr lang="en-IN" sz="7000" b="1" dirty="0">
                <a:solidFill>
                  <a:schemeClr val="lt1"/>
                </a:solidFill>
                <a:latin typeface="Cambria"/>
                <a:ea typeface="Cambria"/>
                <a:sym typeface="Poppins"/>
              </a:rPr>
              <a:t>A</a:t>
            </a:r>
            <a:endParaRPr sz="7000" b="1" dirty="0">
              <a:solidFill>
                <a:schemeClr val="lt1"/>
              </a:solidFill>
              <a:latin typeface="Cambria"/>
              <a:ea typeface="Cambria"/>
            </a:endParaRPr>
          </a:p>
        </p:txBody>
      </p:sp>
      <p:grpSp>
        <p:nvGrpSpPr>
          <p:cNvPr id="8" name="Group 3">
            <a:extLst>
              <a:ext uri="{FF2B5EF4-FFF2-40B4-BE49-F238E27FC236}">
                <a16:creationId xmlns:a16="http://schemas.microsoft.com/office/drawing/2014/main" id="{E7A8D3A8-3CB4-6749-CCFA-38CA3F055B3C}"/>
              </a:ext>
            </a:extLst>
          </p:cNvPr>
          <p:cNvGrpSpPr/>
          <p:nvPr/>
        </p:nvGrpSpPr>
        <p:grpSpPr>
          <a:xfrm>
            <a:off x="1039499" y="13490460"/>
            <a:ext cx="1597200" cy="1597200"/>
            <a:chOff x="1039499" y="8887793"/>
            <a:chExt cx="1597200" cy="1597200"/>
          </a:xfrm>
        </p:grpSpPr>
        <p:sp>
          <p:nvSpPr>
            <p:cNvPr id="9" name="Google Shape;135;p29"/>
            <p:cNvSpPr/>
            <p:nvPr/>
          </p:nvSpPr>
          <p:spPr>
            <a:xfrm>
              <a:off x="1039499" y="8887793"/>
              <a:ext cx="1597200" cy="1597200"/>
            </a:xfrm>
            <a:prstGeom prst="ellipse">
              <a:avLst/>
            </a:prstGeom>
            <a:gradFill>
              <a:gsLst>
                <a:gs pos="0">
                  <a:srgbClr val="07213C"/>
                </a:gs>
                <a:gs pos="50000">
                  <a:srgbClr val="0A3258"/>
                </a:gs>
                <a:gs pos="100000">
                  <a:srgbClr val="0E3B69"/>
                </a:gs>
              </a:gsLst>
              <a:lin ang="16200000" scaled="0"/>
            </a:gradFill>
            <a:ln w="5715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  <a:effectLst>
              <a:outerShdw blurRad="50800" dist="38100" dir="10800000" algn="r" rotWithShape="0">
                <a:srgbClr val="000000">
                  <a:alpha val="40000"/>
                </a:srgbClr>
              </a:outerShdw>
            </a:effectLst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algn="l" marL="0" marR="0" lvl="0" indent="0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4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0" name="Google Shape;136;p29"/>
            <p:cNvSpPr txBox="1"/>
            <p:nvPr/>
          </p:nvSpPr>
          <p:spPr>
            <a:xfrm>
              <a:off x="1104806" y="9086298"/>
              <a:ext cx="1466700" cy="12006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pPr algn="ctr">
                <a:buSzPts val="8400"/>
              </a:pPr>
              <a:r>
                <a:rPr lang="en-IN" sz="7000" b="1" dirty="0">
                  <a:solidFill>
                    <a:schemeClr val="lt1"/>
                  </a:solidFill>
                  <a:latin typeface="Cambria"/>
                  <a:ea typeface="Cambria"/>
                  <a:sym typeface="Poppins"/>
                </a:rPr>
                <a:t>B</a:t>
              </a:r>
              <a:endParaRPr sz="7000" b="1" dirty="0">
                <a:solidFill>
                  <a:schemeClr val="lt1"/>
                </a:solidFill>
                <a:latin typeface="Cambria"/>
                <a:ea typeface="Cambria"/>
              </a:endParaRPr>
            </a:p>
          </p:txBody>
        </p:sp>
      </p:grpSp>
      <p:grpSp>
        <p:nvGrpSpPr>
          <p:cNvPr id="11" name="Group 2">
            <a:extLst>
              <a:ext uri="{FF2B5EF4-FFF2-40B4-BE49-F238E27FC236}">
                <a16:creationId xmlns:a16="http://schemas.microsoft.com/office/drawing/2014/main" id="{1929EFE0-7899-C986-6D22-F9305746025F}"/>
              </a:ext>
            </a:extLst>
          </p:cNvPr>
          <p:cNvGrpSpPr/>
          <p:nvPr/>
        </p:nvGrpSpPr>
        <p:grpSpPr>
          <a:xfrm>
            <a:off x="1039499" y="15607800"/>
            <a:ext cx="1597200" cy="1597200"/>
            <a:chOff x="1039499" y="11392904"/>
            <a:chExt cx="1597200" cy="1597200"/>
          </a:xfrm>
        </p:grpSpPr>
        <p:sp>
          <p:nvSpPr>
            <p:cNvPr id="12" name="Google Shape;137;p29"/>
            <p:cNvSpPr/>
            <p:nvPr/>
          </p:nvSpPr>
          <p:spPr>
            <a:xfrm>
              <a:off x="1039499" y="11392904"/>
              <a:ext cx="1597200" cy="1597200"/>
            </a:xfrm>
            <a:prstGeom prst="ellipse">
              <a:avLst/>
            </a:prstGeom>
            <a:gradFill>
              <a:gsLst>
                <a:gs pos="0">
                  <a:srgbClr val="07213C"/>
                </a:gs>
                <a:gs pos="50000">
                  <a:srgbClr val="0A3258"/>
                </a:gs>
                <a:gs pos="100000">
                  <a:srgbClr val="0E3B69"/>
                </a:gs>
              </a:gsLst>
              <a:lin ang="16200000" scaled="0"/>
            </a:gradFill>
            <a:ln w="5715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  <a:effectLst>
              <a:outerShdw blurRad="50800" dist="38100" dir="10800000" algn="r" rotWithShape="0">
                <a:srgbClr val="000000">
                  <a:alpha val="40000"/>
                </a:srgbClr>
              </a:outerShdw>
            </a:effectLst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algn="l" marL="0" marR="0" lvl="0" indent="0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4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3" name="Google Shape;138;p29"/>
            <p:cNvSpPr txBox="1"/>
            <p:nvPr/>
          </p:nvSpPr>
          <p:spPr>
            <a:xfrm>
              <a:off x="1104806" y="11591409"/>
              <a:ext cx="1466700" cy="12006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pPr algn="ctr">
                <a:buSzPts val="8400"/>
              </a:pPr>
              <a:r>
                <a:rPr lang="en-IN" sz="7000" b="1" dirty="0">
                  <a:solidFill>
                    <a:schemeClr val="lt1"/>
                  </a:solidFill>
                  <a:latin typeface="Cambria"/>
                  <a:ea typeface="Cambria"/>
                  <a:sym typeface="Poppins"/>
                </a:rPr>
                <a:t>C</a:t>
              </a:r>
              <a:endParaRPr sz="7000" b="1" dirty="0">
                <a:solidFill>
                  <a:schemeClr val="lt1"/>
                </a:solidFill>
                <a:latin typeface="Cambria"/>
                <a:ea typeface="Cambria"/>
              </a:endParaRPr>
            </a:p>
          </p:txBody>
        </p:sp>
      </p:grpSp>
      <p:grpSp>
        <p:nvGrpSpPr>
          <p:cNvPr id="14" name="Group 1">
            <a:extLst>
              <a:ext uri="{FF2B5EF4-FFF2-40B4-BE49-F238E27FC236}">
                <a16:creationId xmlns:a16="http://schemas.microsoft.com/office/drawing/2014/main" id="{2EFF441D-B1EA-669C-64B0-91C1D604A467}"/>
              </a:ext>
            </a:extLst>
          </p:cNvPr>
          <p:cNvGrpSpPr/>
          <p:nvPr/>
        </p:nvGrpSpPr>
        <p:grpSpPr>
          <a:xfrm>
            <a:off x="1039499" y="17725140"/>
            <a:ext cx="1597200" cy="1597200"/>
            <a:chOff x="1039499" y="13898015"/>
            <a:chExt cx="1597200" cy="1597200"/>
          </a:xfrm>
        </p:grpSpPr>
        <p:sp>
          <p:nvSpPr>
            <p:cNvPr id="15" name="Google Shape;139;p29"/>
            <p:cNvSpPr/>
            <p:nvPr/>
          </p:nvSpPr>
          <p:spPr>
            <a:xfrm>
              <a:off x="1039499" y="13898015"/>
              <a:ext cx="1597200" cy="1597200"/>
            </a:xfrm>
            <a:prstGeom prst="ellipse">
              <a:avLst/>
            </a:prstGeom>
            <a:gradFill>
              <a:gsLst>
                <a:gs pos="0">
                  <a:srgbClr val="07213C"/>
                </a:gs>
                <a:gs pos="50000">
                  <a:srgbClr val="0A3258"/>
                </a:gs>
                <a:gs pos="100000">
                  <a:srgbClr val="0E3B69"/>
                </a:gs>
              </a:gsLst>
              <a:lin ang="16200000" scaled="0"/>
            </a:gradFill>
            <a:ln w="5715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  <a:effectLst>
              <a:outerShdw blurRad="50800" dist="38100" dir="10800000" algn="r" rotWithShape="0">
                <a:srgbClr val="000000">
                  <a:alpha val="40000"/>
                </a:srgbClr>
              </a:outerShdw>
            </a:effectLst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algn="l" marL="0" marR="0" lvl="0" indent="0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4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6" name="Google Shape;140;p29"/>
            <p:cNvSpPr txBox="1"/>
            <p:nvPr/>
          </p:nvSpPr>
          <p:spPr>
            <a:xfrm>
              <a:off x="1104806" y="14096520"/>
              <a:ext cx="1466700" cy="12006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pPr algn="ctr">
                <a:buSzPts val="8400"/>
              </a:pPr>
              <a:r>
                <a:rPr lang="en-IN" sz="7000" b="1" dirty="0">
                  <a:solidFill>
                    <a:schemeClr val="lt1"/>
                  </a:solidFill>
                  <a:latin typeface="Cambria"/>
                  <a:ea typeface="Cambria"/>
                  <a:sym typeface="Poppins"/>
                </a:rPr>
                <a:t>D</a:t>
              </a:r>
              <a:endParaRPr sz="7000" b="1" dirty="0">
                <a:solidFill>
                  <a:schemeClr val="lt1"/>
                </a:solidFill>
                <a:latin typeface="Cambria"/>
                <a:ea typeface="Cambria"/>
              </a:endParaRPr>
            </a:p>
          </p:txBody>
        </p:sp>
      </p:grpSp>
      <p:sp>
        <p:nvSpPr>
          <p:cNvPr id="17" name="Google Shape;130;p29">
            <a:extLst>
              <a:ext uri="{FF2B5EF4-FFF2-40B4-BE49-F238E27FC236}">
                <a16:creationId xmlns:a16="http://schemas.microsoft.com/office/drawing/2014/main" id="{359EC1B9-8B0A-CB48-A9AA-6F6EAF44500B}"/>
              </a:ext>
            </a:extLst>
          </p:cNvPr>
          <p:cNvSpPr txBox="1"/>
          <p:nvPr/>
        </p:nvSpPr>
        <p:spPr>
          <a:xfrm>
            <a:off x="3107605" y="13721051"/>
            <a:ext cx="32744401" cy="15973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algn="l" marL="0" indent="0">
              <a:buSzPts val="8400"/>
            </a:pPr>
            <a:r>
              <a:rPr lang="en-IN" sz="6000" b="1" dirty="0">
                <a:solidFill>
                  <a:schemeClr val="lt1"/>
                </a:solidFill>
                <a:latin typeface="Cambria"/>
                <a:ea typeface="Cambria"/>
                <a:sym typeface="Cambria"/>
              </a:rPr>
              <a:t>(A)-(II), (B)-(I), (C)-(IV), (D)-(III)</a:t>
            </a:r>
            <a:endParaRPr sz="6000" b="1" dirty="0">
              <a:solidFill>
                <a:schemeClr val="lt1"/>
              </a:solidFill>
              <a:latin typeface="Cambria"/>
              <a:ea typeface="Cambria"/>
            </a:endParaRPr>
          </a:p>
        </p:txBody>
      </p:sp>
      <p:sp>
        <p:nvSpPr>
          <p:cNvPr id="18" name="Google Shape;130;p29">
            <a:extLst>
              <a:ext uri="{FF2B5EF4-FFF2-40B4-BE49-F238E27FC236}">
                <a16:creationId xmlns:a16="http://schemas.microsoft.com/office/drawing/2014/main" id="{7A900CAF-02A4-EA2C-D5AE-61E805D388DB}"/>
              </a:ext>
            </a:extLst>
          </p:cNvPr>
          <p:cNvSpPr txBox="1"/>
          <p:nvPr/>
        </p:nvSpPr>
        <p:spPr>
          <a:xfrm>
            <a:off x="3107605" y="15788366"/>
            <a:ext cx="32744401" cy="15973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algn="l" marL="0" indent="0">
              <a:buSzPts val="8400"/>
            </a:pPr>
            <a:r>
              <a:rPr lang="en-IN" sz="6000" b="1" dirty="0">
                <a:solidFill>
                  <a:schemeClr val="lt1"/>
                </a:solidFill>
                <a:latin typeface="Cambria"/>
                <a:ea typeface="Cambria"/>
                <a:sym typeface="Cambria"/>
              </a:rPr>
              <a:t>(A)-(IV), (B)-(II), (C)-(III), (D)-(I)</a:t>
            </a:r>
            <a:endParaRPr sz="6000" b="1" dirty="0">
              <a:solidFill>
                <a:schemeClr val="lt1"/>
              </a:solidFill>
              <a:latin typeface="Cambria"/>
              <a:ea typeface="Cambria"/>
            </a:endParaRPr>
          </a:p>
        </p:txBody>
      </p:sp>
      <p:sp>
        <p:nvSpPr>
          <p:cNvPr id="19" name="Google Shape;130;p29">
            <a:extLst>
              <a:ext uri="{FF2B5EF4-FFF2-40B4-BE49-F238E27FC236}">
                <a16:creationId xmlns:a16="http://schemas.microsoft.com/office/drawing/2014/main" id="{14CC97B5-99F4-9A71-2E1A-0ED3B3F0A5F1}"/>
              </a:ext>
            </a:extLst>
          </p:cNvPr>
          <p:cNvSpPr txBox="1"/>
          <p:nvPr/>
        </p:nvSpPr>
        <p:spPr>
          <a:xfrm>
            <a:off x="3107605" y="17923645"/>
            <a:ext cx="32744401" cy="15973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algn="l" marL="0" indent="0">
              <a:buSzPts val="8400"/>
            </a:pPr>
            <a:r>
              <a:rPr lang="en-IN" sz="6000" b="1" dirty="0">
                <a:solidFill>
                  <a:schemeClr val="lt1"/>
                </a:solidFill>
                <a:latin typeface="Cambria"/>
                <a:ea typeface="Cambria"/>
                <a:sym typeface="Cambria"/>
              </a:rPr>
              <a:t>(A)-(I), (B)-(III), (C)-(II), (D)-(IV)</a:t>
            </a:r>
            <a:endParaRPr sz="6000" b="1" dirty="0">
              <a:solidFill>
                <a:schemeClr val="lt1"/>
              </a:solidFill>
              <a:latin typeface="Cambria"/>
              <a:ea typeface="Cambria"/>
            </a:endParaRPr>
          </a:p>
        </p:txBody>
      </p:sp>
      <p:graphicFrame>
        <p:nvGraphicFramePr>
          <p:cNvPr id="20" name="ContentTable"/>
          <p:cNvGraphicFramePr>
            <a:graphicFrameLocks noGrp="1"/>
          </p:cNvGraphicFramePr>
          <p:nvPr/>
        </p:nvGraphicFramePr>
        <p:xfrm>
          <a:off x="1104806" y="5477029"/>
          <a:ext cx="34747200" cy="4576091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7373600"/>
                <a:gridCol w="17373600"/>
              </a:tblGrid>
              <a:tr h="915219">
                <a:tc>
                  <a:txBody>
                    <a:bodyPr/>
                    <a:lstStyle/>
                    <a:p>
                      <a:pPr algn="l" marL="0" marR="0" lvl="0" indent="0" rtl="0">
                        <a:lnSpc>
                          <a:spcPct val="110000"/>
                        </a:lnSpc>
                        <a:spcBef>
                          <a:spcPts val="60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buNone/>
                      </a:pPr>
                      <a:r>
                        <a:rPr lang="en-IN" sz="4000" b="1" i="0" u="none" strike="noStrike" cap="none" dirty="0">
                          <a:solidFill>
                            <a:schemeClr val="tx1"/>
                          </a:solidFill>
                          <a:latin typeface="Cambria"/>
                          <a:ea typeface="Cambria"/>
                          <a:sym typeface="Arial"/>
                        </a:rPr>
                        <a:t>List-I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marL="0" marR="0" lvl="0" indent="0" rtl="0">
                        <a:lnSpc>
                          <a:spcPct val="110000"/>
                        </a:lnSpc>
                        <a:spcBef>
                          <a:spcPts val="60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buNone/>
                      </a:pPr>
                      <a:r>
                        <a:rPr lang="en-IN" sz="4000" b="1" i="0" u="none" strike="noStrike" cap="none" dirty="0">
                          <a:solidFill>
                            <a:schemeClr val="tx1"/>
                          </a:solidFill>
                          <a:latin typeface="Cambria"/>
                          <a:ea typeface="Cambria"/>
                          <a:sym typeface="Arial"/>
                        </a:rPr>
                        <a:t>List-II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915218">
                <a:tc>
                  <a:txBody>
                    <a:bodyPr/>
                    <a:lstStyle/>
                    <a:p>
                      <a:pPr algn="l" marL="0" marR="0" lvl="0" indent="0" defTabSz="914400" rtl="0" eaLnBrk="1" fontAlgn="auto" latinLnBrk="0" hangingPunct="1">
                        <a:lnSpc>
                          <a:spcPct val="110000"/>
                        </a:lnSpc>
                        <a:spcBef>
                          <a:spcPts val="60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kumimoji="0" lang="en-IN" sz="4000" b="0" i="0" u="none" strike="noStrike" kern="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Cambria"/>
                          <a:ea typeface="Cambria"/>
                          <a:cs typeface="+mn-cs"/>
                          <a:sym typeface="Arial"/>
                        </a:rPr>
                        <a:t>A. Young's Modulus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marL="0" marR="0" lvl="0" indent="0" defTabSz="914400" rtl="0" eaLnBrk="1" fontAlgn="auto" latinLnBrk="0" hangingPunct="1">
                        <a:lnSpc>
                          <a:spcPct val="110000"/>
                        </a:lnSpc>
                        <a:spcBef>
                          <a:spcPts val="60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kumimoji="0" lang="en-IN" sz="4000" b="0" i="0" u="none" strike="noStrike" kern="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Cambria"/>
                          <a:ea typeface="Cambria"/>
                          <a:cs typeface="+mn-cs"/>
                          <a:sym typeface="Arial"/>
                        </a:rPr>
                        <a:t>I. </a:t>
                      </a:r>
                      <mc:AlternateContent xmlns:mc="http://schemas.openxmlformats.org/markup-compatibility/2006">
                        <mc:Choice xmlns:a14="http://schemas.microsoft.com/office/drawing/2010/main" Requires="a14">
                          <a14:m xmlns:m="http://schemas.openxmlformats.org/officeDocument/2006/math">
                            <m:oMath>
                              <m:r>
                                <a:rPr kumimoji="0" lang="en-IN" sz="4000" b="0" i="0" u="none" strike="noStrike" kern="0" cap="none" spc="0" normalizeH="0" baseline="0" noProof="0" dirty="0">
                                  <a:ln>
                                    <a:noFill/>
                                  </a:ln>
                                  <a:solidFill>
                                    <a:srgbClr val="000000"/>
                                  </a:solidFill>
                                  <a:effectLst/>
                                  <a:uLnTx/>
                                  <a:uFillTx/>
                                  <a:latin typeface="Cambria Math"/>
                                  <a:ea typeface="Cambria Math"/>
                                  <a:cs typeface="Cambria Math"/>
                                  <a:sym typeface="Cambria Math"/>
                                </a:rPr>
                                <m:t xml:space="preserve"> M </m:t>
                              </m:r>
                              <m:sSup>
                                <m:sSupPr/>
                                <m:e>
                                  <m:r>
                                    <a:rPr kumimoji="0" lang="en-IN" sz="4000" b="0" i="0" u="none" strike="noStrike" kern="0" cap="none" spc="0" normalizeH="0" baseline="0" noProof="0" dirty="0">
                                      <a:ln>
                                        <a:noFill/>
                                      </a:ln>
                                      <a:solidFill>
                                        <a:srgbClr val="000000"/>
                                      </a:solidFill>
                                      <a:effectLst/>
                                      <a:uLnTx/>
                                      <a:uFillTx/>
                                      <a:latin typeface="Cambria Math"/>
                                      <a:ea typeface="Cambria Math"/>
                                      <a:cs typeface="Cambria Math"/>
                                      <a:sym typeface="Cambria Math"/>
                                    </a:rPr>
                                    <m:t xml:space="preserve">L</m:t>
                                  </m:r>
                                </m:e>
                                <m:sup>
                                  <m:r>
                                    <a:rPr kumimoji="0" lang="en-IN" sz="4000" b="0" i="0" u="none" strike="noStrike" kern="0" cap="none" spc="0" normalizeH="0" baseline="0" noProof="0" dirty="0">
                                      <a:ln>
                                        <a:noFill/>
                                      </a:ln>
                                      <a:solidFill>
                                        <a:srgbClr val="000000"/>
                                      </a:solidFill>
                                      <a:effectLst/>
                                      <a:uLnTx/>
                                      <a:uFillTx/>
                                      <a:latin typeface="Cambria Math"/>
                                      <a:ea typeface="Cambria Math"/>
                                      <a:cs typeface="Cambria Math"/>
                                      <a:sym typeface="Cambria Math"/>
                                    </a:rPr>
                                    <m:t xml:space="preserve">-1</m:t>
                                  </m:r>
                                </m:sup>
                              </m:sSup>
                              <m:r>
                                <a:rPr kumimoji="0" lang="en-IN" sz="4000" b="0" i="0" u="none" strike="noStrike" kern="0" cap="none" spc="0" normalizeH="0" baseline="0" noProof="0" dirty="0">
                                  <a:ln>
                                    <a:noFill/>
                                  </a:ln>
                                  <a:solidFill>
                                    <a:srgbClr val="000000"/>
                                  </a:solidFill>
                                  <a:effectLst/>
                                  <a:uLnTx/>
                                  <a:uFillTx/>
                                  <a:latin typeface="Cambria Math"/>
                                  <a:ea typeface="Cambria Math"/>
                                  <a:cs typeface="Cambria Math"/>
                                  <a:sym typeface="Cambria Math"/>
                                </a:rPr>
                                <m:t xml:space="preserve"> </m:t>
                              </m:r>
                              <m:sSup>
                                <m:sSupPr/>
                                <m:e>
                                  <m:r>
                                    <a:rPr kumimoji="0" lang="en-IN" sz="4000" b="0" i="0" u="none" strike="noStrike" kern="0" cap="none" spc="0" normalizeH="0" baseline="0" noProof="0" dirty="0">
                                      <a:ln>
                                        <a:noFill/>
                                      </a:ln>
                                      <a:solidFill>
                                        <a:srgbClr val="000000"/>
                                      </a:solidFill>
                                      <a:effectLst/>
                                      <a:uLnTx/>
                                      <a:uFillTx/>
                                      <a:latin typeface="Cambria Math"/>
                                      <a:ea typeface="Cambria Math"/>
                                      <a:cs typeface="Cambria Math"/>
                                      <a:sym typeface="Cambria Math"/>
                                    </a:rPr>
                                    <m:t xml:space="preserve">T</m:t>
                                  </m:r>
                                </m:e>
                                <m:sup>
                                  <m:r>
                                    <a:rPr kumimoji="0" lang="en-IN" sz="4000" b="0" i="0" u="none" strike="noStrike" kern="0" cap="none" spc="0" normalizeH="0" baseline="0" noProof="0" dirty="0">
                                      <a:ln>
                                        <a:noFill/>
                                      </a:ln>
                                      <a:solidFill>
                                        <a:srgbClr val="000000"/>
                                      </a:solidFill>
                                      <a:effectLst/>
                                      <a:uLnTx/>
                                      <a:uFillTx/>
                                      <a:latin typeface="Cambria Math"/>
                                      <a:ea typeface="Cambria Math"/>
                                      <a:cs typeface="Cambria Math"/>
                                      <a:sym typeface="Cambria Math"/>
                                    </a:rPr>
                                    <m:t xml:space="preserve">-1</m:t>
                                  </m:r>
                                </m:sup>
                              </m:sSup>
                              <m:r>
                                <a:rPr kumimoji="0" lang="en-IN" sz="4000" b="0" i="0" u="none" strike="noStrike" kern="0" cap="none" spc="0" normalizeH="0" baseline="0" noProof="0" dirty="0">
                                  <a:ln>
                                    <a:noFill/>
                                  </a:ln>
                                  <a:solidFill>
                                    <a:srgbClr val="000000"/>
                                  </a:solidFill>
                                  <a:effectLst/>
                                  <a:uLnTx/>
                                  <a:uFillTx/>
                                  <a:latin typeface="Cambria Math"/>
                                  <a:ea typeface="Cambria Math"/>
                                  <a:cs typeface="Cambria Math"/>
                                  <a:sym typeface="Cambria Math"/>
                                </a:rPr>
                                <m:t xml:space="preserve"> </m:t>
                              </m:r>
                            </m:oMath>
                          </a14:m>
                        </mc:Choice>
                        <mc:Fallback>
                          <a:r>
                            <a:rPr kumimoji="0" lang="en-IN" sz="4000" b="0" i="0" u="none" strike="noStrike" kern="0" cap="none" spc="0" normalizeH="0" baseline="0" noProof="0" dirty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uLnTx/>
                              <a:uFillTx/>
                              <a:latin typeface="Cambria"/>
                              <a:ea typeface="Cambria"/>
                              <a:cs typeface="+mn-cs"/>
                              <a:sym typeface="Arial"/>
                            </a:rPr>
                            <a:t> M L</a:t>
                          </a:r>
                          <a:r>
                            <a:rPr kumimoji="0" lang="en-IN" sz="2880" b="0" i="0" u="none" strike="noStrike" kern="0" cap="none" spc="0" normalizeH="0" baseline="52000" noProof="0" dirty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uLnTx/>
                              <a:uFillTx/>
                              <a:latin typeface="Cambria"/>
                              <a:ea typeface="Cambria"/>
                              <a:cs typeface="+mn-cs"/>
                              <a:sym typeface="Arial"/>
                            </a:rPr>
                            <a:t>-1</a:t>
                          </a:r>
                          <a:r>
                            <a:rPr kumimoji="0" lang="en-IN" sz="4000" b="0" i="0" u="none" strike="noStrike" kern="0" cap="none" spc="0" normalizeH="0" baseline="0" noProof="0" dirty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uLnTx/>
                              <a:uFillTx/>
                              <a:latin typeface="Cambria"/>
                              <a:ea typeface="Cambria"/>
                              <a:cs typeface="+mn-cs"/>
                              <a:sym typeface="Arial"/>
                            </a:rPr>
                            <a:t> T</a:t>
                          </a:r>
                          <a:r>
                            <a:rPr kumimoji="0" lang="en-IN" sz="2880" b="0" i="0" u="none" strike="noStrike" kern="0" cap="none" spc="0" normalizeH="0" baseline="52000" noProof="0" dirty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uLnTx/>
                              <a:uFillTx/>
                              <a:latin typeface="Cambria"/>
                              <a:ea typeface="Cambria"/>
                              <a:cs typeface="+mn-cs"/>
                              <a:sym typeface="Arial"/>
                            </a:rPr>
                            <a:t>-1</a:t>
                          </a:r>
                          <a:r>
                            <a:rPr kumimoji="0" lang="en-IN" sz="4000" b="0" i="0" u="none" strike="noStrike" kern="0" cap="none" spc="0" normalizeH="0" baseline="0" noProof="0" dirty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uLnTx/>
                              <a:uFillTx/>
                              <a:latin typeface="Cambria"/>
                              <a:ea typeface="Cambria"/>
                              <a:cs typeface="+mn-cs"/>
                              <a:sym typeface="Arial"/>
                            </a:rPr>
                            <a:t> </a:t>
                          </a:r>
                        </mc:Fallback>
                      </mc:AlternateContent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915218">
                <a:tc>
                  <a:txBody>
                    <a:bodyPr/>
                    <a:lstStyle/>
                    <a:p>
                      <a:pPr algn="l" marL="0" marR="0" lvl="0" indent="0" defTabSz="914400" rtl="0" eaLnBrk="1" fontAlgn="auto" latinLnBrk="0" hangingPunct="1">
                        <a:lnSpc>
                          <a:spcPct val="110000"/>
                        </a:lnSpc>
                        <a:spcBef>
                          <a:spcPts val="60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kumimoji="0" lang="en-IN" sz="4000" b="0" i="0" u="none" strike="noStrike" kern="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Cambria"/>
                          <a:ea typeface="Cambria"/>
                          <a:cs typeface="+mn-cs"/>
                          <a:sym typeface="Arial"/>
                        </a:rPr>
                        <a:t>B. Torque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marL="0" marR="0" lvl="0" indent="0" defTabSz="914400" rtl="0" eaLnBrk="1" fontAlgn="auto" latinLnBrk="0" hangingPunct="1">
                        <a:lnSpc>
                          <a:spcPct val="110000"/>
                        </a:lnSpc>
                        <a:spcBef>
                          <a:spcPts val="60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kumimoji="0" lang="en-IN" sz="4000" b="0" i="0" u="none" strike="noStrike" kern="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Cambria"/>
                          <a:ea typeface="Cambria"/>
                          <a:cs typeface="+mn-cs"/>
                          <a:sym typeface="Arial"/>
                        </a:rPr>
                        <a:t>II. </a:t>
                      </a:r>
                      <mc:AlternateContent xmlns:mc="http://schemas.openxmlformats.org/markup-compatibility/2006">
                        <mc:Choice xmlns:a14="http://schemas.microsoft.com/office/drawing/2010/main" Requires="a14">
                          <a14:m xmlns:m="http://schemas.openxmlformats.org/officeDocument/2006/math">
                            <m:oMath>
                              <m:r>
                                <a:rPr kumimoji="0" lang="en-IN" sz="4000" b="0" i="0" u="none" strike="noStrike" kern="0" cap="none" spc="0" normalizeH="0" baseline="0" noProof="0" dirty="0">
                                  <a:ln>
                                    <a:noFill/>
                                  </a:ln>
                                  <a:solidFill>
                                    <a:srgbClr val="000000"/>
                                  </a:solidFill>
                                  <a:effectLst/>
                                  <a:uLnTx/>
                                  <a:uFillTx/>
                                  <a:latin typeface="Cambria Math"/>
                                  <a:ea typeface="Cambria Math"/>
                                  <a:cs typeface="Cambria Math"/>
                                  <a:sym typeface="Cambria Math"/>
                                </a:rPr>
                                <m:t xml:space="preserve"> M </m:t>
                              </m:r>
                              <m:sSup>
                                <m:sSupPr/>
                                <m:e>
                                  <m:r>
                                    <a:rPr kumimoji="0" lang="en-IN" sz="4000" b="0" i="0" u="none" strike="noStrike" kern="0" cap="none" spc="0" normalizeH="0" baseline="0" noProof="0" dirty="0">
                                      <a:ln>
                                        <a:noFill/>
                                      </a:ln>
                                      <a:solidFill>
                                        <a:srgbClr val="000000"/>
                                      </a:solidFill>
                                      <a:effectLst/>
                                      <a:uLnTx/>
                                      <a:uFillTx/>
                                      <a:latin typeface="Cambria Math"/>
                                      <a:ea typeface="Cambria Math"/>
                                      <a:cs typeface="Cambria Math"/>
                                      <a:sym typeface="Cambria Math"/>
                                    </a:rPr>
                                    <m:t xml:space="preserve">L</m:t>
                                  </m:r>
                                </m:e>
                                <m:sup>
                                  <m:r>
                                    <a:rPr kumimoji="0" lang="en-IN" sz="4000" b="0" i="0" u="none" strike="noStrike" kern="0" cap="none" spc="0" normalizeH="0" baseline="0" noProof="0" dirty="0">
                                      <a:ln>
                                        <a:noFill/>
                                      </a:ln>
                                      <a:solidFill>
                                        <a:srgbClr val="000000"/>
                                      </a:solidFill>
                                      <a:effectLst/>
                                      <a:uLnTx/>
                                      <a:uFillTx/>
                                      <a:latin typeface="Cambria Math"/>
                                      <a:ea typeface="Cambria Math"/>
                                      <a:cs typeface="Cambria Math"/>
                                      <a:sym typeface="Cambria Math"/>
                                    </a:rPr>
                                    <m:t xml:space="preserve">-1</m:t>
                                  </m:r>
                                </m:sup>
                              </m:sSup>
                              <m:r>
                                <a:rPr kumimoji="0" lang="en-IN" sz="4000" b="0" i="0" u="none" strike="noStrike" kern="0" cap="none" spc="0" normalizeH="0" baseline="0" noProof="0" dirty="0">
                                  <a:ln>
                                    <a:noFill/>
                                  </a:ln>
                                  <a:solidFill>
                                    <a:srgbClr val="000000"/>
                                  </a:solidFill>
                                  <a:effectLst/>
                                  <a:uLnTx/>
                                  <a:uFillTx/>
                                  <a:latin typeface="Cambria Math"/>
                                  <a:ea typeface="Cambria Math"/>
                                  <a:cs typeface="Cambria Math"/>
                                  <a:sym typeface="Cambria Math"/>
                                </a:rPr>
                                <m:t xml:space="preserve"> </m:t>
                              </m:r>
                              <m:sSup>
                                <m:sSupPr/>
                                <m:e>
                                  <m:r>
                                    <a:rPr kumimoji="0" lang="en-IN" sz="4000" b="0" i="0" u="none" strike="noStrike" kern="0" cap="none" spc="0" normalizeH="0" baseline="0" noProof="0" dirty="0">
                                      <a:ln>
                                        <a:noFill/>
                                      </a:ln>
                                      <a:solidFill>
                                        <a:srgbClr val="000000"/>
                                      </a:solidFill>
                                      <a:effectLst/>
                                      <a:uLnTx/>
                                      <a:uFillTx/>
                                      <a:latin typeface="Cambria Math"/>
                                      <a:ea typeface="Cambria Math"/>
                                      <a:cs typeface="Cambria Math"/>
                                      <a:sym typeface="Cambria Math"/>
                                    </a:rPr>
                                    <m:t xml:space="preserve">T</m:t>
                                  </m:r>
                                </m:e>
                                <m:sup>
                                  <m:r>
                                    <a:rPr kumimoji="0" lang="en-IN" sz="4000" b="0" i="0" u="none" strike="noStrike" kern="0" cap="none" spc="0" normalizeH="0" baseline="0" noProof="0" dirty="0">
                                      <a:ln>
                                        <a:noFill/>
                                      </a:ln>
                                      <a:solidFill>
                                        <a:srgbClr val="000000"/>
                                      </a:solidFill>
                                      <a:effectLst/>
                                      <a:uLnTx/>
                                      <a:uFillTx/>
                                      <a:latin typeface="Cambria Math"/>
                                      <a:ea typeface="Cambria Math"/>
                                      <a:cs typeface="Cambria Math"/>
                                      <a:sym typeface="Cambria Math"/>
                                    </a:rPr>
                                    <m:t xml:space="preserve">-2</m:t>
                                  </m:r>
                                </m:sup>
                              </m:sSup>
                              <m:r>
                                <a:rPr kumimoji="0" lang="en-IN" sz="4000" b="0" i="0" u="none" strike="noStrike" kern="0" cap="none" spc="0" normalizeH="0" baseline="0" noProof="0" dirty="0">
                                  <a:ln>
                                    <a:noFill/>
                                  </a:ln>
                                  <a:solidFill>
                                    <a:srgbClr val="000000"/>
                                  </a:solidFill>
                                  <a:effectLst/>
                                  <a:uLnTx/>
                                  <a:uFillTx/>
                                  <a:latin typeface="Cambria Math"/>
                                  <a:ea typeface="Cambria Math"/>
                                  <a:cs typeface="Cambria Math"/>
                                  <a:sym typeface="Cambria Math"/>
                                </a:rPr>
                                <m:t xml:space="preserve"> </m:t>
                              </m:r>
                            </m:oMath>
                          </a14:m>
                        </mc:Choice>
                        <mc:Fallback>
                          <a:r>
                            <a:rPr kumimoji="0" lang="en-IN" sz="4000" b="0" i="0" u="none" strike="noStrike" kern="0" cap="none" spc="0" normalizeH="0" baseline="0" noProof="0" dirty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uLnTx/>
                              <a:uFillTx/>
                              <a:latin typeface="Cambria"/>
                              <a:ea typeface="Cambria"/>
                              <a:cs typeface="+mn-cs"/>
                              <a:sym typeface="Arial"/>
                            </a:rPr>
                            <a:t> M L</a:t>
                          </a:r>
                          <a:r>
                            <a:rPr kumimoji="0" lang="en-IN" sz="2880" b="0" i="0" u="none" strike="noStrike" kern="0" cap="none" spc="0" normalizeH="0" baseline="52000" noProof="0" dirty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uLnTx/>
                              <a:uFillTx/>
                              <a:latin typeface="Cambria"/>
                              <a:ea typeface="Cambria"/>
                              <a:cs typeface="+mn-cs"/>
                              <a:sym typeface="Arial"/>
                            </a:rPr>
                            <a:t>-1</a:t>
                          </a:r>
                          <a:r>
                            <a:rPr kumimoji="0" lang="en-IN" sz="4000" b="0" i="0" u="none" strike="noStrike" kern="0" cap="none" spc="0" normalizeH="0" baseline="0" noProof="0" dirty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uLnTx/>
                              <a:uFillTx/>
                              <a:latin typeface="Cambria"/>
                              <a:ea typeface="Cambria"/>
                              <a:cs typeface="+mn-cs"/>
                              <a:sym typeface="Arial"/>
                            </a:rPr>
                            <a:t> T</a:t>
                          </a:r>
                          <a:r>
                            <a:rPr kumimoji="0" lang="en-IN" sz="2880" b="0" i="0" u="none" strike="noStrike" kern="0" cap="none" spc="0" normalizeH="0" baseline="52000" noProof="0" dirty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uLnTx/>
                              <a:uFillTx/>
                              <a:latin typeface="Cambria"/>
                              <a:ea typeface="Cambria"/>
                              <a:cs typeface="+mn-cs"/>
                              <a:sym typeface="Arial"/>
                            </a:rPr>
                            <a:t>-2</a:t>
                          </a:r>
                          <a:r>
                            <a:rPr kumimoji="0" lang="en-IN" sz="4000" b="0" i="0" u="none" strike="noStrike" kern="0" cap="none" spc="0" normalizeH="0" baseline="0" noProof="0" dirty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uLnTx/>
                              <a:uFillTx/>
                              <a:latin typeface="Cambria"/>
                              <a:ea typeface="Cambria"/>
                              <a:cs typeface="+mn-cs"/>
                              <a:sym typeface="Arial"/>
                            </a:rPr>
                            <a:t> </a:t>
                          </a:r>
                        </mc:Fallback>
                      </mc:AlternateContent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915218">
                <a:tc>
                  <a:txBody>
                    <a:bodyPr/>
                    <a:lstStyle/>
                    <a:p>
                      <a:pPr algn="l" marL="0" marR="0" lvl="0" indent="0" defTabSz="914400" rtl="0" eaLnBrk="1" fontAlgn="auto" latinLnBrk="0" hangingPunct="1">
                        <a:lnSpc>
                          <a:spcPct val="110000"/>
                        </a:lnSpc>
                        <a:spcBef>
                          <a:spcPts val="60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kumimoji="0" lang="en-IN" sz="4000" b="0" i="0" u="none" strike="noStrike" kern="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Cambria"/>
                          <a:ea typeface="Cambria"/>
                          <a:cs typeface="+mn-cs"/>
                          <a:sym typeface="Arial"/>
                        </a:rPr>
                        <a:t>C. Coefficient of Viscosity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marL="0" marR="0" lvl="0" indent="0" defTabSz="914400" rtl="0" eaLnBrk="1" fontAlgn="auto" latinLnBrk="0" hangingPunct="1">
                        <a:lnSpc>
                          <a:spcPct val="110000"/>
                        </a:lnSpc>
                        <a:spcBef>
                          <a:spcPts val="60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kumimoji="0" lang="en-IN" sz="4000" b="0" i="0" u="none" strike="noStrike" kern="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Cambria"/>
                          <a:ea typeface="Cambria"/>
                          <a:cs typeface="+mn-cs"/>
                          <a:sym typeface="Arial"/>
                        </a:rPr>
                        <a:t>III. </a:t>
                      </a:r>
                      <mc:AlternateContent xmlns:mc="http://schemas.openxmlformats.org/markup-compatibility/2006">
                        <mc:Choice xmlns:a14="http://schemas.microsoft.com/office/drawing/2010/main" Requires="a14">
                          <a14:m xmlns:m="http://schemas.openxmlformats.org/officeDocument/2006/math">
                            <m:oMath>
                              <m:r>
                                <a:rPr kumimoji="0" lang="en-IN" sz="4000" b="0" i="0" u="none" strike="noStrike" kern="0" cap="none" spc="0" normalizeH="0" baseline="0" noProof="0" dirty="0">
                                  <a:ln>
                                    <a:noFill/>
                                  </a:ln>
                                  <a:solidFill>
                                    <a:srgbClr val="000000"/>
                                  </a:solidFill>
                                  <a:effectLst/>
                                  <a:uLnTx/>
                                  <a:uFillTx/>
                                  <a:latin typeface="Cambria Math"/>
                                  <a:ea typeface="Cambria Math"/>
                                  <a:cs typeface="Cambria Math"/>
                                  <a:sym typeface="Cambria Math"/>
                                </a:rPr>
                                <m:t xml:space="preserve"> </m:t>
                              </m:r>
                              <m:sSup>
                                <m:sSupPr/>
                                <m:e>
                                  <m:r>
                                    <a:rPr kumimoji="0" lang="en-IN" sz="4000" b="0" i="0" u="none" strike="noStrike" kern="0" cap="none" spc="0" normalizeH="0" baseline="0" noProof="0" dirty="0">
                                      <a:ln>
                                        <a:noFill/>
                                      </a:ln>
                                      <a:solidFill>
                                        <a:srgbClr val="000000"/>
                                      </a:solidFill>
                                      <a:effectLst/>
                                      <a:uLnTx/>
                                      <a:uFillTx/>
                                      <a:latin typeface="Cambria Math"/>
                                      <a:ea typeface="Cambria Math"/>
                                      <a:cs typeface="Cambria Math"/>
                                      <a:sym typeface="Cambria Math"/>
                                    </a:rPr>
                                    <m:t xml:space="preserve">M</m:t>
                                  </m:r>
                                </m:e>
                                <m:sup>
                                  <m:r>
                                    <a:rPr kumimoji="0" lang="en-IN" sz="4000" b="0" i="0" u="none" strike="noStrike" kern="0" cap="none" spc="0" normalizeH="0" baseline="0" noProof="0" dirty="0">
                                      <a:ln>
                                        <a:noFill/>
                                      </a:ln>
                                      <a:solidFill>
                                        <a:srgbClr val="000000"/>
                                      </a:solidFill>
                                      <a:effectLst/>
                                      <a:uLnTx/>
                                      <a:uFillTx/>
                                      <a:latin typeface="Cambria Math"/>
                                      <a:ea typeface="Cambria Math"/>
                                      <a:cs typeface="Cambria Math"/>
                                      <a:sym typeface="Cambria Math"/>
                                    </a:rPr>
                                    <m:t xml:space="preserve">-1</m:t>
                                  </m:r>
                                </m:sup>
                              </m:sSup>
                              <m:r>
                                <a:rPr kumimoji="0" lang="en-IN" sz="4000" b="0" i="0" u="none" strike="noStrike" kern="0" cap="none" spc="0" normalizeH="0" baseline="0" noProof="0" dirty="0">
                                  <a:ln>
                                    <a:noFill/>
                                  </a:ln>
                                  <a:solidFill>
                                    <a:srgbClr val="000000"/>
                                  </a:solidFill>
                                  <a:effectLst/>
                                  <a:uLnTx/>
                                  <a:uFillTx/>
                                  <a:latin typeface="Cambria Math"/>
                                  <a:ea typeface="Cambria Math"/>
                                  <a:cs typeface="Cambria Math"/>
                                  <a:sym typeface="Cambria Math"/>
                                </a:rPr>
                                <m:t xml:space="preserve"> </m:t>
                              </m:r>
                              <m:sSup>
                                <m:sSupPr/>
                                <m:e>
                                  <m:r>
                                    <a:rPr kumimoji="0" lang="en-IN" sz="4000" b="0" i="0" u="none" strike="noStrike" kern="0" cap="none" spc="0" normalizeH="0" baseline="0" noProof="0" dirty="0">
                                      <a:ln>
                                        <a:noFill/>
                                      </a:ln>
                                      <a:solidFill>
                                        <a:srgbClr val="000000"/>
                                      </a:solidFill>
                                      <a:effectLst/>
                                      <a:uLnTx/>
                                      <a:uFillTx/>
                                      <a:latin typeface="Cambria Math"/>
                                      <a:ea typeface="Cambria Math"/>
                                      <a:cs typeface="Cambria Math"/>
                                      <a:sym typeface="Cambria Math"/>
                                    </a:rPr>
                                    <m:t xml:space="preserve">L</m:t>
                                  </m:r>
                                </m:e>
                                <m:sup>
                                  <m:r>
                                    <a:rPr kumimoji="0" lang="en-IN" sz="4000" b="0" i="0" u="none" strike="noStrike" kern="0" cap="none" spc="0" normalizeH="0" baseline="0" noProof="0" dirty="0">
                                      <a:ln>
                                        <a:noFill/>
                                      </a:ln>
                                      <a:solidFill>
                                        <a:srgbClr val="000000"/>
                                      </a:solidFill>
                                      <a:effectLst/>
                                      <a:uLnTx/>
                                      <a:uFillTx/>
                                      <a:latin typeface="Cambria Math"/>
                                      <a:ea typeface="Cambria Math"/>
                                      <a:cs typeface="Cambria Math"/>
                                      <a:sym typeface="Cambria Math"/>
                                    </a:rPr>
                                    <m:t xml:space="preserve">3</m:t>
                                  </m:r>
                                </m:sup>
                              </m:sSup>
                              <m:r>
                                <a:rPr kumimoji="0" lang="en-IN" sz="4000" b="0" i="0" u="none" strike="noStrike" kern="0" cap="none" spc="0" normalizeH="0" baseline="0" noProof="0" dirty="0">
                                  <a:ln>
                                    <a:noFill/>
                                  </a:ln>
                                  <a:solidFill>
                                    <a:srgbClr val="000000"/>
                                  </a:solidFill>
                                  <a:effectLst/>
                                  <a:uLnTx/>
                                  <a:uFillTx/>
                                  <a:latin typeface="Cambria Math"/>
                                  <a:ea typeface="Cambria Math"/>
                                  <a:cs typeface="Cambria Math"/>
                                  <a:sym typeface="Cambria Math"/>
                                </a:rPr>
                                <m:t xml:space="preserve"> </m:t>
                              </m:r>
                              <m:sSup>
                                <m:sSupPr/>
                                <m:e>
                                  <m:r>
                                    <a:rPr kumimoji="0" lang="en-IN" sz="4000" b="0" i="0" u="none" strike="noStrike" kern="0" cap="none" spc="0" normalizeH="0" baseline="0" noProof="0" dirty="0">
                                      <a:ln>
                                        <a:noFill/>
                                      </a:ln>
                                      <a:solidFill>
                                        <a:srgbClr val="000000"/>
                                      </a:solidFill>
                                      <a:effectLst/>
                                      <a:uLnTx/>
                                      <a:uFillTx/>
                                      <a:latin typeface="Cambria Math"/>
                                      <a:ea typeface="Cambria Math"/>
                                      <a:cs typeface="Cambria Math"/>
                                      <a:sym typeface="Cambria Math"/>
                                    </a:rPr>
                                    <m:t xml:space="preserve">T</m:t>
                                  </m:r>
                                </m:e>
                                <m:sup>
                                  <m:r>
                                    <a:rPr kumimoji="0" lang="en-IN" sz="4000" b="0" i="0" u="none" strike="noStrike" kern="0" cap="none" spc="0" normalizeH="0" baseline="0" noProof="0" dirty="0">
                                      <a:ln>
                                        <a:noFill/>
                                      </a:ln>
                                      <a:solidFill>
                                        <a:srgbClr val="000000"/>
                                      </a:solidFill>
                                      <a:effectLst/>
                                      <a:uLnTx/>
                                      <a:uFillTx/>
                                      <a:latin typeface="Cambria Math"/>
                                      <a:ea typeface="Cambria Math"/>
                                      <a:cs typeface="Cambria Math"/>
                                      <a:sym typeface="Cambria Math"/>
                                    </a:rPr>
                                    <m:t xml:space="preserve">-2</m:t>
                                  </m:r>
                                </m:sup>
                              </m:sSup>
                              <m:r>
                                <a:rPr kumimoji="0" lang="en-IN" sz="4000" b="0" i="0" u="none" strike="noStrike" kern="0" cap="none" spc="0" normalizeH="0" baseline="0" noProof="0" dirty="0">
                                  <a:ln>
                                    <a:noFill/>
                                  </a:ln>
                                  <a:solidFill>
                                    <a:srgbClr val="000000"/>
                                  </a:solidFill>
                                  <a:effectLst/>
                                  <a:uLnTx/>
                                  <a:uFillTx/>
                                  <a:latin typeface="Cambria Math"/>
                                  <a:ea typeface="Cambria Math"/>
                                  <a:cs typeface="Cambria Math"/>
                                  <a:sym typeface="Cambria Math"/>
                                </a:rPr>
                                <m:t xml:space="preserve"> </m:t>
                              </m:r>
                            </m:oMath>
                          </a14:m>
                        </mc:Choice>
                        <mc:Fallback>
                          <a:r>
                            <a:rPr kumimoji="0" lang="en-IN" sz="4000" b="0" i="0" u="none" strike="noStrike" kern="0" cap="none" spc="0" normalizeH="0" baseline="0" noProof="0" dirty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uLnTx/>
                              <a:uFillTx/>
                              <a:latin typeface="Cambria"/>
                              <a:ea typeface="Cambria"/>
                              <a:cs typeface="+mn-cs"/>
                              <a:sym typeface="Arial"/>
                            </a:rPr>
                            <a:t> M</a:t>
                          </a:r>
                          <a:r>
                            <a:rPr kumimoji="0" lang="en-IN" sz="2880" b="0" i="0" u="none" strike="noStrike" kern="0" cap="none" spc="0" normalizeH="0" baseline="52000" noProof="0" dirty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uLnTx/>
                              <a:uFillTx/>
                              <a:latin typeface="Cambria"/>
                              <a:ea typeface="Cambria"/>
                              <a:cs typeface="+mn-cs"/>
                              <a:sym typeface="Arial"/>
                            </a:rPr>
                            <a:t>-1</a:t>
                          </a:r>
                          <a:r>
                            <a:rPr kumimoji="0" lang="en-IN" sz="4000" b="0" i="0" u="none" strike="noStrike" kern="0" cap="none" spc="0" normalizeH="0" baseline="0" noProof="0" dirty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uLnTx/>
                              <a:uFillTx/>
                              <a:latin typeface="Cambria"/>
                              <a:ea typeface="Cambria"/>
                              <a:cs typeface="+mn-cs"/>
                              <a:sym typeface="Arial"/>
                            </a:rPr>
                            <a:t> L</a:t>
                          </a:r>
                          <a:r>
                            <a:rPr kumimoji="0" lang="en-IN" sz="2880" b="0" i="0" u="none" strike="noStrike" kern="0" cap="none" spc="0" normalizeH="0" baseline="52000" noProof="0" dirty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uLnTx/>
                              <a:uFillTx/>
                              <a:latin typeface="Cambria"/>
                              <a:ea typeface="Cambria"/>
                              <a:cs typeface="+mn-cs"/>
                              <a:sym typeface="Arial"/>
                            </a:rPr>
                            <a:t>3</a:t>
                          </a:r>
                          <a:r>
                            <a:rPr kumimoji="0" lang="en-IN" sz="4000" b="0" i="0" u="none" strike="noStrike" kern="0" cap="none" spc="0" normalizeH="0" baseline="0" noProof="0" dirty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uLnTx/>
                              <a:uFillTx/>
                              <a:latin typeface="Cambria"/>
                              <a:ea typeface="Cambria"/>
                              <a:cs typeface="+mn-cs"/>
                              <a:sym typeface="Arial"/>
                            </a:rPr>
                            <a:t> T</a:t>
                          </a:r>
                          <a:r>
                            <a:rPr kumimoji="0" lang="en-IN" sz="2880" b="0" i="0" u="none" strike="noStrike" kern="0" cap="none" spc="0" normalizeH="0" baseline="52000" noProof="0" dirty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uLnTx/>
                              <a:uFillTx/>
                              <a:latin typeface="Cambria"/>
                              <a:ea typeface="Cambria"/>
                              <a:cs typeface="+mn-cs"/>
                              <a:sym typeface="Arial"/>
                            </a:rPr>
                            <a:t>-2</a:t>
                          </a:r>
                          <a:r>
                            <a:rPr kumimoji="0" lang="en-IN" sz="4000" b="0" i="0" u="none" strike="noStrike" kern="0" cap="none" spc="0" normalizeH="0" baseline="0" noProof="0" dirty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uLnTx/>
                              <a:uFillTx/>
                              <a:latin typeface="Cambria"/>
                              <a:ea typeface="Cambria"/>
                              <a:cs typeface="+mn-cs"/>
                              <a:sym typeface="Arial"/>
                            </a:rPr>
                            <a:t> </a:t>
                          </a:r>
                        </mc:Fallback>
                      </mc:AlternateContent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915218">
                <a:tc>
                  <a:txBody>
                    <a:bodyPr/>
                    <a:lstStyle/>
                    <a:p>
                      <a:pPr algn="l" marL="0" marR="0" lvl="0" indent="0" defTabSz="914400" rtl="0" eaLnBrk="1" fontAlgn="auto" latinLnBrk="0" hangingPunct="1">
                        <a:lnSpc>
                          <a:spcPct val="110000"/>
                        </a:lnSpc>
                        <a:spcBef>
                          <a:spcPts val="60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kumimoji="0" lang="en-IN" sz="4000" b="0" i="0" u="none" strike="noStrike" kern="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Cambria"/>
                          <a:ea typeface="Cambria"/>
                          <a:cs typeface="+mn-cs"/>
                          <a:sym typeface="Arial"/>
                        </a:rPr>
                        <a:t>D. Gravitational Constant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marL="0" marR="0" lvl="0" indent="0" defTabSz="914400" rtl="0" eaLnBrk="1" fontAlgn="auto" latinLnBrk="0" hangingPunct="1">
                        <a:lnSpc>
                          <a:spcPct val="110000"/>
                        </a:lnSpc>
                        <a:spcBef>
                          <a:spcPts val="60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kumimoji="0" lang="en-IN" sz="4000" b="0" i="0" u="none" strike="noStrike" kern="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Cambria"/>
                          <a:ea typeface="Cambria"/>
                          <a:cs typeface="+mn-cs"/>
                          <a:sym typeface="Arial"/>
                        </a:rPr>
                        <a:t>IV. </a:t>
                      </a:r>
                      <mc:AlternateContent xmlns:mc="http://schemas.openxmlformats.org/markup-compatibility/2006">
                        <mc:Choice xmlns:a14="http://schemas.microsoft.com/office/drawing/2010/main" Requires="a14">
                          <a14:m xmlns:m="http://schemas.openxmlformats.org/officeDocument/2006/math">
                            <m:oMath>
                              <m:r>
                                <a:rPr kumimoji="0" lang="en-IN" sz="4000" b="0" i="0" u="none" strike="noStrike" kern="0" cap="none" spc="0" normalizeH="0" baseline="0" noProof="0" dirty="0">
                                  <a:ln>
                                    <a:noFill/>
                                  </a:ln>
                                  <a:solidFill>
                                    <a:srgbClr val="000000"/>
                                  </a:solidFill>
                                  <a:effectLst/>
                                  <a:uLnTx/>
                                  <a:uFillTx/>
                                  <a:latin typeface="Cambria Math"/>
                                  <a:ea typeface="Cambria Math"/>
                                  <a:cs typeface="Cambria Math"/>
                                  <a:sym typeface="Cambria Math"/>
                                </a:rPr>
                                <m:t xml:space="preserve"> M </m:t>
                              </m:r>
                              <m:sSup>
                                <m:sSupPr/>
                                <m:e>
                                  <m:r>
                                    <a:rPr kumimoji="0" lang="en-IN" sz="4000" b="0" i="0" u="none" strike="noStrike" kern="0" cap="none" spc="0" normalizeH="0" baseline="0" noProof="0" dirty="0">
                                      <a:ln>
                                        <a:noFill/>
                                      </a:ln>
                                      <a:solidFill>
                                        <a:srgbClr val="000000"/>
                                      </a:solidFill>
                                      <a:effectLst/>
                                      <a:uLnTx/>
                                      <a:uFillTx/>
                                      <a:latin typeface="Cambria Math"/>
                                      <a:ea typeface="Cambria Math"/>
                                      <a:cs typeface="Cambria Math"/>
                                      <a:sym typeface="Cambria Math"/>
                                    </a:rPr>
                                    <m:t xml:space="preserve">L</m:t>
                                  </m:r>
                                </m:e>
                                <m:sup>
                                  <m:r>
                                    <a:rPr kumimoji="0" lang="en-IN" sz="4000" b="0" i="0" u="none" strike="noStrike" kern="0" cap="none" spc="0" normalizeH="0" baseline="0" noProof="0" dirty="0">
                                      <a:ln>
                                        <a:noFill/>
                                      </a:ln>
                                      <a:solidFill>
                                        <a:srgbClr val="000000"/>
                                      </a:solidFill>
                                      <a:effectLst/>
                                      <a:uLnTx/>
                                      <a:uFillTx/>
                                      <a:latin typeface="Cambria Math"/>
                                      <a:ea typeface="Cambria Math"/>
                                      <a:cs typeface="Cambria Math"/>
                                      <a:sym typeface="Cambria Math"/>
                                    </a:rPr>
                                    <m:t xml:space="preserve">2</m:t>
                                  </m:r>
                                </m:sup>
                              </m:sSup>
                              <m:r>
                                <a:rPr kumimoji="0" lang="en-IN" sz="4000" b="0" i="0" u="none" strike="noStrike" kern="0" cap="none" spc="0" normalizeH="0" baseline="0" noProof="0" dirty="0">
                                  <a:ln>
                                    <a:noFill/>
                                  </a:ln>
                                  <a:solidFill>
                                    <a:srgbClr val="000000"/>
                                  </a:solidFill>
                                  <a:effectLst/>
                                  <a:uLnTx/>
                                  <a:uFillTx/>
                                  <a:latin typeface="Cambria Math"/>
                                  <a:ea typeface="Cambria Math"/>
                                  <a:cs typeface="Cambria Math"/>
                                  <a:sym typeface="Cambria Math"/>
                                </a:rPr>
                                <m:t xml:space="preserve"> </m:t>
                              </m:r>
                              <m:sSup>
                                <m:sSupPr/>
                                <m:e>
                                  <m:r>
                                    <a:rPr kumimoji="0" lang="en-IN" sz="4000" b="0" i="0" u="none" strike="noStrike" kern="0" cap="none" spc="0" normalizeH="0" baseline="0" noProof="0" dirty="0">
                                      <a:ln>
                                        <a:noFill/>
                                      </a:ln>
                                      <a:solidFill>
                                        <a:srgbClr val="000000"/>
                                      </a:solidFill>
                                      <a:effectLst/>
                                      <a:uLnTx/>
                                      <a:uFillTx/>
                                      <a:latin typeface="Cambria Math"/>
                                      <a:ea typeface="Cambria Math"/>
                                      <a:cs typeface="Cambria Math"/>
                                      <a:sym typeface="Cambria Math"/>
                                    </a:rPr>
                                    <m:t xml:space="preserve">T</m:t>
                                  </m:r>
                                </m:e>
                                <m:sup>
                                  <m:r>
                                    <a:rPr kumimoji="0" lang="en-IN" sz="4000" b="0" i="0" u="none" strike="noStrike" kern="0" cap="none" spc="0" normalizeH="0" baseline="0" noProof="0" dirty="0">
                                      <a:ln>
                                        <a:noFill/>
                                      </a:ln>
                                      <a:solidFill>
                                        <a:srgbClr val="000000"/>
                                      </a:solidFill>
                                      <a:effectLst/>
                                      <a:uLnTx/>
                                      <a:uFillTx/>
                                      <a:latin typeface="Cambria Math"/>
                                      <a:ea typeface="Cambria Math"/>
                                      <a:cs typeface="Cambria Math"/>
                                      <a:sym typeface="Cambria Math"/>
                                    </a:rPr>
                                    <m:t xml:space="preserve">-2</m:t>
                                  </m:r>
                                </m:sup>
                              </m:sSup>
                              <m:r>
                                <a:rPr kumimoji="0" lang="en-IN" sz="4000" b="0" i="0" u="none" strike="noStrike" kern="0" cap="none" spc="0" normalizeH="0" baseline="0" noProof="0" dirty="0">
                                  <a:ln>
                                    <a:noFill/>
                                  </a:ln>
                                  <a:solidFill>
                                    <a:srgbClr val="000000"/>
                                  </a:solidFill>
                                  <a:effectLst/>
                                  <a:uLnTx/>
                                  <a:uFillTx/>
                                  <a:latin typeface="Cambria Math"/>
                                  <a:ea typeface="Cambria Math"/>
                                  <a:cs typeface="Cambria Math"/>
                                  <a:sym typeface="Cambria Math"/>
                                </a:rPr>
                                <m:t xml:space="preserve"> </m:t>
                              </m:r>
                            </m:oMath>
                          </a14:m>
                        </mc:Choice>
                        <mc:Fallback>
                          <a:r>
                            <a:rPr kumimoji="0" lang="en-IN" sz="4000" b="0" i="0" u="none" strike="noStrike" kern="0" cap="none" spc="0" normalizeH="0" baseline="0" noProof="0" dirty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uLnTx/>
                              <a:uFillTx/>
                              <a:latin typeface="Cambria"/>
                              <a:ea typeface="Cambria"/>
                              <a:cs typeface="+mn-cs"/>
                              <a:sym typeface="Arial"/>
                            </a:rPr>
                            <a:t> M L</a:t>
                          </a:r>
                          <a:r>
                            <a:rPr kumimoji="0" lang="en-IN" sz="2880" b="0" i="0" u="none" strike="noStrike" kern="0" cap="none" spc="0" normalizeH="0" baseline="52000" noProof="0" dirty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uLnTx/>
                              <a:uFillTx/>
                              <a:latin typeface="Cambria"/>
                              <a:ea typeface="Cambria"/>
                              <a:cs typeface="+mn-cs"/>
                              <a:sym typeface="Arial"/>
                            </a:rPr>
                            <a:t>2</a:t>
                          </a:r>
                          <a:r>
                            <a:rPr kumimoji="0" lang="en-IN" sz="4000" b="0" i="0" u="none" strike="noStrike" kern="0" cap="none" spc="0" normalizeH="0" baseline="0" noProof="0" dirty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uLnTx/>
                              <a:uFillTx/>
                              <a:latin typeface="Cambria"/>
                              <a:ea typeface="Cambria"/>
                              <a:cs typeface="+mn-cs"/>
                              <a:sym typeface="Arial"/>
                            </a:rPr>
                            <a:t> T</a:t>
                          </a:r>
                          <a:r>
                            <a:rPr kumimoji="0" lang="en-IN" sz="2880" b="0" i="0" u="none" strike="noStrike" kern="0" cap="none" spc="0" normalizeH="0" baseline="52000" noProof="0" dirty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uLnTx/>
                              <a:uFillTx/>
                              <a:latin typeface="Cambria"/>
                              <a:ea typeface="Cambria"/>
                              <a:cs typeface="+mn-cs"/>
                              <a:sym typeface="Arial"/>
                            </a:rPr>
                            <a:t>-2</a:t>
                          </a:r>
                          <a:r>
                            <a:rPr kumimoji="0" lang="en-IN" sz="4000" b="0" i="0" u="none" strike="noStrike" kern="0" cap="none" spc="0" normalizeH="0" baseline="0" noProof="0" dirty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uLnTx/>
                              <a:uFillTx/>
                              <a:latin typeface="Cambria"/>
                              <a:ea typeface="Cambria"/>
                              <a:cs typeface="+mn-cs"/>
                              <a:sym typeface="Arial"/>
                            </a:rPr>
                            <a:t> </a:t>
                          </a:r>
                        </mc:Fallback>
                      </mc:AlternateContent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</p:spTree>
  </p:cSld>
  <p:clrMapOvr>
    <a:masterClrMapping/>
  </p:clrMapOvr>
  <p:transition spd="slow">
    <p:push/>
  </p:transition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Google Shape;129;p29"/>
          <p:cNvSpPr txBox="1"/>
          <p:nvPr/>
        </p:nvSpPr>
        <p:spPr>
          <a:xfrm>
            <a:off x="1104806" y="2396709"/>
            <a:ext cx="34747200" cy="16459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algn="l" marL="0" lvl="0" indent="0">
              <a:buSzPts val="8400"/>
              <a:buFont typeface="Arial"/>
              <a:buNone/>
            </a:pPr>
            <a:r>
              <a:rPr lang="en-IN" sz="6000" b="1" dirty="0">
                <a:solidFill>
                  <a:schemeClr val="lt1"/>
                </a:solidFill>
                <a:latin typeface="Cambria"/>
                <a:ea typeface="Cambria"/>
                <a:sym typeface="Cambria"/>
              </a:rPr>
              <a:t>22. The dimensional formula of latent heat is: [09 April, 2024 (Shift-II)]</a:t>
            </a:r>
          </a:p>
        </p:txBody>
      </p:sp>
      <p:sp>
        <p:nvSpPr>
          <p:cNvPr id="3" name="Google Shape;130;p29"/>
          <p:cNvSpPr txBox="1"/>
          <p:nvPr/>
        </p:nvSpPr>
        <p:spPr>
          <a:xfrm>
            <a:off x="3107605" y="5653418"/>
            <a:ext cx="32744401" cy="15973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algn="l" marL="0" indent="0">
              <a:buSzPts val="8400"/>
            </a:pPr>
            <mc:AlternateContent xmlns:mc="http://schemas.openxmlformats.org/markup-compatibility/2006">
              <mc:Choice xmlns:a14="http://schemas.microsoft.com/office/drawing/2010/main" Requires="a14">
                <a14:m xmlns:m="http://schemas.openxmlformats.org/officeDocument/2006/math">
                  <m:oMath>
                    <m:r>
                      <a:rPr lang="en-IN" sz="6000" b="1" dirty="0">
                        <a:solidFill>
                          <a:schemeClr val="lt1"/>
                        </a:solidFill>
                        <a:latin typeface="Cambria Math"/>
                        <a:ea typeface="Cambria Math"/>
                        <a:sym typeface="Cambria Math"/>
                      </a:rPr>
                      <m:t xml:space="preserve"> [</m:t>
                    </m:r>
                    <m:sSup>
                      <m:sSupPr/>
                      <m:e>
                        <m:r>
                          <a:rPr lang="en-IN" sz="6000" b="1" dirty="0">
                            <a:solidFill>
                              <a:schemeClr val="lt1"/>
                            </a:solidFill>
                            <a:latin typeface="Cambria Math"/>
                            <a:ea typeface="Cambria Math"/>
                            <a:sym typeface="Cambria Math"/>
                          </a:rPr>
                          <m:t xml:space="preserve">M</m:t>
                        </m:r>
                      </m:e>
                      <m:sup>
                        <m:r>
                          <a:rPr lang="en-IN" sz="6000" b="1" dirty="0">
                            <a:solidFill>
                              <a:schemeClr val="lt1"/>
                            </a:solidFill>
                            <a:latin typeface="Cambria Math"/>
                            <a:ea typeface="Cambria Math"/>
                            <a:sym typeface="Cambria Math"/>
                          </a:rPr>
                          <m:t xml:space="preserve">0</m:t>
                        </m:r>
                      </m:sup>
                    </m:sSup>
                    <m:r>
                      <a:rPr lang="en-IN" sz="6000" b="1" dirty="0">
                        <a:solidFill>
                          <a:schemeClr val="lt1"/>
                        </a:solidFill>
                        <a:latin typeface="Cambria Math"/>
                        <a:ea typeface="Cambria Math"/>
                        <a:sym typeface="Cambria Math"/>
                      </a:rPr>
                      <m:t xml:space="preserve"> L </m:t>
                    </m:r>
                    <m:sSup>
                      <m:sSupPr/>
                      <m:e>
                        <m:r>
                          <a:rPr lang="en-IN" sz="6000" b="1" dirty="0">
                            <a:solidFill>
                              <a:schemeClr val="lt1"/>
                            </a:solidFill>
                            <a:latin typeface="Cambria Math"/>
                            <a:ea typeface="Cambria Math"/>
                            <a:sym typeface="Cambria Math"/>
                          </a:rPr>
                          <m:t xml:space="preserve">T</m:t>
                        </m:r>
                      </m:e>
                      <m:sup>
                        <m:r>
                          <a:rPr lang="en-IN" sz="6000" b="1" dirty="0">
                            <a:solidFill>
                              <a:schemeClr val="lt1"/>
                            </a:solidFill>
                            <a:latin typeface="Cambria Math"/>
                            <a:ea typeface="Cambria Math"/>
                            <a:sym typeface="Cambria Math"/>
                          </a:rPr>
                          <m:t xml:space="preserve">-2</m:t>
                        </m:r>
                      </m:sup>
                    </m:sSup>
                    <m:r>
                      <a:rPr lang="en-IN" sz="6000" b="1" dirty="0">
                        <a:solidFill>
                          <a:schemeClr val="lt1"/>
                        </a:solidFill>
                        <a:latin typeface="Cambria Math"/>
                        <a:ea typeface="Cambria Math"/>
                        <a:sym typeface="Cambria Math"/>
                      </a:rPr>
                      <m:t xml:space="preserve">] </m:t>
                    </m:r>
                  </m:oMath>
                </a14:m>
              </mc:Choice>
              <mc:Fallback>
                <a:r>
                  <a:rPr lang="en-IN" sz="6000" b="1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 [M</a:t>
                </a:r>
                <a:r>
                  <a:rPr baseline="52000" lang="en-IN" sz="4320" b="1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0</a:t>
                </a:r>
                <a:r>
                  <a:rPr lang="en-IN" sz="6000" b="1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 L T</a:t>
                </a:r>
                <a:r>
                  <a:rPr baseline="52000" lang="en-IN" sz="4320" b="1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-2</a:t>
                </a:r>
                <a:r>
                  <a:rPr lang="en-IN" sz="6000" b="1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] </a:t>
                </a:r>
              </mc:Fallback>
            </mc:AlternateContent>
            <a:endParaRPr sz="6000" b="1" dirty="0">
              <a:solidFill>
                <a:schemeClr val="lt1"/>
              </a:solidFill>
              <a:latin typeface="Cambria"/>
              <a:ea typeface="Cambria"/>
            </a:endParaRPr>
          </a:p>
        </p:txBody>
      </p:sp>
      <p:sp>
        <p:nvSpPr>
          <p:cNvPr id="4" name="Google Shape;131;p29"/>
          <p:cNvSpPr/>
          <p:nvPr/>
        </p:nvSpPr>
        <p:spPr>
          <a:xfrm>
            <a:off x="-1864528" y="681774"/>
            <a:ext cx="7081988" cy="1569660"/>
          </a:xfrm>
          <a:prstGeom prst="roundRect">
            <a:avLst>
              <a:gd name="adj" fmla="val 50000"/>
            </a:avLst>
          </a:prstGeom>
          <a:gradFill>
            <a:gsLst>
              <a:gs pos="0">
                <a:srgbClr val="07213C"/>
              </a:gs>
              <a:gs pos="50000">
                <a:srgbClr val="0A3258"/>
              </a:gs>
              <a:gs pos="100000">
                <a:srgbClr val="0E3B69"/>
              </a:gs>
            </a:gsLst>
            <a:lin ang="16200000" scaled="0"/>
          </a:gradFill>
          <a:ln w="57150" cap="flat" cmpd="sng">
            <a:solidFill>
              <a:schemeClr val="lt1"/>
            </a:solidFill>
            <a:prstDash val="solid"/>
            <a:round/>
            <a:headEnd type="none" w="sm" len="sm"/>
            <a:tailEnd type="none" w="sm" len="sm"/>
          </a:ln>
          <a:effectLst>
            <a:outerShdw blurRad="50800" dist="38100" dir="10800000" algn="r" rotWithShape="0">
              <a:srgbClr val="000000">
                <a:alpha val="40000"/>
              </a:srgb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algn="l" marL="0" marR="0" lvl="0" indent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8400" b="1" i="0" u="none" strike="noStrike" cap="none">
              <a:solidFill>
                <a:schemeClr val="lt1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5" name="Google Shape;132;p29"/>
          <p:cNvSpPr txBox="1"/>
          <p:nvPr/>
        </p:nvSpPr>
        <p:spPr>
          <a:xfrm>
            <a:off x="1039500" y="827049"/>
            <a:ext cx="4562190" cy="101562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algn="l">
              <a:buSzPts val="8400"/>
            </a:pPr>
            <a:r>
              <a:rPr lang="en-IN" sz="6000" b="1" dirty="0">
                <a:solidFill>
                  <a:schemeClr val="lt1"/>
                </a:solidFill>
                <a:latin typeface="Cambria"/>
                <a:ea typeface="Cambria"/>
                <a:sym typeface="Cambria"/>
              </a:rPr>
              <a:t>Question</a:t>
            </a:r>
            <a:endParaRPr sz="6000" b="1" dirty="0">
              <a:solidFill>
                <a:schemeClr val="lt1"/>
              </a:solidFill>
              <a:latin typeface="Cambria"/>
              <a:ea typeface="Cambria"/>
            </a:endParaRPr>
          </a:p>
        </p:txBody>
      </p:sp>
      <p:sp>
        <p:nvSpPr>
          <p:cNvPr id="6" name="Google Shape;133;p29"/>
          <p:cNvSpPr/>
          <p:nvPr/>
        </p:nvSpPr>
        <p:spPr>
          <a:xfrm>
            <a:off x="1039499" y="5362629"/>
            <a:ext cx="1597200" cy="1597200"/>
          </a:xfrm>
          <a:prstGeom prst="ellipse">
            <a:avLst/>
          </a:prstGeom>
          <a:gradFill>
            <a:gsLst>
              <a:gs pos="0">
                <a:srgbClr val="07213C"/>
              </a:gs>
              <a:gs pos="50000">
                <a:srgbClr val="0A3258"/>
              </a:gs>
              <a:gs pos="100000">
                <a:srgbClr val="0E3B69"/>
              </a:gs>
            </a:gsLst>
            <a:lin ang="16200000" scaled="0"/>
          </a:gradFill>
          <a:ln w="57150" cap="flat" cmpd="sng">
            <a:solidFill>
              <a:schemeClr val="lt1"/>
            </a:solidFill>
            <a:prstDash val="solid"/>
            <a:round/>
            <a:headEnd type="none" w="sm" len="sm"/>
            <a:tailEnd type="none" w="sm" len="sm"/>
          </a:ln>
          <a:effectLst>
            <a:outerShdw blurRad="50800" dist="38100" dir="10800000" algn="r" rotWithShape="0">
              <a:srgbClr val="000000">
                <a:alpha val="40000"/>
              </a:srgb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algn="l" marL="0" marR="0" lvl="0" indent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400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" name="Google Shape;134;p29"/>
          <p:cNvSpPr txBox="1"/>
          <p:nvPr/>
        </p:nvSpPr>
        <p:spPr>
          <a:xfrm>
            <a:off x="1104807" y="5561134"/>
            <a:ext cx="1466700" cy="116951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lvl="0" indent="0" algn="ctr">
              <a:buSzPts val="8400"/>
              <a:buFont typeface="Arial"/>
              <a:buNone/>
            </a:pPr>
            <a:r>
              <a:rPr lang="en-IN" sz="7000" b="1" dirty="0">
                <a:solidFill>
                  <a:schemeClr val="lt1"/>
                </a:solidFill>
                <a:latin typeface="Cambria"/>
                <a:ea typeface="Cambria"/>
                <a:sym typeface="Poppins"/>
              </a:rPr>
              <a:t>A</a:t>
            </a:r>
            <a:endParaRPr sz="7000" b="1" dirty="0">
              <a:solidFill>
                <a:schemeClr val="lt1"/>
              </a:solidFill>
              <a:latin typeface="Cambria"/>
              <a:ea typeface="Cambria"/>
            </a:endParaRPr>
          </a:p>
        </p:txBody>
      </p:sp>
      <p:grpSp>
        <p:nvGrpSpPr>
          <p:cNvPr id="8" name="Group 3">
            <a:extLst>
              <a:ext uri="{FF2B5EF4-FFF2-40B4-BE49-F238E27FC236}">
                <a16:creationId xmlns:a16="http://schemas.microsoft.com/office/drawing/2014/main" id="{E7A8D3A8-3CB4-6749-CCFA-38CA3F055B3C}"/>
              </a:ext>
            </a:extLst>
          </p:cNvPr>
          <p:cNvGrpSpPr/>
          <p:nvPr/>
        </p:nvGrpSpPr>
        <p:grpSpPr>
          <a:xfrm>
            <a:off x="1039499" y="7479969"/>
            <a:ext cx="1597200" cy="1597200"/>
            <a:chOff x="1039499" y="8887793"/>
            <a:chExt cx="1597200" cy="1597200"/>
          </a:xfrm>
        </p:grpSpPr>
        <p:sp>
          <p:nvSpPr>
            <p:cNvPr id="9" name="Google Shape;135;p29"/>
            <p:cNvSpPr/>
            <p:nvPr/>
          </p:nvSpPr>
          <p:spPr>
            <a:xfrm>
              <a:off x="1039499" y="8887793"/>
              <a:ext cx="1597200" cy="1597200"/>
            </a:xfrm>
            <a:prstGeom prst="ellipse">
              <a:avLst/>
            </a:prstGeom>
            <a:gradFill>
              <a:gsLst>
                <a:gs pos="0">
                  <a:srgbClr val="07213C"/>
                </a:gs>
                <a:gs pos="50000">
                  <a:srgbClr val="0A3258"/>
                </a:gs>
                <a:gs pos="100000">
                  <a:srgbClr val="0E3B69"/>
                </a:gs>
              </a:gsLst>
              <a:lin ang="16200000" scaled="0"/>
            </a:gradFill>
            <a:ln w="5715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  <a:effectLst>
              <a:outerShdw blurRad="50800" dist="38100" dir="10800000" algn="r" rotWithShape="0">
                <a:srgbClr val="000000">
                  <a:alpha val="40000"/>
                </a:srgbClr>
              </a:outerShdw>
            </a:effectLst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algn="l" marL="0" marR="0" lvl="0" indent="0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4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0" name="Google Shape;136;p29"/>
            <p:cNvSpPr txBox="1"/>
            <p:nvPr/>
          </p:nvSpPr>
          <p:spPr>
            <a:xfrm>
              <a:off x="1104806" y="9086298"/>
              <a:ext cx="1466700" cy="12006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pPr algn="ctr">
                <a:buSzPts val="8400"/>
              </a:pPr>
              <a:r>
                <a:rPr lang="en-IN" sz="7000" b="1" dirty="0">
                  <a:solidFill>
                    <a:schemeClr val="lt1"/>
                  </a:solidFill>
                  <a:latin typeface="Cambria"/>
                  <a:ea typeface="Cambria"/>
                  <a:sym typeface="Poppins"/>
                </a:rPr>
                <a:t>B</a:t>
              </a:r>
              <a:endParaRPr sz="7000" b="1" dirty="0">
                <a:solidFill>
                  <a:schemeClr val="lt1"/>
                </a:solidFill>
                <a:latin typeface="Cambria"/>
                <a:ea typeface="Cambria"/>
              </a:endParaRPr>
            </a:p>
          </p:txBody>
        </p:sp>
      </p:grpSp>
      <p:grpSp>
        <p:nvGrpSpPr>
          <p:cNvPr id="11" name="Group 2">
            <a:extLst>
              <a:ext uri="{FF2B5EF4-FFF2-40B4-BE49-F238E27FC236}">
                <a16:creationId xmlns:a16="http://schemas.microsoft.com/office/drawing/2014/main" id="{1929EFE0-7899-C986-6D22-F9305746025F}"/>
              </a:ext>
            </a:extLst>
          </p:cNvPr>
          <p:cNvGrpSpPr/>
          <p:nvPr/>
        </p:nvGrpSpPr>
        <p:grpSpPr>
          <a:xfrm>
            <a:off x="1039499" y="9597309"/>
            <a:ext cx="1597200" cy="1597200"/>
            <a:chOff x="1039499" y="11392904"/>
            <a:chExt cx="1597200" cy="1597200"/>
          </a:xfrm>
        </p:grpSpPr>
        <p:sp>
          <p:nvSpPr>
            <p:cNvPr id="12" name="Google Shape;137;p29"/>
            <p:cNvSpPr/>
            <p:nvPr/>
          </p:nvSpPr>
          <p:spPr>
            <a:xfrm>
              <a:off x="1039499" y="11392904"/>
              <a:ext cx="1597200" cy="1597200"/>
            </a:xfrm>
            <a:prstGeom prst="ellipse">
              <a:avLst/>
            </a:prstGeom>
            <a:gradFill>
              <a:gsLst>
                <a:gs pos="0">
                  <a:srgbClr val="07213C"/>
                </a:gs>
                <a:gs pos="50000">
                  <a:srgbClr val="0A3258"/>
                </a:gs>
                <a:gs pos="100000">
                  <a:srgbClr val="0E3B69"/>
                </a:gs>
              </a:gsLst>
              <a:lin ang="16200000" scaled="0"/>
            </a:gradFill>
            <a:ln w="5715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  <a:effectLst>
              <a:outerShdw blurRad="50800" dist="38100" dir="10800000" algn="r" rotWithShape="0">
                <a:srgbClr val="000000">
                  <a:alpha val="40000"/>
                </a:srgbClr>
              </a:outerShdw>
            </a:effectLst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algn="l" marL="0" marR="0" lvl="0" indent="0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4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3" name="Google Shape;138;p29"/>
            <p:cNvSpPr txBox="1"/>
            <p:nvPr/>
          </p:nvSpPr>
          <p:spPr>
            <a:xfrm>
              <a:off x="1104806" y="11591409"/>
              <a:ext cx="1466700" cy="12006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pPr algn="ctr">
                <a:buSzPts val="8400"/>
              </a:pPr>
              <a:r>
                <a:rPr lang="en-IN" sz="7000" b="1" dirty="0">
                  <a:solidFill>
                    <a:schemeClr val="lt1"/>
                  </a:solidFill>
                  <a:latin typeface="Cambria"/>
                  <a:ea typeface="Cambria"/>
                  <a:sym typeface="Poppins"/>
                </a:rPr>
                <a:t>C</a:t>
              </a:r>
              <a:endParaRPr sz="7000" b="1" dirty="0">
                <a:solidFill>
                  <a:schemeClr val="lt1"/>
                </a:solidFill>
                <a:latin typeface="Cambria"/>
                <a:ea typeface="Cambria"/>
              </a:endParaRPr>
            </a:p>
          </p:txBody>
        </p:sp>
      </p:grpSp>
      <p:grpSp>
        <p:nvGrpSpPr>
          <p:cNvPr id="14" name="Group 1">
            <a:extLst>
              <a:ext uri="{FF2B5EF4-FFF2-40B4-BE49-F238E27FC236}">
                <a16:creationId xmlns:a16="http://schemas.microsoft.com/office/drawing/2014/main" id="{2EFF441D-B1EA-669C-64B0-91C1D604A467}"/>
              </a:ext>
            </a:extLst>
          </p:cNvPr>
          <p:cNvGrpSpPr/>
          <p:nvPr/>
        </p:nvGrpSpPr>
        <p:grpSpPr>
          <a:xfrm>
            <a:off x="1039499" y="11714649"/>
            <a:ext cx="1597200" cy="1597200"/>
            <a:chOff x="1039499" y="13898015"/>
            <a:chExt cx="1597200" cy="1597200"/>
          </a:xfrm>
        </p:grpSpPr>
        <p:sp>
          <p:nvSpPr>
            <p:cNvPr id="15" name="Google Shape;139;p29"/>
            <p:cNvSpPr/>
            <p:nvPr/>
          </p:nvSpPr>
          <p:spPr>
            <a:xfrm>
              <a:off x="1039499" y="13898015"/>
              <a:ext cx="1597200" cy="1597200"/>
            </a:xfrm>
            <a:prstGeom prst="ellipse">
              <a:avLst/>
            </a:prstGeom>
            <a:gradFill>
              <a:gsLst>
                <a:gs pos="0">
                  <a:srgbClr val="07213C"/>
                </a:gs>
                <a:gs pos="50000">
                  <a:srgbClr val="0A3258"/>
                </a:gs>
                <a:gs pos="100000">
                  <a:srgbClr val="0E3B69"/>
                </a:gs>
              </a:gsLst>
              <a:lin ang="16200000" scaled="0"/>
            </a:gradFill>
            <a:ln w="5715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  <a:effectLst>
              <a:outerShdw blurRad="50800" dist="38100" dir="10800000" algn="r" rotWithShape="0">
                <a:srgbClr val="000000">
                  <a:alpha val="40000"/>
                </a:srgbClr>
              </a:outerShdw>
            </a:effectLst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algn="l" marL="0" marR="0" lvl="0" indent="0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4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6" name="Google Shape;140;p29"/>
            <p:cNvSpPr txBox="1"/>
            <p:nvPr/>
          </p:nvSpPr>
          <p:spPr>
            <a:xfrm>
              <a:off x="1104806" y="14096520"/>
              <a:ext cx="1466700" cy="12006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pPr algn="ctr">
                <a:buSzPts val="8400"/>
              </a:pPr>
              <a:r>
                <a:rPr lang="en-IN" sz="7000" b="1" dirty="0">
                  <a:solidFill>
                    <a:schemeClr val="lt1"/>
                  </a:solidFill>
                  <a:latin typeface="Cambria"/>
                  <a:ea typeface="Cambria"/>
                  <a:sym typeface="Poppins"/>
                </a:rPr>
                <a:t>D</a:t>
              </a:r>
              <a:endParaRPr sz="7000" b="1" dirty="0">
                <a:solidFill>
                  <a:schemeClr val="lt1"/>
                </a:solidFill>
                <a:latin typeface="Cambria"/>
                <a:ea typeface="Cambria"/>
              </a:endParaRPr>
            </a:p>
          </p:txBody>
        </p:sp>
      </p:grpSp>
      <p:sp>
        <p:nvSpPr>
          <p:cNvPr id="17" name="Google Shape;130;p29">
            <a:extLst>
              <a:ext uri="{FF2B5EF4-FFF2-40B4-BE49-F238E27FC236}">
                <a16:creationId xmlns:a16="http://schemas.microsoft.com/office/drawing/2014/main" id="{359EC1B9-8B0A-CB48-A9AA-6F6EAF44500B}"/>
              </a:ext>
            </a:extLst>
          </p:cNvPr>
          <p:cNvSpPr txBox="1"/>
          <p:nvPr/>
        </p:nvSpPr>
        <p:spPr>
          <a:xfrm>
            <a:off x="3107605" y="7710560"/>
            <a:ext cx="32744401" cy="15973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algn="l" marL="0" indent="0">
              <a:buSzPts val="8400"/>
            </a:pPr>
            <mc:AlternateContent xmlns:mc="http://schemas.openxmlformats.org/markup-compatibility/2006">
              <mc:Choice xmlns:a14="http://schemas.microsoft.com/office/drawing/2010/main" Requires="a14">
                <a14:m xmlns:m="http://schemas.openxmlformats.org/officeDocument/2006/math">
                  <m:oMath>
                    <m:r>
                      <a:rPr lang="en-IN" sz="6000" b="1" dirty="0">
                        <a:solidFill>
                          <a:schemeClr val="lt1"/>
                        </a:solidFill>
                        <a:latin typeface="Cambria Math"/>
                        <a:ea typeface="Cambria Math"/>
                        <a:sym typeface="Cambria Math"/>
                      </a:rPr>
                      <m:t xml:space="preserve"> [ML</m:t>
                    </m:r>
                    <m:sSup>
                      <m:sSupPr/>
                      <m:e>
                        <m:r>
                          <a:rPr lang="en-IN" sz="6000" b="1" dirty="0">
                            <a:solidFill>
                              <a:schemeClr val="lt1"/>
                            </a:solidFill>
                            <a:latin typeface="Cambria Math"/>
                            <a:ea typeface="Cambria Math"/>
                            <a:sym typeface="Cambria Math"/>
                          </a:rPr>
                          <m:t xml:space="preserve">T</m:t>
                        </m:r>
                      </m:e>
                      <m:sup>
                        <m:r>
                          <a:rPr lang="en-IN" sz="6000" b="1" dirty="0">
                            <a:solidFill>
                              <a:schemeClr val="lt1"/>
                            </a:solidFill>
                            <a:latin typeface="Cambria Math"/>
                            <a:ea typeface="Cambria Math"/>
                            <a:sym typeface="Cambria Math"/>
                          </a:rPr>
                          <m:t xml:space="preserve">-2</m:t>
                        </m:r>
                      </m:sup>
                    </m:sSup>
                    <m:r>
                      <a:rPr lang="en-IN" sz="6000" b="1" dirty="0">
                        <a:solidFill>
                          <a:schemeClr val="lt1"/>
                        </a:solidFill>
                        <a:latin typeface="Cambria Math"/>
                        <a:ea typeface="Cambria Math"/>
                        <a:sym typeface="Cambria Math"/>
                      </a:rPr>
                      <m:t xml:space="preserve">] </m:t>
                    </m:r>
                  </m:oMath>
                </a14:m>
              </mc:Choice>
              <mc:Fallback>
                <a:r>
                  <a:rPr lang="en-IN" sz="6000" b="1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 [MLT</a:t>
                </a:r>
                <a:r>
                  <a:rPr baseline="52000" lang="en-IN" sz="4320" b="1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-2</a:t>
                </a:r>
                <a:r>
                  <a:rPr lang="en-IN" sz="6000" b="1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] </a:t>
                </a:r>
              </mc:Fallback>
            </mc:AlternateContent>
            <a:endParaRPr sz="6000" b="1" dirty="0">
              <a:solidFill>
                <a:schemeClr val="lt1"/>
              </a:solidFill>
              <a:latin typeface="Cambria"/>
              <a:ea typeface="Cambria"/>
            </a:endParaRPr>
          </a:p>
        </p:txBody>
      </p:sp>
      <p:sp>
        <p:nvSpPr>
          <p:cNvPr id="18" name="Google Shape;130;p29">
            <a:extLst>
              <a:ext uri="{FF2B5EF4-FFF2-40B4-BE49-F238E27FC236}">
                <a16:creationId xmlns:a16="http://schemas.microsoft.com/office/drawing/2014/main" id="{7A900CAF-02A4-EA2C-D5AE-61E805D388DB}"/>
              </a:ext>
            </a:extLst>
          </p:cNvPr>
          <p:cNvSpPr txBox="1"/>
          <p:nvPr/>
        </p:nvSpPr>
        <p:spPr>
          <a:xfrm>
            <a:off x="3107605" y="9777875"/>
            <a:ext cx="32744401" cy="15973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algn="l" marL="0" indent="0">
              <a:buSzPts val="8400"/>
            </a:pPr>
            <mc:AlternateContent xmlns:mc="http://schemas.openxmlformats.org/markup-compatibility/2006">
              <mc:Choice xmlns:a14="http://schemas.microsoft.com/office/drawing/2010/main" Requires="a14">
                <a14:m xmlns:m="http://schemas.openxmlformats.org/officeDocument/2006/math">
                  <m:oMath>
                    <m:r>
                      <a:rPr lang="en-IN" sz="6000" b="1" dirty="0">
                        <a:solidFill>
                          <a:schemeClr val="lt1"/>
                        </a:solidFill>
                        <a:latin typeface="Cambria Math"/>
                        <a:ea typeface="Cambria Math"/>
                        <a:sym typeface="Cambria Math"/>
                      </a:rPr>
                      <m:t xml:space="preserve"> [</m:t>
                    </m:r>
                    <m:sSup>
                      <m:sSupPr/>
                      <m:e>
                        <m:r>
                          <a:rPr lang="en-IN" sz="6000" b="1" dirty="0">
                            <a:solidFill>
                              <a:schemeClr val="lt1"/>
                            </a:solidFill>
                            <a:latin typeface="Cambria Math"/>
                            <a:ea typeface="Cambria Math"/>
                            <a:sym typeface="Cambria Math"/>
                          </a:rPr>
                          <m:t xml:space="preserve">M</m:t>
                        </m:r>
                      </m:e>
                      <m:sup>
                        <m:r>
                          <a:rPr lang="en-IN" sz="6000" b="1" dirty="0">
                            <a:solidFill>
                              <a:schemeClr val="lt1"/>
                            </a:solidFill>
                            <a:latin typeface="Cambria Math"/>
                            <a:ea typeface="Cambria Math"/>
                            <a:sym typeface="Cambria Math"/>
                          </a:rPr>
                          <m:t xml:space="preserve">0</m:t>
                        </m:r>
                      </m:sup>
                    </m:sSup>
                    <m:r>
                      <a:rPr lang="en-IN" sz="6000" b="1" dirty="0">
                        <a:solidFill>
                          <a:schemeClr val="lt1"/>
                        </a:solidFill>
                        <a:latin typeface="Cambria Math"/>
                        <a:ea typeface="Cambria Math"/>
                        <a:sym typeface="Cambria Math"/>
                      </a:rPr>
                      <m:t xml:space="preserve"> </m:t>
                    </m:r>
                    <m:sSup>
                      <m:sSupPr/>
                      <m:e>
                        <m:r>
                          <a:rPr lang="en-IN" sz="6000" b="1" dirty="0">
                            <a:solidFill>
                              <a:schemeClr val="lt1"/>
                            </a:solidFill>
                            <a:latin typeface="Cambria Math"/>
                            <a:ea typeface="Cambria Math"/>
                            <a:sym typeface="Cambria Math"/>
                          </a:rPr>
                          <m:t xml:space="preserve">L</m:t>
                        </m:r>
                      </m:e>
                      <m:sup>
                        <m:r>
                          <a:rPr lang="en-IN" sz="6000" b="1" dirty="0">
                            <a:solidFill>
                              <a:schemeClr val="lt1"/>
                            </a:solidFill>
                            <a:latin typeface="Cambria Math"/>
                            <a:ea typeface="Cambria Math"/>
                            <a:sym typeface="Cambria Math"/>
                          </a:rPr>
                          <m:t xml:space="preserve">2</m:t>
                        </m:r>
                      </m:sup>
                    </m:sSup>
                    <m:r>
                      <a:rPr lang="en-IN" sz="6000" b="1" dirty="0">
                        <a:solidFill>
                          <a:schemeClr val="lt1"/>
                        </a:solidFill>
                        <a:latin typeface="Cambria Math"/>
                        <a:ea typeface="Cambria Math"/>
                        <a:sym typeface="Cambria Math"/>
                      </a:rPr>
                      <m:t xml:space="preserve"> </m:t>
                    </m:r>
                    <m:sSup>
                      <m:sSupPr/>
                      <m:e>
                        <m:r>
                          <a:rPr lang="en-IN" sz="6000" b="1" dirty="0">
                            <a:solidFill>
                              <a:schemeClr val="lt1"/>
                            </a:solidFill>
                            <a:latin typeface="Cambria Math"/>
                            <a:ea typeface="Cambria Math"/>
                            <a:sym typeface="Cambria Math"/>
                          </a:rPr>
                          <m:t xml:space="preserve">T</m:t>
                        </m:r>
                      </m:e>
                      <m:sup>
                        <m:r>
                          <a:rPr lang="en-IN" sz="6000" b="1" dirty="0">
                            <a:solidFill>
                              <a:schemeClr val="lt1"/>
                            </a:solidFill>
                            <a:latin typeface="Cambria Math"/>
                            <a:ea typeface="Cambria Math"/>
                            <a:sym typeface="Cambria Math"/>
                          </a:rPr>
                          <m:t xml:space="preserve">-2</m:t>
                        </m:r>
                      </m:sup>
                    </m:sSup>
                    <m:r>
                      <a:rPr lang="en-IN" sz="6000" b="1" dirty="0">
                        <a:solidFill>
                          <a:schemeClr val="lt1"/>
                        </a:solidFill>
                        <a:latin typeface="Cambria Math"/>
                        <a:ea typeface="Cambria Math"/>
                        <a:sym typeface="Cambria Math"/>
                      </a:rPr>
                      <m:t xml:space="preserve">] </m:t>
                    </m:r>
                  </m:oMath>
                </a14:m>
              </mc:Choice>
              <mc:Fallback>
                <a:r>
                  <a:rPr lang="en-IN" sz="6000" b="1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 [M</a:t>
                </a:r>
                <a:r>
                  <a:rPr baseline="52000" lang="en-IN" sz="4320" b="1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0</a:t>
                </a:r>
                <a:r>
                  <a:rPr lang="en-IN" sz="6000" b="1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 L</a:t>
                </a:r>
                <a:r>
                  <a:rPr baseline="52000" lang="en-IN" sz="4320" b="1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2</a:t>
                </a:r>
                <a:r>
                  <a:rPr lang="en-IN" sz="6000" b="1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 T</a:t>
                </a:r>
                <a:r>
                  <a:rPr baseline="52000" lang="en-IN" sz="4320" b="1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-2</a:t>
                </a:r>
                <a:r>
                  <a:rPr lang="en-IN" sz="6000" b="1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] </a:t>
                </a:r>
              </mc:Fallback>
            </mc:AlternateContent>
            <a:endParaRPr sz="6000" b="1" dirty="0">
              <a:solidFill>
                <a:schemeClr val="lt1"/>
              </a:solidFill>
              <a:latin typeface="Cambria"/>
              <a:ea typeface="Cambria"/>
            </a:endParaRPr>
          </a:p>
        </p:txBody>
      </p:sp>
      <p:sp>
        <p:nvSpPr>
          <p:cNvPr id="19" name="Google Shape;130;p29">
            <a:extLst>
              <a:ext uri="{FF2B5EF4-FFF2-40B4-BE49-F238E27FC236}">
                <a16:creationId xmlns:a16="http://schemas.microsoft.com/office/drawing/2014/main" id="{14CC97B5-99F4-9A71-2E1A-0ED3B3F0A5F1}"/>
              </a:ext>
            </a:extLst>
          </p:cNvPr>
          <p:cNvSpPr txBox="1"/>
          <p:nvPr/>
        </p:nvSpPr>
        <p:spPr>
          <a:xfrm>
            <a:off x="3107605" y="11913154"/>
            <a:ext cx="32744401" cy="15973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algn="l" marL="0" indent="0">
              <a:buSzPts val="8400"/>
            </a:pPr>
            <mc:AlternateContent xmlns:mc="http://schemas.openxmlformats.org/markup-compatibility/2006">
              <mc:Choice xmlns:a14="http://schemas.microsoft.com/office/drawing/2010/main" Requires="a14">
                <a14:m xmlns:m="http://schemas.openxmlformats.org/officeDocument/2006/math">
                  <m:oMath>
                    <m:r>
                      <a:rPr lang="en-IN" sz="6000" b="1" dirty="0">
                        <a:solidFill>
                          <a:schemeClr val="lt1"/>
                        </a:solidFill>
                        <a:latin typeface="Cambria Math"/>
                        <a:ea typeface="Cambria Math"/>
                        <a:sym typeface="Cambria Math"/>
                      </a:rPr>
                      <m:t xml:space="preserve"> [M</m:t>
                    </m:r>
                    <m:sSup>
                      <m:sSupPr/>
                      <m:e>
                        <m:r>
                          <a:rPr lang="en-IN" sz="6000" b="1" dirty="0">
                            <a:solidFill>
                              <a:schemeClr val="lt1"/>
                            </a:solidFill>
                            <a:latin typeface="Cambria Math"/>
                            <a:ea typeface="Cambria Math"/>
                            <a:sym typeface="Cambria Math"/>
                          </a:rPr>
                          <m:t xml:space="preserve">L</m:t>
                        </m:r>
                      </m:e>
                      <m:sup>
                        <m:r>
                          <a:rPr lang="en-IN" sz="6000" b="1" dirty="0">
                            <a:solidFill>
                              <a:schemeClr val="lt1"/>
                            </a:solidFill>
                            <a:latin typeface="Cambria Math"/>
                            <a:ea typeface="Cambria Math"/>
                            <a:sym typeface="Cambria Math"/>
                          </a:rPr>
                          <m:t xml:space="preserve">2</m:t>
                        </m:r>
                      </m:sup>
                    </m:sSup>
                    <m:r>
                      <a:rPr lang="en-IN" sz="6000" b="1" dirty="0">
                        <a:solidFill>
                          <a:schemeClr val="lt1"/>
                        </a:solidFill>
                        <a:latin typeface="Cambria Math"/>
                        <a:ea typeface="Cambria Math"/>
                        <a:sym typeface="Cambria Math"/>
                      </a:rPr>
                      <m:t xml:space="preserve"> </m:t>
                    </m:r>
                    <m:sSup>
                      <m:sSupPr/>
                      <m:e>
                        <m:r>
                          <a:rPr lang="en-IN" sz="6000" b="1" dirty="0">
                            <a:solidFill>
                              <a:schemeClr val="lt1"/>
                            </a:solidFill>
                            <a:latin typeface="Cambria Math"/>
                            <a:ea typeface="Cambria Math"/>
                            <a:sym typeface="Cambria Math"/>
                          </a:rPr>
                          <m:t xml:space="preserve">T</m:t>
                        </m:r>
                      </m:e>
                      <m:sup>
                        <m:r>
                          <a:rPr lang="en-IN" sz="6000" b="1" dirty="0">
                            <a:solidFill>
                              <a:schemeClr val="lt1"/>
                            </a:solidFill>
                            <a:latin typeface="Cambria Math"/>
                            <a:ea typeface="Cambria Math"/>
                            <a:sym typeface="Cambria Math"/>
                          </a:rPr>
                          <m:t xml:space="preserve">-2</m:t>
                        </m:r>
                      </m:sup>
                    </m:sSup>
                    <m:r>
                      <a:rPr lang="en-IN" sz="6000" b="1" dirty="0">
                        <a:solidFill>
                          <a:schemeClr val="lt1"/>
                        </a:solidFill>
                        <a:latin typeface="Cambria Math"/>
                        <a:ea typeface="Cambria Math"/>
                        <a:sym typeface="Cambria Math"/>
                      </a:rPr>
                      <m:t xml:space="preserve">] </m:t>
                    </m:r>
                  </m:oMath>
                </a14:m>
              </mc:Choice>
              <mc:Fallback>
                <a:r>
                  <a:rPr lang="en-IN" sz="6000" b="1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 [ML</a:t>
                </a:r>
                <a:r>
                  <a:rPr baseline="52000" lang="en-IN" sz="4320" b="1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2</a:t>
                </a:r>
                <a:r>
                  <a:rPr lang="en-IN" sz="6000" b="1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 T</a:t>
                </a:r>
                <a:r>
                  <a:rPr baseline="52000" lang="en-IN" sz="4320" b="1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-2</a:t>
                </a:r>
                <a:r>
                  <a:rPr lang="en-IN" sz="6000" b="1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] </a:t>
                </a:r>
              </mc:Fallback>
            </mc:AlternateContent>
            <a:endParaRPr sz="6000" b="1" dirty="0">
              <a:solidFill>
                <a:schemeClr val="lt1"/>
              </a:solidFill>
              <a:latin typeface="Cambria"/>
              <a:ea typeface="Cambria"/>
            </a:endParaRPr>
          </a:p>
        </p:txBody>
      </p:sp>
    </p:spTree>
  </p:cSld>
  <p:clrMapOvr>
    <a:masterClrMapping/>
  </p:clrMapOvr>
  <p:transition spd="slow">
    <p:push/>
  </p:transition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Google Shape;129;p29"/>
          <p:cNvSpPr txBox="1"/>
          <p:nvPr/>
        </p:nvSpPr>
        <p:spPr>
          <a:xfrm>
            <a:off x="1104806" y="2396709"/>
            <a:ext cx="34747200" cy="25603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algn="l" marL="0" lvl="0" indent="0">
              <a:buSzPts val="8400"/>
              <a:buFont typeface="Arial"/>
              <a:buNone/>
            </a:pPr>
            <a:r>
              <a:rPr lang="en-IN" sz="6000" b="1" dirty="0">
                <a:solidFill>
                  <a:schemeClr val="lt1"/>
                </a:solidFill>
                <a:latin typeface="Cambria"/>
                <a:ea typeface="Cambria"/>
                <a:sym typeface="Cambria"/>
              </a:rPr>
              <a:t>23. If </a:t>
            </a:r>
            <mc:AlternateContent xmlns:mc="http://schemas.openxmlformats.org/markup-compatibility/2006">
              <mc:Choice xmlns:a14="http://schemas.microsoft.com/office/drawing/2010/main" Requires="a14">
                <a14:m xmlns:m="http://schemas.openxmlformats.org/officeDocument/2006/math">
                  <m:oMath>
                    <m:r>
                      <a:rPr lang="en-IN" sz="6000" b="1" dirty="0">
                        <a:solidFill>
                          <a:schemeClr val="lt1"/>
                        </a:solidFill>
                        <a:latin typeface="Cambria Math"/>
                        <a:ea typeface="Cambria Math"/>
                        <a:sym typeface="Cambria Math"/>
                      </a:rPr>
                      <m:t xml:space="preserve"> </m:t>
                    </m:r>
                    <m:sSub>
                      <m:sSubPr/>
                      <m:e>
                        <m:r>
                          <a:rPr lang="en-IN" sz="6000" b="1" dirty="0">
                            <a:solidFill>
                              <a:schemeClr val="lt1"/>
                            </a:solidFill>
                            <a:latin typeface="Cambria Math"/>
                            <a:ea typeface="Cambria Math"/>
                            <a:sym typeface="Cambria Math"/>
                          </a:rPr>
                          <m:t xml:space="preserve">ε</m:t>
                        </m:r>
                      </m:e>
                      <m:sub>
                        <m:r>
                          <a:rPr lang="en-IN" sz="6000" b="1" dirty="0">
                            <a:solidFill>
                              <a:schemeClr val="lt1"/>
                            </a:solidFill>
                            <a:latin typeface="Cambria Math"/>
                            <a:ea typeface="Cambria Math"/>
                            <a:sym typeface="Cambria Math"/>
                          </a:rPr>
                          <m:t xml:space="preserve">0</m:t>
                        </m:r>
                      </m:sub>
                    </m:sSub>
                    <m:r>
                      <a:rPr lang="en-IN" sz="6000" b="1" dirty="0">
                        <a:solidFill>
                          <a:schemeClr val="lt1"/>
                        </a:solidFill>
                        <a:latin typeface="Cambria Math"/>
                        <a:ea typeface="Cambria Math"/>
                        <a:sym typeface="Cambria Math"/>
                      </a:rPr>
                      <m:t xml:space="preserve"> </m:t>
                    </m:r>
                  </m:oMath>
                </a14:m>
              </mc:Choice>
              <mc:Fallback>
                <a:r>
                  <a:rPr lang="en-IN" sz="6000" b="1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 </a:t>
                </a:r>
                <a:r>
                  <a:rPr lang="en-IN" sz="6000" b="1" dirty="0">
                    <a:solidFill>
                      <a:schemeClr val="lt1"/>
                    </a:solidFill>
                    <a:latin typeface="Arial"/>
                    <a:ea typeface="Arial"/>
                    <a:sym typeface="Arial"/>
                  </a:rPr>
                  <a:t>ε</a:t>
                </a:r>
                <a:r>
                  <a:rPr baseline="-25000" lang="en-IN" sz="4320" b="1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0</a:t>
                </a:r>
                <a:r>
                  <a:rPr lang="en-IN" sz="6000" b="1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 </a:t>
                </a:r>
              </mc:Fallback>
            </mc:AlternateContent>
            <a:r>
              <a:rPr lang="en-IN" sz="6000" b="1" dirty="0">
                <a:solidFill>
                  <a:schemeClr val="lt1"/>
                </a:solidFill>
                <a:latin typeface="Cambria"/>
                <a:ea typeface="Cambria"/>
                <a:sym typeface="Cambria"/>
              </a:rPr>
              <a:t> is the permittivity of free space and E is the electric field, then </a:t>
            </a:r>
            <mc:AlternateContent xmlns:mc="http://schemas.openxmlformats.org/markup-compatibility/2006">
              <mc:Choice xmlns:a14="http://schemas.microsoft.com/office/drawing/2010/main" Requires="a14">
                <a14:m xmlns:m="http://schemas.openxmlformats.org/officeDocument/2006/math">
                  <m:oMath>
                    <m:r>
                      <a:rPr lang="en-IN" sz="6000" b="1" dirty="0">
                        <a:solidFill>
                          <a:schemeClr val="lt1"/>
                        </a:solidFill>
                        <a:latin typeface="Cambria Math"/>
                        <a:ea typeface="Cambria Math"/>
                        <a:sym typeface="Cambria Math"/>
                      </a:rPr>
                      <m:t xml:space="preserve"> </m:t>
                    </m:r>
                    <m:sSub>
                      <m:sSubPr/>
                      <m:e>
                        <m:r>
                          <a:rPr lang="en-IN" sz="6000" b="1" dirty="0">
                            <a:solidFill>
                              <a:schemeClr val="lt1"/>
                            </a:solidFill>
                            <a:latin typeface="Cambria Math"/>
                            <a:ea typeface="Cambria Math"/>
                            <a:sym typeface="Cambria Math"/>
                          </a:rPr>
                          <m:t xml:space="preserve">ε</m:t>
                        </m:r>
                      </m:e>
                      <m:sub>
                        <m:r>
                          <a:rPr lang="en-IN" sz="6000" b="1" dirty="0">
                            <a:solidFill>
                              <a:schemeClr val="lt1"/>
                            </a:solidFill>
                            <a:latin typeface="Cambria Math"/>
                            <a:ea typeface="Cambria Math"/>
                            <a:sym typeface="Cambria Math"/>
                          </a:rPr>
                          <m:t xml:space="preserve">0</m:t>
                        </m:r>
                      </m:sub>
                    </m:sSub>
                    <m:r>
                      <a:rPr lang="en-IN" sz="6000" b="1" dirty="0">
                        <a:solidFill>
                          <a:schemeClr val="lt1"/>
                        </a:solidFill>
                        <a:latin typeface="Cambria Math"/>
                        <a:ea typeface="Cambria Math"/>
                        <a:sym typeface="Cambria Math"/>
                      </a:rPr>
                      <m:t xml:space="preserve"> </m:t>
                    </m:r>
                    <m:sSup>
                      <m:sSupPr/>
                      <m:e>
                        <m:r>
                          <a:rPr lang="en-IN" sz="6000" b="1" dirty="0">
                            <a:solidFill>
                              <a:schemeClr val="lt1"/>
                            </a:solidFill>
                            <a:latin typeface="Cambria Math"/>
                            <a:ea typeface="Cambria Math"/>
                            <a:sym typeface="Cambria Math"/>
                          </a:rPr>
                          <m:t xml:space="preserve">E</m:t>
                        </m:r>
                      </m:e>
                      <m:sup>
                        <m:r>
                          <a:rPr lang="en-IN" sz="6000" b="1" dirty="0">
                            <a:solidFill>
                              <a:schemeClr val="lt1"/>
                            </a:solidFill>
                            <a:latin typeface="Cambria Math"/>
                            <a:ea typeface="Cambria Math"/>
                            <a:sym typeface="Cambria Math"/>
                          </a:rPr>
                          <m:t xml:space="preserve">2</m:t>
                        </m:r>
                      </m:sup>
                    </m:sSup>
                    <m:r>
                      <a:rPr lang="en-IN" sz="6000" b="1" dirty="0">
                        <a:solidFill>
                          <a:schemeClr val="lt1"/>
                        </a:solidFill>
                        <a:latin typeface="Cambria Math"/>
                        <a:ea typeface="Cambria Math"/>
                        <a:sym typeface="Cambria Math"/>
                      </a:rPr>
                      <m:t xml:space="preserve"> </m:t>
                    </m:r>
                  </m:oMath>
                </a14:m>
              </mc:Choice>
              <mc:Fallback>
                <a:r>
                  <a:rPr lang="en-IN" sz="6000" b="1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 </a:t>
                </a:r>
                <a:r>
                  <a:rPr lang="en-IN" sz="6000" b="1" dirty="0">
                    <a:solidFill>
                      <a:schemeClr val="lt1"/>
                    </a:solidFill>
                    <a:latin typeface="Arial"/>
                    <a:ea typeface="Arial"/>
                    <a:sym typeface="Arial"/>
                  </a:rPr>
                  <a:t>ε</a:t>
                </a:r>
                <a:r>
                  <a:rPr baseline="-25000" lang="en-IN" sz="4320" b="1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0</a:t>
                </a:r>
                <a:r>
                  <a:rPr lang="en-IN" sz="6000" b="1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 E</a:t>
                </a:r>
                <a:r>
                  <a:rPr baseline="52000" lang="en-IN" sz="4320" b="1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2</a:t>
                </a:r>
                <a:r>
                  <a:rPr lang="en-IN" sz="6000" b="1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 </a:t>
                </a:r>
              </mc:Fallback>
            </mc:AlternateContent>
            <a:r>
              <a:rPr lang="en-IN" sz="6000" b="1" dirty="0">
                <a:solidFill>
                  <a:schemeClr val="lt1"/>
                </a:solidFill>
                <a:latin typeface="Cambria"/>
                <a:ea typeface="Cambria"/>
                <a:sym typeface="Cambria"/>
              </a:rPr>
              <a:t> has the dimensions: [08 April, 2024 (Shift-II)]</a:t>
            </a:r>
          </a:p>
        </p:txBody>
      </p:sp>
      <p:sp>
        <p:nvSpPr>
          <p:cNvPr id="3" name="Google Shape;130;p29"/>
          <p:cNvSpPr txBox="1"/>
          <p:nvPr/>
        </p:nvSpPr>
        <p:spPr>
          <a:xfrm>
            <a:off x="3107605" y="6567818"/>
            <a:ext cx="32744401" cy="15973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algn="l" marL="0" indent="0">
              <a:buSzPts val="8400"/>
            </a:pPr>
            <mc:AlternateContent xmlns:mc="http://schemas.openxmlformats.org/markup-compatibility/2006">
              <mc:Choice xmlns:a14="http://schemas.microsoft.com/office/drawing/2010/main" Requires="a14">
                <a14:m xmlns:m="http://schemas.openxmlformats.org/officeDocument/2006/math">
                  <m:oMath>
                    <m:r>
                      <a:rPr lang="en-IN" sz="6000" b="1" dirty="0">
                        <a:solidFill>
                          <a:schemeClr val="lt1"/>
                        </a:solidFill>
                        <a:latin typeface="Cambria Math"/>
                        <a:ea typeface="Cambria Math"/>
                        <a:sym typeface="Cambria Math"/>
                      </a:rPr>
                      <m:t xml:space="preserve"> [</m:t>
                    </m:r>
                    <m:sSup>
                      <m:sSupPr/>
                      <m:e>
                        <m:r>
                          <a:rPr lang="en-IN" sz="6000" b="1" dirty="0">
                            <a:solidFill>
                              <a:schemeClr val="lt1"/>
                            </a:solidFill>
                            <a:latin typeface="Cambria Math"/>
                            <a:ea typeface="Cambria Math"/>
                            <a:sym typeface="Cambria Math"/>
                          </a:rPr>
                          <m:t xml:space="preserve">M</m:t>
                        </m:r>
                      </m:e>
                      <m:sup>
                        <m:r>
                          <a:rPr lang="en-IN" sz="6000" b="1" dirty="0">
                            <a:solidFill>
                              <a:schemeClr val="lt1"/>
                            </a:solidFill>
                            <a:latin typeface="Cambria Math"/>
                            <a:ea typeface="Cambria Math"/>
                            <a:sym typeface="Cambria Math"/>
                          </a:rPr>
                          <m:t xml:space="preserve">1</m:t>
                        </m:r>
                      </m:sup>
                    </m:sSup>
                    <m:r>
                      <a:rPr lang="en-IN" sz="6000" b="1" dirty="0">
                        <a:solidFill>
                          <a:schemeClr val="lt1"/>
                        </a:solidFill>
                        <a:latin typeface="Cambria Math"/>
                        <a:ea typeface="Cambria Math"/>
                        <a:sym typeface="Cambria Math"/>
                      </a:rPr>
                      <m:t xml:space="preserve"> </m:t>
                    </m:r>
                    <m:sSup>
                      <m:sSupPr/>
                      <m:e>
                        <m:r>
                          <a:rPr lang="en-IN" sz="6000" b="1" dirty="0">
                            <a:solidFill>
                              <a:schemeClr val="lt1"/>
                            </a:solidFill>
                            <a:latin typeface="Cambria Math"/>
                            <a:ea typeface="Cambria Math"/>
                            <a:sym typeface="Cambria Math"/>
                          </a:rPr>
                          <m:t xml:space="preserve">L</m:t>
                        </m:r>
                      </m:e>
                      <m:sup>
                        <m:r>
                          <a:rPr lang="en-IN" sz="6000" b="1" dirty="0">
                            <a:solidFill>
                              <a:schemeClr val="lt1"/>
                            </a:solidFill>
                            <a:latin typeface="Cambria Math"/>
                            <a:ea typeface="Cambria Math"/>
                            <a:sym typeface="Cambria Math"/>
                          </a:rPr>
                          <m:t xml:space="preserve">-2</m:t>
                        </m:r>
                      </m:sup>
                    </m:sSup>
                    <m:r>
                      <a:rPr lang="en-IN" sz="6000" b="1" dirty="0">
                        <a:solidFill>
                          <a:schemeClr val="lt1"/>
                        </a:solidFill>
                        <a:latin typeface="Cambria Math"/>
                        <a:ea typeface="Cambria Math"/>
                        <a:sym typeface="Cambria Math"/>
                      </a:rPr>
                      <m:t xml:space="preserve"> T A] </m:t>
                    </m:r>
                  </m:oMath>
                </a14:m>
              </mc:Choice>
              <mc:Fallback>
                <a:r>
                  <a:rPr lang="en-IN" sz="6000" b="1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 [M</a:t>
                </a:r>
                <a:r>
                  <a:rPr baseline="52000" lang="en-IN" sz="4320" b="1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1</a:t>
                </a:r>
                <a:r>
                  <a:rPr lang="en-IN" sz="6000" b="1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 L</a:t>
                </a:r>
                <a:r>
                  <a:rPr baseline="52000" lang="en-IN" sz="4320" b="1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-2</a:t>
                </a:r>
                <a:r>
                  <a:rPr lang="en-IN" sz="6000" b="1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 T A] </a:t>
                </a:r>
              </mc:Fallback>
            </mc:AlternateContent>
            <a:endParaRPr sz="6000" b="1" dirty="0">
              <a:solidFill>
                <a:schemeClr val="lt1"/>
              </a:solidFill>
              <a:latin typeface="Cambria"/>
              <a:ea typeface="Cambria"/>
            </a:endParaRPr>
          </a:p>
        </p:txBody>
      </p:sp>
      <p:sp>
        <p:nvSpPr>
          <p:cNvPr id="4" name="Google Shape;131;p29"/>
          <p:cNvSpPr/>
          <p:nvPr/>
        </p:nvSpPr>
        <p:spPr>
          <a:xfrm>
            <a:off x="-1864528" y="681774"/>
            <a:ext cx="7081988" cy="1569660"/>
          </a:xfrm>
          <a:prstGeom prst="roundRect">
            <a:avLst>
              <a:gd name="adj" fmla="val 50000"/>
            </a:avLst>
          </a:prstGeom>
          <a:gradFill>
            <a:gsLst>
              <a:gs pos="0">
                <a:srgbClr val="07213C"/>
              </a:gs>
              <a:gs pos="50000">
                <a:srgbClr val="0A3258"/>
              </a:gs>
              <a:gs pos="100000">
                <a:srgbClr val="0E3B69"/>
              </a:gs>
            </a:gsLst>
            <a:lin ang="16200000" scaled="0"/>
          </a:gradFill>
          <a:ln w="57150" cap="flat" cmpd="sng">
            <a:solidFill>
              <a:schemeClr val="lt1"/>
            </a:solidFill>
            <a:prstDash val="solid"/>
            <a:round/>
            <a:headEnd type="none" w="sm" len="sm"/>
            <a:tailEnd type="none" w="sm" len="sm"/>
          </a:ln>
          <a:effectLst>
            <a:outerShdw blurRad="50800" dist="38100" dir="10800000" algn="r" rotWithShape="0">
              <a:srgbClr val="000000">
                <a:alpha val="40000"/>
              </a:srgb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algn="l" marL="0" marR="0" lvl="0" indent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8400" b="1" i="0" u="none" strike="noStrike" cap="none">
              <a:solidFill>
                <a:schemeClr val="lt1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5" name="Google Shape;132;p29"/>
          <p:cNvSpPr txBox="1"/>
          <p:nvPr/>
        </p:nvSpPr>
        <p:spPr>
          <a:xfrm>
            <a:off x="1039500" y="827049"/>
            <a:ext cx="4562190" cy="101562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algn="l">
              <a:buSzPts val="8400"/>
            </a:pPr>
            <a:r>
              <a:rPr lang="en-IN" sz="6000" b="1" dirty="0">
                <a:solidFill>
                  <a:schemeClr val="lt1"/>
                </a:solidFill>
                <a:latin typeface="Cambria"/>
                <a:ea typeface="Cambria"/>
                <a:sym typeface="Cambria"/>
              </a:rPr>
              <a:t>Question</a:t>
            </a:r>
            <a:endParaRPr sz="6000" b="1" dirty="0">
              <a:solidFill>
                <a:schemeClr val="lt1"/>
              </a:solidFill>
              <a:latin typeface="Cambria"/>
              <a:ea typeface="Cambria"/>
            </a:endParaRPr>
          </a:p>
        </p:txBody>
      </p:sp>
      <p:sp>
        <p:nvSpPr>
          <p:cNvPr id="6" name="Google Shape;133;p29"/>
          <p:cNvSpPr/>
          <p:nvPr/>
        </p:nvSpPr>
        <p:spPr>
          <a:xfrm>
            <a:off x="1039499" y="6277029"/>
            <a:ext cx="1597200" cy="1597200"/>
          </a:xfrm>
          <a:prstGeom prst="ellipse">
            <a:avLst/>
          </a:prstGeom>
          <a:gradFill>
            <a:gsLst>
              <a:gs pos="0">
                <a:srgbClr val="07213C"/>
              </a:gs>
              <a:gs pos="50000">
                <a:srgbClr val="0A3258"/>
              </a:gs>
              <a:gs pos="100000">
                <a:srgbClr val="0E3B69"/>
              </a:gs>
            </a:gsLst>
            <a:lin ang="16200000" scaled="0"/>
          </a:gradFill>
          <a:ln w="57150" cap="flat" cmpd="sng">
            <a:solidFill>
              <a:schemeClr val="lt1"/>
            </a:solidFill>
            <a:prstDash val="solid"/>
            <a:round/>
            <a:headEnd type="none" w="sm" len="sm"/>
            <a:tailEnd type="none" w="sm" len="sm"/>
          </a:ln>
          <a:effectLst>
            <a:outerShdw blurRad="50800" dist="38100" dir="10800000" algn="r" rotWithShape="0">
              <a:srgbClr val="000000">
                <a:alpha val="40000"/>
              </a:srgb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algn="l" marL="0" marR="0" lvl="0" indent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400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" name="Google Shape;134;p29"/>
          <p:cNvSpPr txBox="1"/>
          <p:nvPr/>
        </p:nvSpPr>
        <p:spPr>
          <a:xfrm>
            <a:off x="1104807" y="6475534"/>
            <a:ext cx="1466700" cy="116951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lvl="0" indent="0" algn="ctr">
              <a:buSzPts val="8400"/>
              <a:buFont typeface="Arial"/>
              <a:buNone/>
            </a:pPr>
            <a:r>
              <a:rPr lang="en-IN" sz="7000" b="1" dirty="0">
                <a:solidFill>
                  <a:schemeClr val="lt1"/>
                </a:solidFill>
                <a:latin typeface="Cambria"/>
                <a:ea typeface="Cambria"/>
                <a:sym typeface="Poppins"/>
              </a:rPr>
              <a:t>A</a:t>
            </a:r>
            <a:endParaRPr sz="7000" b="1" dirty="0">
              <a:solidFill>
                <a:schemeClr val="lt1"/>
              </a:solidFill>
              <a:latin typeface="Cambria"/>
              <a:ea typeface="Cambria"/>
            </a:endParaRPr>
          </a:p>
        </p:txBody>
      </p:sp>
      <p:grpSp>
        <p:nvGrpSpPr>
          <p:cNvPr id="8" name="Group 3">
            <a:extLst>
              <a:ext uri="{FF2B5EF4-FFF2-40B4-BE49-F238E27FC236}">
                <a16:creationId xmlns:a16="http://schemas.microsoft.com/office/drawing/2014/main" id="{E7A8D3A8-3CB4-6749-CCFA-38CA3F055B3C}"/>
              </a:ext>
            </a:extLst>
          </p:cNvPr>
          <p:cNvGrpSpPr/>
          <p:nvPr/>
        </p:nvGrpSpPr>
        <p:grpSpPr>
          <a:xfrm>
            <a:off x="1039499" y="8394369"/>
            <a:ext cx="1597200" cy="1597200"/>
            <a:chOff x="1039499" y="8887793"/>
            <a:chExt cx="1597200" cy="1597200"/>
          </a:xfrm>
        </p:grpSpPr>
        <p:sp>
          <p:nvSpPr>
            <p:cNvPr id="9" name="Google Shape;135;p29"/>
            <p:cNvSpPr/>
            <p:nvPr/>
          </p:nvSpPr>
          <p:spPr>
            <a:xfrm>
              <a:off x="1039499" y="8887793"/>
              <a:ext cx="1597200" cy="1597200"/>
            </a:xfrm>
            <a:prstGeom prst="ellipse">
              <a:avLst/>
            </a:prstGeom>
            <a:gradFill>
              <a:gsLst>
                <a:gs pos="0">
                  <a:srgbClr val="07213C"/>
                </a:gs>
                <a:gs pos="50000">
                  <a:srgbClr val="0A3258"/>
                </a:gs>
                <a:gs pos="100000">
                  <a:srgbClr val="0E3B69"/>
                </a:gs>
              </a:gsLst>
              <a:lin ang="16200000" scaled="0"/>
            </a:gradFill>
            <a:ln w="5715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  <a:effectLst>
              <a:outerShdw blurRad="50800" dist="38100" dir="10800000" algn="r" rotWithShape="0">
                <a:srgbClr val="000000">
                  <a:alpha val="40000"/>
                </a:srgbClr>
              </a:outerShdw>
            </a:effectLst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algn="l" marL="0" marR="0" lvl="0" indent="0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4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0" name="Google Shape;136;p29"/>
            <p:cNvSpPr txBox="1"/>
            <p:nvPr/>
          </p:nvSpPr>
          <p:spPr>
            <a:xfrm>
              <a:off x="1104806" y="9086298"/>
              <a:ext cx="1466700" cy="12006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pPr algn="ctr">
                <a:buSzPts val="8400"/>
              </a:pPr>
              <a:r>
                <a:rPr lang="en-IN" sz="7000" b="1" dirty="0">
                  <a:solidFill>
                    <a:schemeClr val="lt1"/>
                  </a:solidFill>
                  <a:latin typeface="Cambria"/>
                  <a:ea typeface="Cambria"/>
                  <a:sym typeface="Poppins"/>
                </a:rPr>
                <a:t>B</a:t>
              </a:r>
              <a:endParaRPr sz="7000" b="1" dirty="0">
                <a:solidFill>
                  <a:schemeClr val="lt1"/>
                </a:solidFill>
                <a:latin typeface="Cambria"/>
                <a:ea typeface="Cambria"/>
              </a:endParaRPr>
            </a:p>
          </p:txBody>
        </p:sp>
      </p:grpSp>
      <p:grpSp>
        <p:nvGrpSpPr>
          <p:cNvPr id="11" name="Group 2">
            <a:extLst>
              <a:ext uri="{FF2B5EF4-FFF2-40B4-BE49-F238E27FC236}">
                <a16:creationId xmlns:a16="http://schemas.microsoft.com/office/drawing/2014/main" id="{1929EFE0-7899-C986-6D22-F9305746025F}"/>
              </a:ext>
            </a:extLst>
          </p:cNvPr>
          <p:cNvGrpSpPr/>
          <p:nvPr/>
        </p:nvGrpSpPr>
        <p:grpSpPr>
          <a:xfrm>
            <a:off x="1039499" y="10511709"/>
            <a:ext cx="1597200" cy="1597200"/>
            <a:chOff x="1039499" y="11392904"/>
            <a:chExt cx="1597200" cy="1597200"/>
          </a:xfrm>
        </p:grpSpPr>
        <p:sp>
          <p:nvSpPr>
            <p:cNvPr id="12" name="Google Shape;137;p29"/>
            <p:cNvSpPr/>
            <p:nvPr/>
          </p:nvSpPr>
          <p:spPr>
            <a:xfrm>
              <a:off x="1039499" y="11392904"/>
              <a:ext cx="1597200" cy="1597200"/>
            </a:xfrm>
            <a:prstGeom prst="ellipse">
              <a:avLst/>
            </a:prstGeom>
            <a:gradFill>
              <a:gsLst>
                <a:gs pos="0">
                  <a:srgbClr val="07213C"/>
                </a:gs>
                <a:gs pos="50000">
                  <a:srgbClr val="0A3258"/>
                </a:gs>
                <a:gs pos="100000">
                  <a:srgbClr val="0E3B69"/>
                </a:gs>
              </a:gsLst>
              <a:lin ang="16200000" scaled="0"/>
            </a:gradFill>
            <a:ln w="5715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  <a:effectLst>
              <a:outerShdw blurRad="50800" dist="38100" dir="10800000" algn="r" rotWithShape="0">
                <a:srgbClr val="000000">
                  <a:alpha val="40000"/>
                </a:srgbClr>
              </a:outerShdw>
            </a:effectLst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algn="l" marL="0" marR="0" lvl="0" indent="0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4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3" name="Google Shape;138;p29"/>
            <p:cNvSpPr txBox="1"/>
            <p:nvPr/>
          </p:nvSpPr>
          <p:spPr>
            <a:xfrm>
              <a:off x="1104806" y="11591409"/>
              <a:ext cx="1466700" cy="12006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pPr algn="ctr">
                <a:buSzPts val="8400"/>
              </a:pPr>
              <a:r>
                <a:rPr lang="en-IN" sz="7000" b="1" dirty="0">
                  <a:solidFill>
                    <a:schemeClr val="lt1"/>
                  </a:solidFill>
                  <a:latin typeface="Cambria"/>
                  <a:ea typeface="Cambria"/>
                  <a:sym typeface="Poppins"/>
                </a:rPr>
                <a:t>C</a:t>
              </a:r>
              <a:endParaRPr sz="7000" b="1" dirty="0">
                <a:solidFill>
                  <a:schemeClr val="lt1"/>
                </a:solidFill>
                <a:latin typeface="Cambria"/>
                <a:ea typeface="Cambria"/>
              </a:endParaRPr>
            </a:p>
          </p:txBody>
        </p:sp>
      </p:grpSp>
      <p:grpSp>
        <p:nvGrpSpPr>
          <p:cNvPr id="14" name="Group 1">
            <a:extLst>
              <a:ext uri="{FF2B5EF4-FFF2-40B4-BE49-F238E27FC236}">
                <a16:creationId xmlns:a16="http://schemas.microsoft.com/office/drawing/2014/main" id="{2EFF441D-B1EA-669C-64B0-91C1D604A467}"/>
              </a:ext>
            </a:extLst>
          </p:cNvPr>
          <p:cNvGrpSpPr/>
          <p:nvPr/>
        </p:nvGrpSpPr>
        <p:grpSpPr>
          <a:xfrm>
            <a:off x="1039499" y="12629049"/>
            <a:ext cx="1597200" cy="1597200"/>
            <a:chOff x="1039499" y="13898015"/>
            <a:chExt cx="1597200" cy="1597200"/>
          </a:xfrm>
        </p:grpSpPr>
        <p:sp>
          <p:nvSpPr>
            <p:cNvPr id="15" name="Google Shape;139;p29"/>
            <p:cNvSpPr/>
            <p:nvPr/>
          </p:nvSpPr>
          <p:spPr>
            <a:xfrm>
              <a:off x="1039499" y="13898015"/>
              <a:ext cx="1597200" cy="1597200"/>
            </a:xfrm>
            <a:prstGeom prst="ellipse">
              <a:avLst/>
            </a:prstGeom>
            <a:gradFill>
              <a:gsLst>
                <a:gs pos="0">
                  <a:srgbClr val="07213C"/>
                </a:gs>
                <a:gs pos="50000">
                  <a:srgbClr val="0A3258"/>
                </a:gs>
                <a:gs pos="100000">
                  <a:srgbClr val="0E3B69"/>
                </a:gs>
              </a:gsLst>
              <a:lin ang="16200000" scaled="0"/>
            </a:gradFill>
            <a:ln w="5715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  <a:effectLst>
              <a:outerShdw blurRad="50800" dist="38100" dir="10800000" algn="r" rotWithShape="0">
                <a:srgbClr val="000000">
                  <a:alpha val="40000"/>
                </a:srgbClr>
              </a:outerShdw>
            </a:effectLst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algn="l" marL="0" marR="0" lvl="0" indent="0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4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6" name="Google Shape;140;p29"/>
            <p:cNvSpPr txBox="1"/>
            <p:nvPr/>
          </p:nvSpPr>
          <p:spPr>
            <a:xfrm>
              <a:off x="1104806" y="14096520"/>
              <a:ext cx="1466700" cy="12006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pPr algn="ctr">
                <a:buSzPts val="8400"/>
              </a:pPr>
              <a:r>
                <a:rPr lang="en-IN" sz="7000" b="1" dirty="0">
                  <a:solidFill>
                    <a:schemeClr val="lt1"/>
                  </a:solidFill>
                  <a:latin typeface="Cambria"/>
                  <a:ea typeface="Cambria"/>
                  <a:sym typeface="Poppins"/>
                </a:rPr>
                <a:t>D</a:t>
              </a:r>
              <a:endParaRPr sz="7000" b="1" dirty="0">
                <a:solidFill>
                  <a:schemeClr val="lt1"/>
                </a:solidFill>
                <a:latin typeface="Cambria"/>
                <a:ea typeface="Cambria"/>
              </a:endParaRPr>
            </a:p>
          </p:txBody>
        </p:sp>
      </p:grpSp>
      <p:sp>
        <p:nvSpPr>
          <p:cNvPr id="17" name="Google Shape;130;p29">
            <a:extLst>
              <a:ext uri="{FF2B5EF4-FFF2-40B4-BE49-F238E27FC236}">
                <a16:creationId xmlns:a16="http://schemas.microsoft.com/office/drawing/2014/main" id="{359EC1B9-8B0A-CB48-A9AA-6F6EAF44500B}"/>
              </a:ext>
            </a:extLst>
          </p:cNvPr>
          <p:cNvSpPr txBox="1"/>
          <p:nvPr/>
        </p:nvSpPr>
        <p:spPr>
          <a:xfrm>
            <a:off x="3107605" y="8624960"/>
            <a:ext cx="32744401" cy="15973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algn="l" marL="0" indent="0">
              <a:buSzPts val="8400"/>
            </a:pPr>
            <mc:AlternateContent xmlns:mc="http://schemas.openxmlformats.org/markup-compatibility/2006">
              <mc:Choice xmlns:a14="http://schemas.microsoft.com/office/drawing/2010/main" Requires="a14">
                <a14:m xmlns:m="http://schemas.openxmlformats.org/officeDocument/2006/math">
                  <m:oMath>
                    <m:r>
                      <a:rPr lang="en-IN" sz="6000" b="1" dirty="0">
                        <a:solidFill>
                          <a:schemeClr val="lt1"/>
                        </a:solidFill>
                        <a:latin typeface="Cambria Math"/>
                        <a:ea typeface="Cambria Math"/>
                        <a:sym typeface="Cambria Math"/>
                      </a:rPr>
                      <m:t xml:space="preserve"> [M </m:t>
                    </m:r>
                    <m:sSup>
                      <m:sSupPr/>
                      <m:e>
                        <m:r>
                          <a:rPr lang="en-IN" sz="6000" b="1" dirty="0">
                            <a:solidFill>
                              <a:schemeClr val="lt1"/>
                            </a:solidFill>
                            <a:latin typeface="Cambria Math"/>
                            <a:ea typeface="Cambria Math"/>
                            <a:sym typeface="Cambria Math"/>
                          </a:rPr>
                          <m:t xml:space="preserve">L</m:t>
                        </m:r>
                      </m:e>
                      <m:sup>
                        <m:r>
                          <a:rPr lang="en-IN" sz="6000" b="1" dirty="0">
                            <a:solidFill>
                              <a:schemeClr val="lt1"/>
                            </a:solidFill>
                            <a:latin typeface="Cambria Math"/>
                            <a:ea typeface="Cambria Math"/>
                            <a:sym typeface="Cambria Math"/>
                          </a:rPr>
                          <m:t xml:space="preserve">-1</m:t>
                        </m:r>
                      </m:sup>
                    </m:sSup>
                    <m:r>
                      <a:rPr lang="en-IN" sz="6000" b="1" dirty="0">
                        <a:solidFill>
                          <a:schemeClr val="lt1"/>
                        </a:solidFill>
                        <a:latin typeface="Cambria Math"/>
                        <a:ea typeface="Cambria Math"/>
                        <a:sym typeface="Cambria Math"/>
                      </a:rPr>
                      <m:t xml:space="preserve"> </m:t>
                    </m:r>
                    <m:sSup>
                      <m:sSupPr/>
                      <m:e>
                        <m:r>
                          <a:rPr lang="en-IN" sz="6000" b="1" dirty="0">
                            <a:solidFill>
                              <a:schemeClr val="lt1"/>
                            </a:solidFill>
                            <a:latin typeface="Cambria Math"/>
                            <a:ea typeface="Cambria Math"/>
                            <a:sym typeface="Cambria Math"/>
                          </a:rPr>
                          <m:t xml:space="preserve">T</m:t>
                        </m:r>
                      </m:e>
                      <m:sup>
                        <m:r>
                          <a:rPr lang="en-IN" sz="6000" b="1" dirty="0">
                            <a:solidFill>
                              <a:schemeClr val="lt1"/>
                            </a:solidFill>
                            <a:latin typeface="Cambria Math"/>
                            <a:ea typeface="Cambria Math"/>
                            <a:sym typeface="Cambria Math"/>
                          </a:rPr>
                          <m:t xml:space="preserve">-2</m:t>
                        </m:r>
                      </m:sup>
                    </m:sSup>
                    <m:r>
                      <a:rPr lang="en-IN" sz="6000" b="1" dirty="0">
                        <a:solidFill>
                          <a:schemeClr val="lt1"/>
                        </a:solidFill>
                        <a:latin typeface="Cambria Math"/>
                        <a:ea typeface="Cambria Math"/>
                        <a:sym typeface="Cambria Math"/>
                      </a:rPr>
                      <m:t xml:space="preserve">] </m:t>
                    </m:r>
                  </m:oMath>
                </a14:m>
              </mc:Choice>
              <mc:Fallback>
                <a:r>
                  <a:rPr lang="en-IN" sz="6000" b="1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 [M L</a:t>
                </a:r>
                <a:r>
                  <a:rPr baseline="52000" lang="en-IN" sz="4320" b="1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-1</a:t>
                </a:r>
                <a:r>
                  <a:rPr lang="en-IN" sz="6000" b="1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 T</a:t>
                </a:r>
                <a:r>
                  <a:rPr baseline="52000" lang="en-IN" sz="4320" b="1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-2</a:t>
                </a:r>
                <a:r>
                  <a:rPr lang="en-IN" sz="6000" b="1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] </a:t>
                </a:r>
              </mc:Fallback>
            </mc:AlternateContent>
            <a:endParaRPr sz="6000" b="1" dirty="0">
              <a:solidFill>
                <a:schemeClr val="lt1"/>
              </a:solidFill>
              <a:latin typeface="Cambria"/>
              <a:ea typeface="Cambria"/>
            </a:endParaRPr>
          </a:p>
        </p:txBody>
      </p:sp>
      <p:sp>
        <p:nvSpPr>
          <p:cNvPr id="18" name="Google Shape;130;p29">
            <a:extLst>
              <a:ext uri="{FF2B5EF4-FFF2-40B4-BE49-F238E27FC236}">
                <a16:creationId xmlns:a16="http://schemas.microsoft.com/office/drawing/2014/main" id="{7A900CAF-02A4-EA2C-D5AE-61E805D388DB}"/>
              </a:ext>
            </a:extLst>
          </p:cNvPr>
          <p:cNvSpPr txBox="1"/>
          <p:nvPr/>
        </p:nvSpPr>
        <p:spPr>
          <a:xfrm>
            <a:off x="3107605" y="10692275"/>
            <a:ext cx="32744401" cy="15973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algn="l" marL="0" indent="0">
              <a:buSzPts val="8400"/>
            </a:pPr>
            <mc:AlternateContent xmlns:mc="http://schemas.openxmlformats.org/markup-compatibility/2006">
              <mc:Choice xmlns:a14="http://schemas.microsoft.com/office/drawing/2010/main" Requires="a14">
                <a14:m xmlns:m="http://schemas.openxmlformats.org/officeDocument/2006/math">
                  <m:oMath>
                    <m:r>
                      <a:rPr lang="en-IN" sz="6000" b="1" dirty="0">
                        <a:solidFill>
                          <a:schemeClr val="lt1"/>
                        </a:solidFill>
                        <a:latin typeface="Cambria Math"/>
                        <a:ea typeface="Cambria Math"/>
                        <a:sym typeface="Cambria Math"/>
                      </a:rPr>
                      <m:t xml:space="preserve"> [</m:t>
                    </m:r>
                    <m:sSup>
                      <m:sSupPr/>
                      <m:e>
                        <m:r>
                          <a:rPr lang="en-IN" sz="6000" b="1" dirty="0">
                            <a:solidFill>
                              <a:schemeClr val="lt1"/>
                            </a:solidFill>
                            <a:latin typeface="Cambria Math"/>
                            <a:ea typeface="Cambria Math"/>
                            <a:sym typeface="Cambria Math"/>
                          </a:rPr>
                          <m:t xml:space="preserve">M</m:t>
                        </m:r>
                      </m:e>
                      <m:sup>
                        <m:r>
                          <a:rPr lang="en-IN" sz="6000" b="1" dirty="0">
                            <a:solidFill>
                              <a:schemeClr val="lt1"/>
                            </a:solidFill>
                            <a:latin typeface="Cambria Math"/>
                            <a:ea typeface="Cambria Math"/>
                            <a:sym typeface="Cambria Math"/>
                          </a:rPr>
                          <m:t xml:space="preserve">-1</m:t>
                        </m:r>
                      </m:sup>
                    </m:sSup>
                    <m:r>
                      <a:rPr lang="en-IN" sz="6000" b="1" dirty="0">
                        <a:solidFill>
                          <a:schemeClr val="lt1"/>
                        </a:solidFill>
                        <a:latin typeface="Cambria Math"/>
                        <a:ea typeface="Cambria Math"/>
                        <a:sym typeface="Cambria Math"/>
                      </a:rPr>
                      <m:t xml:space="preserve"> </m:t>
                    </m:r>
                    <m:sSup>
                      <m:sSupPr/>
                      <m:e>
                        <m:r>
                          <a:rPr lang="en-IN" sz="6000" b="1" dirty="0">
                            <a:solidFill>
                              <a:schemeClr val="lt1"/>
                            </a:solidFill>
                            <a:latin typeface="Cambria Math"/>
                            <a:ea typeface="Cambria Math"/>
                            <a:sym typeface="Cambria Math"/>
                          </a:rPr>
                          <m:t xml:space="preserve">L</m:t>
                        </m:r>
                      </m:e>
                      <m:sup>
                        <m:r>
                          <a:rPr lang="en-IN" sz="6000" b="1" dirty="0">
                            <a:solidFill>
                              <a:schemeClr val="lt1"/>
                            </a:solidFill>
                            <a:latin typeface="Cambria Math"/>
                            <a:ea typeface="Cambria Math"/>
                            <a:sym typeface="Cambria Math"/>
                          </a:rPr>
                          <m:t xml:space="preserve">-3</m:t>
                        </m:r>
                      </m:sup>
                    </m:sSup>
                    <m:r>
                      <a:rPr lang="en-IN" sz="6000" b="1" dirty="0">
                        <a:solidFill>
                          <a:schemeClr val="lt1"/>
                        </a:solidFill>
                        <a:latin typeface="Cambria Math"/>
                        <a:ea typeface="Cambria Math"/>
                        <a:sym typeface="Cambria Math"/>
                      </a:rPr>
                      <m:t xml:space="preserve"> </m:t>
                    </m:r>
                    <m:sSup>
                      <m:sSupPr/>
                      <m:e>
                        <m:r>
                          <a:rPr lang="en-IN" sz="6000" b="1" dirty="0">
                            <a:solidFill>
                              <a:schemeClr val="lt1"/>
                            </a:solidFill>
                            <a:latin typeface="Cambria Math"/>
                            <a:ea typeface="Cambria Math"/>
                            <a:sym typeface="Cambria Math"/>
                          </a:rPr>
                          <m:t xml:space="preserve">T</m:t>
                        </m:r>
                      </m:e>
                      <m:sup>
                        <m:r>
                          <a:rPr lang="en-IN" sz="6000" b="1" dirty="0">
                            <a:solidFill>
                              <a:schemeClr val="lt1"/>
                            </a:solidFill>
                            <a:latin typeface="Cambria Math"/>
                            <a:ea typeface="Cambria Math"/>
                            <a:sym typeface="Cambria Math"/>
                          </a:rPr>
                          <m:t xml:space="preserve">4</m:t>
                        </m:r>
                      </m:sup>
                    </m:sSup>
                    <m:r>
                      <a:rPr lang="en-IN" sz="6000" b="1" dirty="0">
                        <a:solidFill>
                          <a:schemeClr val="lt1"/>
                        </a:solidFill>
                        <a:latin typeface="Cambria Math"/>
                        <a:ea typeface="Cambria Math"/>
                        <a:sym typeface="Cambria Math"/>
                      </a:rPr>
                      <m:t xml:space="preserve"> </m:t>
                    </m:r>
                    <m:sSup>
                      <m:sSupPr/>
                      <m:e>
                        <m:r>
                          <a:rPr lang="en-IN" sz="6000" b="1" dirty="0">
                            <a:solidFill>
                              <a:schemeClr val="lt1"/>
                            </a:solidFill>
                            <a:latin typeface="Cambria Math"/>
                            <a:ea typeface="Cambria Math"/>
                            <a:sym typeface="Cambria Math"/>
                          </a:rPr>
                          <m:t xml:space="preserve">A</m:t>
                        </m:r>
                      </m:e>
                      <m:sup>
                        <m:r>
                          <a:rPr lang="en-IN" sz="6000" b="1" dirty="0">
                            <a:solidFill>
                              <a:schemeClr val="lt1"/>
                            </a:solidFill>
                            <a:latin typeface="Cambria Math"/>
                            <a:ea typeface="Cambria Math"/>
                            <a:sym typeface="Cambria Math"/>
                          </a:rPr>
                          <m:t xml:space="preserve">2</m:t>
                        </m:r>
                      </m:sup>
                    </m:sSup>
                    <m:r>
                      <a:rPr lang="en-IN" sz="6000" b="1" dirty="0">
                        <a:solidFill>
                          <a:schemeClr val="lt1"/>
                        </a:solidFill>
                        <a:latin typeface="Cambria Math"/>
                        <a:ea typeface="Cambria Math"/>
                        <a:sym typeface="Cambria Math"/>
                      </a:rPr>
                      <m:t xml:space="preserve">] </m:t>
                    </m:r>
                  </m:oMath>
                </a14:m>
              </mc:Choice>
              <mc:Fallback>
                <a:r>
                  <a:rPr lang="en-IN" sz="6000" b="1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 [M</a:t>
                </a:r>
                <a:r>
                  <a:rPr baseline="52000" lang="en-IN" sz="4320" b="1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-1</a:t>
                </a:r>
                <a:r>
                  <a:rPr lang="en-IN" sz="6000" b="1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 L</a:t>
                </a:r>
                <a:r>
                  <a:rPr baseline="52000" lang="en-IN" sz="4320" b="1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-3</a:t>
                </a:r>
                <a:r>
                  <a:rPr lang="en-IN" sz="6000" b="1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 T</a:t>
                </a:r>
                <a:r>
                  <a:rPr baseline="52000" lang="en-IN" sz="4320" b="1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4</a:t>
                </a:r>
                <a:r>
                  <a:rPr lang="en-IN" sz="6000" b="1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 A</a:t>
                </a:r>
                <a:r>
                  <a:rPr baseline="52000" lang="en-IN" sz="4320" b="1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2</a:t>
                </a:r>
                <a:r>
                  <a:rPr lang="en-IN" sz="6000" b="1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] </a:t>
                </a:r>
              </mc:Fallback>
            </mc:AlternateContent>
            <a:endParaRPr sz="6000" b="1" dirty="0">
              <a:solidFill>
                <a:schemeClr val="lt1"/>
              </a:solidFill>
              <a:latin typeface="Cambria"/>
              <a:ea typeface="Cambria"/>
            </a:endParaRPr>
          </a:p>
        </p:txBody>
      </p:sp>
      <p:sp>
        <p:nvSpPr>
          <p:cNvPr id="19" name="Google Shape;130;p29">
            <a:extLst>
              <a:ext uri="{FF2B5EF4-FFF2-40B4-BE49-F238E27FC236}">
                <a16:creationId xmlns:a16="http://schemas.microsoft.com/office/drawing/2014/main" id="{14CC97B5-99F4-9A71-2E1A-0ED3B3F0A5F1}"/>
              </a:ext>
            </a:extLst>
          </p:cNvPr>
          <p:cNvSpPr txBox="1"/>
          <p:nvPr/>
        </p:nvSpPr>
        <p:spPr>
          <a:xfrm>
            <a:off x="3107605" y="12827554"/>
            <a:ext cx="32744401" cy="15973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algn="l" marL="0" indent="0">
              <a:buSzPts val="8400"/>
            </a:pPr>
            <mc:AlternateContent xmlns:mc="http://schemas.openxmlformats.org/markup-compatibility/2006">
              <mc:Choice xmlns:a14="http://schemas.microsoft.com/office/drawing/2010/main" Requires="a14">
                <a14:m xmlns:m="http://schemas.openxmlformats.org/officeDocument/2006/math">
                  <m:oMath>
                    <m:r>
                      <a:rPr lang="en-IN" sz="6000" b="1" dirty="0">
                        <a:solidFill>
                          <a:schemeClr val="lt1"/>
                        </a:solidFill>
                        <a:latin typeface="Cambria Math"/>
                        <a:ea typeface="Cambria Math"/>
                        <a:sym typeface="Cambria Math"/>
                      </a:rPr>
                      <m:t xml:space="preserve"> [M </m:t>
                    </m:r>
                    <m:sSup>
                      <m:sSupPr/>
                      <m:e>
                        <m:r>
                          <a:rPr lang="en-IN" sz="6000" b="1" dirty="0">
                            <a:solidFill>
                              <a:schemeClr val="lt1"/>
                            </a:solidFill>
                            <a:latin typeface="Cambria Math"/>
                            <a:ea typeface="Cambria Math"/>
                            <a:sym typeface="Cambria Math"/>
                          </a:rPr>
                          <m:t xml:space="preserve">L</m:t>
                        </m:r>
                      </m:e>
                      <m:sup>
                        <m:r>
                          <a:rPr lang="en-IN" sz="6000" b="1" dirty="0">
                            <a:solidFill>
                              <a:schemeClr val="lt1"/>
                            </a:solidFill>
                            <a:latin typeface="Cambria Math"/>
                            <a:ea typeface="Cambria Math"/>
                            <a:sym typeface="Cambria Math"/>
                          </a:rPr>
                          <m:t xml:space="preserve">2</m:t>
                        </m:r>
                      </m:sup>
                    </m:sSup>
                    <m:r>
                      <a:rPr lang="en-IN" sz="6000" b="1" dirty="0">
                        <a:solidFill>
                          <a:schemeClr val="lt1"/>
                        </a:solidFill>
                        <a:latin typeface="Cambria Math"/>
                        <a:ea typeface="Cambria Math"/>
                        <a:sym typeface="Cambria Math"/>
                      </a:rPr>
                      <m:t xml:space="preserve"> </m:t>
                    </m:r>
                    <m:sSup>
                      <m:sSupPr/>
                      <m:e>
                        <m:r>
                          <a:rPr lang="en-IN" sz="6000" b="1" dirty="0">
                            <a:solidFill>
                              <a:schemeClr val="lt1"/>
                            </a:solidFill>
                            <a:latin typeface="Cambria Math"/>
                            <a:ea typeface="Cambria Math"/>
                            <a:sym typeface="Cambria Math"/>
                          </a:rPr>
                          <m:t xml:space="preserve">T</m:t>
                        </m:r>
                      </m:e>
                      <m:sup>
                        <m:r>
                          <a:rPr lang="en-IN" sz="6000" b="1" dirty="0">
                            <a:solidFill>
                              <a:schemeClr val="lt1"/>
                            </a:solidFill>
                            <a:latin typeface="Cambria Math"/>
                            <a:ea typeface="Cambria Math"/>
                            <a:sym typeface="Cambria Math"/>
                          </a:rPr>
                          <m:t xml:space="preserve">-2</m:t>
                        </m:r>
                      </m:sup>
                    </m:sSup>
                    <m:r>
                      <a:rPr lang="en-IN" sz="6000" b="1" dirty="0">
                        <a:solidFill>
                          <a:schemeClr val="lt1"/>
                        </a:solidFill>
                        <a:latin typeface="Cambria Math"/>
                        <a:ea typeface="Cambria Math"/>
                        <a:sym typeface="Cambria Math"/>
                      </a:rPr>
                      <m:t xml:space="preserve">] </m:t>
                    </m:r>
                  </m:oMath>
                </a14:m>
              </mc:Choice>
              <mc:Fallback>
                <a:r>
                  <a:rPr lang="en-IN" sz="6000" b="1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 [M L</a:t>
                </a:r>
                <a:r>
                  <a:rPr baseline="52000" lang="en-IN" sz="4320" b="1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2</a:t>
                </a:r>
                <a:r>
                  <a:rPr lang="en-IN" sz="6000" b="1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 T</a:t>
                </a:r>
                <a:r>
                  <a:rPr baseline="52000" lang="en-IN" sz="4320" b="1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-2</a:t>
                </a:r>
                <a:r>
                  <a:rPr lang="en-IN" sz="6000" b="1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] </a:t>
                </a:r>
              </mc:Fallback>
            </mc:AlternateContent>
            <a:endParaRPr sz="6000" b="1" dirty="0">
              <a:solidFill>
                <a:schemeClr val="lt1"/>
              </a:solidFill>
              <a:latin typeface="Cambria"/>
              <a:ea typeface="Cambria"/>
            </a:endParaRPr>
          </a:p>
        </p:txBody>
      </p:sp>
    </p:spTree>
  </p:cSld>
  <p:clrMapOvr>
    <a:masterClrMapping/>
  </p:clrMapOvr>
  <p:transition spd="slow">
    <p:push/>
  </p:transition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Google Shape;129;p29"/>
          <p:cNvSpPr txBox="1"/>
          <p:nvPr/>
        </p:nvSpPr>
        <p:spPr>
          <a:xfrm>
            <a:off x="1104806" y="2396709"/>
            <a:ext cx="34747200" cy="34747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algn="l" marL="0" lvl="0" indent="0">
              <a:buSzPts val="8400"/>
              <a:buFont typeface="Arial"/>
              <a:buNone/>
            </a:pPr>
            <a:r>
              <a:rPr lang="en-IN" sz="6000" b="1" dirty="0">
                <a:solidFill>
                  <a:schemeClr val="lt1"/>
                </a:solidFill>
                <a:latin typeface="Cambria"/>
                <a:ea typeface="Cambria"/>
                <a:sym typeface="Cambria"/>
              </a:rPr>
              <a:t>24. Given below are two statements:</a:t>
            </a:r>
          </a:p>
          <a:p>
            <a:pPr algn="l" marL="0" lvl="0" indent="0">
              <a:buSzPts val="8400"/>
              <a:buFont typeface="Arial"/>
              <a:buNone/>
            </a:pPr>
            <a:r>
              <a:rPr lang="en-IN" sz="6000" b="1" dirty="0">
                <a:solidFill>
                  <a:schemeClr val="lt1"/>
                </a:solidFill>
                <a:latin typeface="Cambria"/>
                <a:ea typeface="Cambria"/>
                <a:sym typeface="Cambria"/>
              </a:rPr>
              <a:t>Statement (I): Dimensions of specific heat is </a:t>
            </a:r>
            <mc:AlternateContent xmlns:mc="http://schemas.openxmlformats.org/markup-compatibility/2006">
              <mc:Choice xmlns:a14="http://schemas.microsoft.com/office/drawing/2010/main" Requires="a14">
                <a14:m xmlns:m="http://schemas.openxmlformats.org/officeDocument/2006/math">
                  <m:oMath>
                    <m:r>
                      <a:rPr lang="en-IN" sz="6000" b="1" dirty="0">
                        <a:solidFill>
                          <a:schemeClr val="lt1"/>
                        </a:solidFill>
                        <a:latin typeface="Cambria Math"/>
                        <a:ea typeface="Cambria Math"/>
                        <a:sym typeface="Cambria Math"/>
                      </a:rPr>
                      <m:t xml:space="preserve"> [</m:t>
                    </m:r>
                    <m:sSup>
                      <m:sSupPr/>
                      <m:e>
                        <m:r>
                          <a:rPr lang="en-IN" sz="6000" b="1" dirty="0">
                            <a:solidFill>
                              <a:schemeClr val="lt1"/>
                            </a:solidFill>
                            <a:latin typeface="Cambria Math"/>
                            <a:ea typeface="Cambria Math"/>
                            <a:sym typeface="Cambria Math"/>
                          </a:rPr>
                          <m:t xml:space="preserve">L</m:t>
                        </m:r>
                      </m:e>
                      <m:sup>
                        <m:r>
                          <a:rPr lang="en-IN" sz="6000" b="1" dirty="0">
                            <a:solidFill>
                              <a:schemeClr val="lt1"/>
                            </a:solidFill>
                            <a:latin typeface="Cambria Math"/>
                            <a:ea typeface="Cambria Math"/>
                            <a:sym typeface="Cambria Math"/>
                          </a:rPr>
                          <m:t xml:space="preserve">2</m:t>
                        </m:r>
                      </m:sup>
                    </m:sSup>
                    <m:r>
                      <a:rPr lang="en-IN" sz="6000" b="1" dirty="0">
                        <a:solidFill>
                          <a:schemeClr val="lt1"/>
                        </a:solidFill>
                        <a:latin typeface="Cambria Math"/>
                        <a:ea typeface="Cambria Math"/>
                        <a:sym typeface="Cambria Math"/>
                      </a:rPr>
                      <m:t xml:space="preserve"> </m:t>
                    </m:r>
                    <m:sSup>
                      <m:sSupPr/>
                      <m:e>
                        <m:r>
                          <a:rPr lang="en-IN" sz="6000" b="1" dirty="0">
                            <a:solidFill>
                              <a:schemeClr val="lt1"/>
                            </a:solidFill>
                            <a:latin typeface="Cambria Math"/>
                            <a:ea typeface="Cambria Math"/>
                            <a:sym typeface="Cambria Math"/>
                          </a:rPr>
                          <m:t xml:space="preserve">T</m:t>
                        </m:r>
                      </m:e>
                      <m:sup>
                        <m:r>
                          <a:rPr lang="en-IN" sz="6000" b="1" dirty="0">
                            <a:solidFill>
                              <a:schemeClr val="lt1"/>
                            </a:solidFill>
                            <a:latin typeface="Cambria Math"/>
                            <a:ea typeface="Cambria Math"/>
                            <a:sym typeface="Cambria Math"/>
                          </a:rPr>
                          <m:t xml:space="preserve">-2</m:t>
                        </m:r>
                      </m:sup>
                    </m:sSup>
                    <m:r>
                      <a:rPr lang="en-IN" sz="6000" b="1" dirty="0">
                        <a:solidFill>
                          <a:schemeClr val="lt1"/>
                        </a:solidFill>
                        <a:latin typeface="Cambria Math"/>
                        <a:ea typeface="Cambria Math"/>
                        <a:sym typeface="Cambria Math"/>
                      </a:rPr>
                      <m:t xml:space="preserve"> </m:t>
                    </m:r>
                    <m:sSup>
                      <m:sSupPr/>
                      <m:e>
                        <m:r>
                          <a:rPr lang="en-IN" sz="6000" b="1" dirty="0">
                            <a:solidFill>
                              <a:schemeClr val="lt1"/>
                            </a:solidFill>
                            <a:latin typeface="Cambria Math"/>
                            <a:ea typeface="Cambria Math"/>
                            <a:sym typeface="Cambria Math"/>
                          </a:rPr>
                          <m:t xml:space="preserve">K</m:t>
                        </m:r>
                      </m:e>
                      <m:sup>
                        <m:r>
                          <a:rPr lang="en-IN" sz="6000" b="1" dirty="0">
                            <a:solidFill>
                              <a:schemeClr val="lt1"/>
                            </a:solidFill>
                            <a:latin typeface="Cambria Math"/>
                            <a:ea typeface="Cambria Math"/>
                            <a:sym typeface="Cambria Math"/>
                          </a:rPr>
                          <m:t xml:space="preserve">-1</m:t>
                        </m:r>
                      </m:sup>
                    </m:sSup>
                    <m:r>
                      <a:rPr lang="en-IN" sz="6000" b="1" dirty="0">
                        <a:solidFill>
                          <a:schemeClr val="lt1"/>
                        </a:solidFill>
                        <a:latin typeface="Cambria Math"/>
                        <a:ea typeface="Cambria Math"/>
                        <a:sym typeface="Cambria Math"/>
                      </a:rPr>
                      <m:t xml:space="preserve">] </m:t>
                    </m:r>
                  </m:oMath>
                </a14:m>
              </mc:Choice>
              <mc:Fallback>
                <a:r>
                  <a:rPr lang="en-IN" sz="6000" b="1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 [L</a:t>
                </a:r>
                <a:r>
                  <a:rPr baseline="52000" lang="en-IN" sz="4320" b="1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2</a:t>
                </a:r>
                <a:r>
                  <a:rPr lang="en-IN" sz="6000" b="1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 T</a:t>
                </a:r>
                <a:r>
                  <a:rPr baseline="52000" lang="en-IN" sz="4320" b="1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-2</a:t>
                </a:r>
                <a:r>
                  <a:rPr lang="en-IN" sz="6000" b="1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 K</a:t>
                </a:r>
                <a:r>
                  <a:rPr baseline="52000" lang="en-IN" sz="4320" b="1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-1</a:t>
                </a:r>
                <a:r>
                  <a:rPr lang="en-IN" sz="6000" b="1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] </a:t>
                </a:r>
              </mc:Fallback>
            </mc:AlternateContent>
          </a:p>
          <a:p>
            <a:pPr algn="l" marL="0" lvl="0" indent="0">
              <a:buSzPts val="8400"/>
              <a:buFont typeface="Arial"/>
              <a:buNone/>
            </a:pPr>
            <a:r>
              <a:rPr lang="en-IN" sz="6000" b="1" dirty="0">
                <a:solidFill>
                  <a:schemeClr val="lt1"/>
                </a:solidFill>
                <a:latin typeface="Cambria"/>
                <a:ea typeface="Cambria"/>
                <a:sym typeface="Cambria"/>
              </a:rPr>
              <a:t>Statement (II): Dimensions of gas constant is </a:t>
            </a:r>
            <mc:AlternateContent xmlns:mc="http://schemas.openxmlformats.org/markup-compatibility/2006">
              <mc:Choice xmlns:a14="http://schemas.microsoft.com/office/drawing/2010/main" Requires="a14">
                <a14:m xmlns:m="http://schemas.openxmlformats.org/officeDocument/2006/math">
                  <m:oMath>
                    <m:r>
                      <a:rPr lang="en-IN" sz="6000" b="1" dirty="0">
                        <a:solidFill>
                          <a:schemeClr val="lt1"/>
                        </a:solidFill>
                        <a:latin typeface="Cambria Math"/>
                        <a:ea typeface="Cambria Math"/>
                        <a:sym typeface="Cambria Math"/>
                      </a:rPr>
                      <m:t xml:space="preserve"> [M</m:t>
                    </m:r>
                    <m:sSup>
                      <m:sSupPr/>
                      <m:e>
                        <m:r>
                          <a:rPr lang="en-IN" sz="6000" b="1" dirty="0">
                            <a:solidFill>
                              <a:schemeClr val="lt1"/>
                            </a:solidFill>
                            <a:latin typeface="Cambria Math"/>
                            <a:ea typeface="Cambria Math"/>
                            <a:sym typeface="Cambria Math"/>
                          </a:rPr>
                          <m:t xml:space="preserve">L</m:t>
                        </m:r>
                      </m:e>
                      <m:sup>
                        <m:r>
                          <a:rPr lang="en-IN" sz="6000" b="1" dirty="0">
                            <a:solidFill>
                              <a:schemeClr val="lt1"/>
                            </a:solidFill>
                            <a:latin typeface="Cambria Math"/>
                            <a:ea typeface="Cambria Math"/>
                            <a:sym typeface="Cambria Math"/>
                          </a:rPr>
                          <m:t xml:space="preserve">2</m:t>
                        </m:r>
                      </m:sup>
                    </m:sSup>
                    <m:r>
                      <a:rPr lang="en-IN" sz="6000" b="1" dirty="0">
                        <a:solidFill>
                          <a:schemeClr val="lt1"/>
                        </a:solidFill>
                        <a:latin typeface="Cambria Math"/>
                        <a:ea typeface="Cambria Math"/>
                        <a:sym typeface="Cambria Math"/>
                      </a:rPr>
                      <m:t xml:space="preserve"> </m:t>
                    </m:r>
                    <m:sSup>
                      <m:sSupPr/>
                      <m:e>
                        <m:r>
                          <a:rPr lang="en-IN" sz="6000" b="1" dirty="0">
                            <a:solidFill>
                              <a:schemeClr val="lt1"/>
                            </a:solidFill>
                            <a:latin typeface="Cambria Math"/>
                            <a:ea typeface="Cambria Math"/>
                            <a:sym typeface="Cambria Math"/>
                          </a:rPr>
                          <m:t xml:space="preserve">T</m:t>
                        </m:r>
                      </m:e>
                      <m:sup>
                        <m:r>
                          <a:rPr lang="en-IN" sz="6000" b="1" dirty="0">
                            <a:solidFill>
                              <a:schemeClr val="lt1"/>
                            </a:solidFill>
                            <a:latin typeface="Cambria Math"/>
                            <a:ea typeface="Cambria Math"/>
                            <a:sym typeface="Cambria Math"/>
                          </a:rPr>
                          <m:t xml:space="preserve">-1</m:t>
                        </m:r>
                      </m:sup>
                    </m:sSup>
                    <m:r>
                      <a:rPr lang="en-IN" sz="6000" b="1" dirty="0">
                        <a:solidFill>
                          <a:schemeClr val="lt1"/>
                        </a:solidFill>
                        <a:latin typeface="Cambria Math"/>
                        <a:ea typeface="Cambria Math"/>
                        <a:sym typeface="Cambria Math"/>
                      </a:rPr>
                      <m:t xml:space="preserve"> </m:t>
                    </m:r>
                    <m:sSup>
                      <m:sSupPr/>
                      <m:e>
                        <m:r>
                          <a:rPr lang="en-IN" sz="6000" b="1" dirty="0">
                            <a:solidFill>
                              <a:schemeClr val="lt1"/>
                            </a:solidFill>
                            <a:latin typeface="Cambria Math"/>
                            <a:ea typeface="Cambria Math"/>
                            <a:sym typeface="Cambria Math"/>
                          </a:rPr>
                          <m:t xml:space="preserve">K</m:t>
                        </m:r>
                      </m:e>
                      <m:sup>
                        <m:r>
                          <a:rPr lang="en-IN" sz="6000" b="1" dirty="0">
                            <a:solidFill>
                              <a:schemeClr val="lt1"/>
                            </a:solidFill>
                            <a:latin typeface="Cambria Math"/>
                            <a:ea typeface="Cambria Math"/>
                            <a:sym typeface="Cambria Math"/>
                          </a:rPr>
                          <m:t xml:space="preserve">-1</m:t>
                        </m:r>
                      </m:sup>
                    </m:sSup>
                    <m:r>
                      <a:rPr lang="en-IN" sz="6000" b="1" dirty="0">
                        <a:solidFill>
                          <a:schemeClr val="lt1"/>
                        </a:solidFill>
                        <a:latin typeface="Cambria Math"/>
                        <a:ea typeface="Cambria Math"/>
                        <a:sym typeface="Cambria Math"/>
                      </a:rPr>
                      <m:t xml:space="preserve">] </m:t>
                    </m:r>
                  </m:oMath>
                </a14:m>
              </mc:Choice>
              <mc:Fallback>
                <a:r>
                  <a:rPr lang="en-IN" sz="6000" b="1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 [ML</a:t>
                </a:r>
                <a:r>
                  <a:rPr baseline="52000" lang="en-IN" sz="4320" b="1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2</a:t>
                </a:r>
                <a:r>
                  <a:rPr lang="en-IN" sz="6000" b="1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 T</a:t>
                </a:r>
                <a:r>
                  <a:rPr baseline="52000" lang="en-IN" sz="4320" b="1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-1</a:t>
                </a:r>
                <a:r>
                  <a:rPr lang="en-IN" sz="6000" b="1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 K</a:t>
                </a:r>
                <a:r>
                  <a:rPr baseline="52000" lang="en-IN" sz="4320" b="1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-1</a:t>
                </a:r>
                <a:r>
                  <a:rPr lang="en-IN" sz="6000" b="1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] </a:t>
                </a:r>
              </mc:Fallback>
            </mc:AlternateContent>
            <a:r>
              <a:rPr lang="en-IN" sz="6000" b="1" dirty="0">
                <a:solidFill>
                  <a:schemeClr val="lt1"/>
                </a:solidFill>
                <a:latin typeface="Cambria"/>
                <a:ea typeface="Cambria"/>
                <a:sym typeface="Cambria"/>
              </a:rPr>
              <a:t> [06 April, 2024 (Shift-I)]</a:t>
            </a:r>
          </a:p>
        </p:txBody>
      </p:sp>
      <p:sp>
        <p:nvSpPr>
          <p:cNvPr id="3" name="Google Shape;130;p29"/>
          <p:cNvSpPr txBox="1"/>
          <p:nvPr/>
        </p:nvSpPr>
        <p:spPr>
          <a:xfrm>
            <a:off x="3107605" y="7482218"/>
            <a:ext cx="32744401" cy="15973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algn="l" marL="0" indent="0">
              <a:buSzPts val="8400"/>
            </a:pPr>
            <a:r>
              <a:rPr lang="en-IN" sz="6000" b="1" dirty="0">
                <a:solidFill>
                  <a:schemeClr val="lt1"/>
                </a:solidFill>
                <a:latin typeface="Cambria"/>
                <a:ea typeface="Cambria"/>
                <a:sym typeface="Cambria"/>
              </a:rPr>
              <a:t>Statement (I) is incorrect but statement (II) is correct</a:t>
            </a:r>
            <a:endParaRPr sz="6000" b="1" dirty="0">
              <a:solidFill>
                <a:schemeClr val="lt1"/>
              </a:solidFill>
              <a:latin typeface="Cambria"/>
              <a:ea typeface="Cambria"/>
            </a:endParaRPr>
          </a:p>
        </p:txBody>
      </p:sp>
      <p:sp>
        <p:nvSpPr>
          <p:cNvPr id="4" name="Google Shape;131;p29"/>
          <p:cNvSpPr/>
          <p:nvPr/>
        </p:nvSpPr>
        <p:spPr>
          <a:xfrm>
            <a:off x="-1864528" y="681774"/>
            <a:ext cx="7081988" cy="1569660"/>
          </a:xfrm>
          <a:prstGeom prst="roundRect">
            <a:avLst>
              <a:gd name="adj" fmla="val 50000"/>
            </a:avLst>
          </a:prstGeom>
          <a:gradFill>
            <a:gsLst>
              <a:gs pos="0">
                <a:srgbClr val="07213C"/>
              </a:gs>
              <a:gs pos="50000">
                <a:srgbClr val="0A3258"/>
              </a:gs>
              <a:gs pos="100000">
                <a:srgbClr val="0E3B69"/>
              </a:gs>
            </a:gsLst>
            <a:lin ang="16200000" scaled="0"/>
          </a:gradFill>
          <a:ln w="57150" cap="flat" cmpd="sng">
            <a:solidFill>
              <a:schemeClr val="lt1"/>
            </a:solidFill>
            <a:prstDash val="solid"/>
            <a:round/>
            <a:headEnd type="none" w="sm" len="sm"/>
            <a:tailEnd type="none" w="sm" len="sm"/>
          </a:ln>
          <a:effectLst>
            <a:outerShdw blurRad="50800" dist="38100" dir="10800000" algn="r" rotWithShape="0">
              <a:srgbClr val="000000">
                <a:alpha val="40000"/>
              </a:srgb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algn="l" marL="0" marR="0" lvl="0" indent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8400" b="1" i="0" u="none" strike="noStrike" cap="none">
              <a:solidFill>
                <a:schemeClr val="lt1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5" name="Google Shape;132;p29"/>
          <p:cNvSpPr txBox="1"/>
          <p:nvPr/>
        </p:nvSpPr>
        <p:spPr>
          <a:xfrm>
            <a:off x="1039500" y="827049"/>
            <a:ext cx="4562190" cy="101562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algn="l">
              <a:buSzPts val="8400"/>
            </a:pPr>
            <a:r>
              <a:rPr lang="en-IN" sz="6000" b="1" dirty="0">
                <a:solidFill>
                  <a:schemeClr val="lt1"/>
                </a:solidFill>
                <a:latin typeface="Cambria"/>
                <a:ea typeface="Cambria"/>
                <a:sym typeface="Cambria"/>
              </a:rPr>
              <a:t>Question</a:t>
            </a:r>
            <a:endParaRPr sz="6000" b="1" dirty="0">
              <a:solidFill>
                <a:schemeClr val="lt1"/>
              </a:solidFill>
              <a:latin typeface="Cambria"/>
              <a:ea typeface="Cambria"/>
            </a:endParaRPr>
          </a:p>
        </p:txBody>
      </p:sp>
      <p:sp>
        <p:nvSpPr>
          <p:cNvPr id="6" name="Google Shape;133;p29"/>
          <p:cNvSpPr/>
          <p:nvPr/>
        </p:nvSpPr>
        <p:spPr>
          <a:xfrm>
            <a:off x="1039499" y="7191429"/>
            <a:ext cx="1597200" cy="1597200"/>
          </a:xfrm>
          <a:prstGeom prst="ellipse">
            <a:avLst/>
          </a:prstGeom>
          <a:gradFill>
            <a:gsLst>
              <a:gs pos="0">
                <a:srgbClr val="07213C"/>
              </a:gs>
              <a:gs pos="50000">
                <a:srgbClr val="0A3258"/>
              </a:gs>
              <a:gs pos="100000">
                <a:srgbClr val="0E3B69"/>
              </a:gs>
            </a:gsLst>
            <a:lin ang="16200000" scaled="0"/>
          </a:gradFill>
          <a:ln w="57150" cap="flat" cmpd="sng">
            <a:solidFill>
              <a:schemeClr val="lt1"/>
            </a:solidFill>
            <a:prstDash val="solid"/>
            <a:round/>
            <a:headEnd type="none" w="sm" len="sm"/>
            <a:tailEnd type="none" w="sm" len="sm"/>
          </a:ln>
          <a:effectLst>
            <a:outerShdw blurRad="50800" dist="38100" dir="10800000" algn="r" rotWithShape="0">
              <a:srgbClr val="000000">
                <a:alpha val="40000"/>
              </a:srgb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algn="l" marL="0" marR="0" lvl="0" indent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400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" name="Google Shape;134;p29"/>
          <p:cNvSpPr txBox="1"/>
          <p:nvPr/>
        </p:nvSpPr>
        <p:spPr>
          <a:xfrm>
            <a:off x="1104807" y="7389934"/>
            <a:ext cx="1466700" cy="116951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lvl="0" indent="0" algn="ctr">
              <a:buSzPts val="8400"/>
              <a:buFont typeface="Arial"/>
              <a:buNone/>
            </a:pPr>
            <a:r>
              <a:rPr lang="en-IN" sz="7000" b="1" dirty="0">
                <a:solidFill>
                  <a:schemeClr val="lt1"/>
                </a:solidFill>
                <a:latin typeface="Cambria"/>
                <a:ea typeface="Cambria"/>
                <a:sym typeface="Poppins"/>
              </a:rPr>
              <a:t>A</a:t>
            </a:r>
            <a:endParaRPr sz="7000" b="1" dirty="0">
              <a:solidFill>
                <a:schemeClr val="lt1"/>
              </a:solidFill>
              <a:latin typeface="Cambria"/>
              <a:ea typeface="Cambria"/>
            </a:endParaRPr>
          </a:p>
        </p:txBody>
      </p:sp>
      <p:grpSp>
        <p:nvGrpSpPr>
          <p:cNvPr id="8" name="Group 3">
            <a:extLst>
              <a:ext uri="{FF2B5EF4-FFF2-40B4-BE49-F238E27FC236}">
                <a16:creationId xmlns:a16="http://schemas.microsoft.com/office/drawing/2014/main" id="{E7A8D3A8-3CB4-6749-CCFA-38CA3F055B3C}"/>
              </a:ext>
            </a:extLst>
          </p:cNvPr>
          <p:cNvGrpSpPr/>
          <p:nvPr/>
        </p:nvGrpSpPr>
        <p:grpSpPr>
          <a:xfrm>
            <a:off x="1039499" y="9308769"/>
            <a:ext cx="1597200" cy="1597200"/>
            <a:chOff x="1039499" y="8887793"/>
            <a:chExt cx="1597200" cy="1597200"/>
          </a:xfrm>
        </p:grpSpPr>
        <p:sp>
          <p:nvSpPr>
            <p:cNvPr id="9" name="Google Shape;135;p29"/>
            <p:cNvSpPr/>
            <p:nvPr/>
          </p:nvSpPr>
          <p:spPr>
            <a:xfrm>
              <a:off x="1039499" y="8887793"/>
              <a:ext cx="1597200" cy="1597200"/>
            </a:xfrm>
            <a:prstGeom prst="ellipse">
              <a:avLst/>
            </a:prstGeom>
            <a:gradFill>
              <a:gsLst>
                <a:gs pos="0">
                  <a:srgbClr val="07213C"/>
                </a:gs>
                <a:gs pos="50000">
                  <a:srgbClr val="0A3258"/>
                </a:gs>
                <a:gs pos="100000">
                  <a:srgbClr val="0E3B69"/>
                </a:gs>
              </a:gsLst>
              <a:lin ang="16200000" scaled="0"/>
            </a:gradFill>
            <a:ln w="5715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  <a:effectLst>
              <a:outerShdw blurRad="50800" dist="38100" dir="10800000" algn="r" rotWithShape="0">
                <a:srgbClr val="000000">
                  <a:alpha val="40000"/>
                </a:srgbClr>
              </a:outerShdw>
            </a:effectLst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algn="l" marL="0" marR="0" lvl="0" indent="0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4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0" name="Google Shape;136;p29"/>
            <p:cNvSpPr txBox="1"/>
            <p:nvPr/>
          </p:nvSpPr>
          <p:spPr>
            <a:xfrm>
              <a:off x="1104806" y="9086298"/>
              <a:ext cx="1466700" cy="12006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pPr algn="ctr">
                <a:buSzPts val="8400"/>
              </a:pPr>
              <a:r>
                <a:rPr lang="en-IN" sz="7000" b="1" dirty="0">
                  <a:solidFill>
                    <a:schemeClr val="lt1"/>
                  </a:solidFill>
                  <a:latin typeface="Cambria"/>
                  <a:ea typeface="Cambria"/>
                  <a:sym typeface="Poppins"/>
                </a:rPr>
                <a:t>B</a:t>
              </a:r>
              <a:endParaRPr sz="7000" b="1" dirty="0">
                <a:solidFill>
                  <a:schemeClr val="lt1"/>
                </a:solidFill>
                <a:latin typeface="Cambria"/>
                <a:ea typeface="Cambria"/>
              </a:endParaRPr>
            </a:p>
          </p:txBody>
        </p:sp>
      </p:grpSp>
      <p:grpSp>
        <p:nvGrpSpPr>
          <p:cNvPr id="11" name="Group 2">
            <a:extLst>
              <a:ext uri="{FF2B5EF4-FFF2-40B4-BE49-F238E27FC236}">
                <a16:creationId xmlns:a16="http://schemas.microsoft.com/office/drawing/2014/main" id="{1929EFE0-7899-C986-6D22-F9305746025F}"/>
              </a:ext>
            </a:extLst>
          </p:cNvPr>
          <p:cNvGrpSpPr/>
          <p:nvPr/>
        </p:nvGrpSpPr>
        <p:grpSpPr>
          <a:xfrm>
            <a:off x="1039499" y="11426109"/>
            <a:ext cx="1597200" cy="1597200"/>
            <a:chOff x="1039499" y="11392904"/>
            <a:chExt cx="1597200" cy="1597200"/>
          </a:xfrm>
        </p:grpSpPr>
        <p:sp>
          <p:nvSpPr>
            <p:cNvPr id="12" name="Google Shape;137;p29"/>
            <p:cNvSpPr/>
            <p:nvPr/>
          </p:nvSpPr>
          <p:spPr>
            <a:xfrm>
              <a:off x="1039499" y="11392904"/>
              <a:ext cx="1597200" cy="1597200"/>
            </a:xfrm>
            <a:prstGeom prst="ellipse">
              <a:avLst/>
            </a:prstGeom>
            <a:gradFill>
              <a:gsLst>
                <a:gs pos="0">
                  <a:srgbClr val="07213C"/>
                </a:gs>
                <a:gs pos="50000">
                  <a:srgbClr val="0A3258"/>
                </a:gs>
                <a:gs pos="100000">
                  <a:srgbClr val="0E3B69"/>
                </a:gs>
              </a:gsLst>
              <a:lin ang="16200000" scaled="0"/>
            </a:gradFill>
            <a:ln w="5715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  <a:effectLst>
              <a:outerShdw blurRad="50800" dist="38100" dir="10800000" algn="r" rotWithShape="0">
                <a:srgbClr val="000000">
                  <a:alpha val="40000"/>
                </a:srgbClr>
              </a:outerShdw>
            </a:effectLst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algn="l" marL="0" marR="0" lvl="0" indent="0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4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3" name="Google Shape;138;p29"/>
            <p:cNvSpPr txBox="1"/>
            <p:nvPr/>
          </p:nvSpPr>
          <p:spPr>
            <a:xfrm>
              <a:off x="1104806" y="11591409"/>
              <a:ext cx="1466700" cy="12006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pPr algn="ctr">
                <a:buSzPts val="8400"/>
              </a:pPr>
              <a:r>
                <a:rPr lang="en-IN" sz="7000" b="1" dirty="0">
                  <a:solidFill>
                    <a:schemeClr val="lt1"/>
                  </a:solidFill>
                  <a:latin typeface="Cambria"/>
                  <a:ea typeface="Cambria"/>
                  <a:sym typeface="Poppins"/>
                </a:rPr>
                <a:t>C</a:t>
              </a:r>
              <a:endParaRPr sz="7000" b="1" dirty="0">
                <a:solidFill>
                  <a:schemeClr val="lt1"/>
                </a:solidFill>
                <a:latin typeface="Cambria"/>
                <a:ea typeface="Cambria"/>
              </a:endParaRPr>
            </a:p>
          </p:txBody>
        </p:sp>
      </p:grpSp>
      <p:grpSp>
        <p:nvGrpSpPr>
          <p:cNvPr id="14" name="Group 1">
            <a:extLst>
              <a:ext uri="{FF2B5EF4-FFF2-40B4-BE49-F238E27FC236}">
                <a16:creationId xmlns:a16="http://schemas.microsoft.com/office/drawing/2014/main" id="{2EFF441D-B1EA-669C-64B0-91C1D604A467}"/>
              </a:ext>
            </a:extLst>
          </p:cNvPr>
          <p:cNvGrpSpPr/>
          <p:nvPr/>
        </p:nvGrpSpPr>
        <p:grpSpPr>
          <a:xfrm>
            <a:off x="1039499" y="13543449"/>
            <a:ext cx="1597200" cy="1597200"/>
            <a:chOff x="1039499" y="13898015"/>
            <a:chExt cx="1597200" cy="1597200"/>
          </a:xfrm>
        </p:grpSpPr>
        <p:sp>
          <p:nvSpPr>
            <p:cNvPr id="15" name="Google Shape;139;p29"/>
            <p:cNvSpPr/>
            <p:nvPr/>
          </p:nvSpPr>
          <p:spPr>
            <a:xfrm>
              <a:off x="1039499" y="13898015"/>
              <a:ext cx="1597200" cy="1597200"/>
            </a:xfrm>
            <a:prstGeom prst="ellipse">
              <a:avLst/>
            </a:prstGeom>
            <a:gradFill>
              <a:gsLst>
                <a:gs pos="0">
                  <a:srgbClr val="07213C"/>
                </a:gs>
                <a:gs pos="50000">
                  <a:srgbClr val="0A3258"/>
                </a:gs>
                <a:gs pos="100000">
                  <a:srgbClr val="0E3B69"/>
                </a:gs>
              </a:gsLst>
              <a:lin ang="16200000" scaled="0"/>
            </a:gradFill>
            <a:ln w="5715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  <a:effectLst>
              <a:outerShdw blurRad="50800" dist="38100" dir="10800000" algn="r" rotWithShape="0">
                <a:srgbClr val="000000">
                  <a:alpha val="40000"/>
                </a:srgbClr>
              </a:outerShdw>
            </a:effectLst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algn="l" marL="0" marR="0" lvl="0" indent="0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4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6" name="Google Shape;140;p29"/>
            <p:cNvSpPr txBox="1"/>
            <p:nvPr/>
          </p:nvSpPr>
          <p:spPr>
            <a:xfrm>
              <a:off x="1104806" y="14096520"/>
              <a:ext cx="1466700" cy="12006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pPr algn="ctr">
                <a:buSzPts val="8400"/>
              </a:pPr>
              <a:r>
                <a:rPr lang="en-IN" sz="7000" b="1" dirty="0">
                  <a:solidFill>
                    <a:schemeClr val="lt1"/>
                  </a:solidFill>
                  <a:latin typeface="Cambria"/>
                  <a:ea typeface="Cambria"/>
                  <a:sym typeface="Poppins"/>
                </a:rPr>
                <a:t>D</a:t>
              </a:r>
              <a:endParaRPr sz="7000" b="1" dirty="0">
                <a:solidFill>
                  <a:schemeClr val="lt1"/>
                </a:solidFill>
                <a:latin typeface="Cambria"/>
                <a:ea typeface="Cambria"/>
              </a:endParaRPr>
            </a:p>
          </p:txBody>
        </p:sp>
      </p:grpSp>
      <p:sp>
        <p:nvSpPr>
          <p:cNvPr id="17" name="Google Shape;130;p29">
            <a:extLst>
              <a:ext uri="{FF2B5EF4-FFF2-40B4-BE49-F238E27FC236}">
                <a16:creationId xmlns:a16="http://schemas.microsoft.com/office/drawing/2014/main" id="{359EC1B9-8B0A-CB48-A9AA-6F6EAF44500B}"/>
              </a:ext>
            </a:extLst>
          </p:cNvPr>
          <p:cNvSpPr txBox="1"/>
          <p:nvPr/>
        </p:nvSpPr>
        <p:spPr>
          <a:xfrm>
            <a:off x="3107605" y="9539360"/>
            <a:ext cx="32744401" cy="15973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algn="l" marL="0" indent="0">
              <a:buSzPts val="8400"/>
            </a:pPr>
            <a:r>
              <a:rPr lang="en-IN" sz="6000" b="1" dirty="0">
                <a:solidFill>
                  <a:schemeClr val="lt1"/>
                </a:solidFill>
                <a:latin typeface="Cambria"/>
                <a:ea typeface="Cambria"/>
                <a:sym typeface="Cambria"/>
              </a:rPr>
              <a:t>Both statement (I) and statement (II) are incorrect</a:t>
            </a:r>
            <a:endParaRPr sz="6000" b="1" dirty="0">
              <a:solidFill>
                <a:schemeClr val="lt1"/>
              </a:solidFill>
              <a:latin typeface="Cambria"/>
              <a:ea typeface="Cambria"/>
            </a:endParaRPr>
          </a:p>
        </p:txBody>
      </p:sp>
      <p:sp>
        <p:nvSpPr>
          <p:cNvPr id="18" name="Google Shape;130;p29">
            <a:extLst>
              <a:ext uri="{FF2B5EF4-FFF2-40B4-BE49-F238E27FC236}">
                <a16:creationId xmlns:a16="http://schemas.microsoft.com/office/drawing/2014/main" id="{7A900CAF-02A4-EA2C-D5AE-61E805D388DB}"/>
              </a:ext>
            </a:extLst>
          </p:cNvPr>
          <p:cNvSpPr txBox="1"/>
          <p:nvPr/>
        </p:nvSpPr>
        <p:spPr>
          <a:xfrm>
            <a:off x="3107605" y="11606675"/>
            <a:ext cx="32744401" cy="15973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algn="l" marL="0" indent="0">
              <a:buSzPts val="8400"/>
            </a:pPr>
            <a:r>
              <a:rPr lang="en-IN" sz="6000" b="1" dirty="0">
                <a:solidFill>
                  <a:schemeClr val="lt1"/>
                </a:solidFill>
                <a:latin typeface="Cambria"/>
                <a:ea typeface="Cambria"/>
                <a:sym typeface="Cambria"/>
              </a:rPr>
              <a:t>Statement (I) is correct but statement (II) is incorrect</a:t>
            </a:r>
            <a:endParaRPr sz="6000" b="1" dirty="0">
              <a:solidFill>
                <a:schemeClr val="lt1"/>
              </a:solidFill>
              <a:latin typeface="Cambria"/>
              <a:ea typeface="Cambria"/>
            </a:endParaRPr>
          </a:p>
        </p:txBody>
      </p:sp>
      <p:sp>
        <p:nvSpPr>
          <p:cNvPr id="19" name="Google Shape;130;p29">
            <a:extLst>
              <a:ext uri="{FF2B5EF4-FFF2-40B4-BE49-F238E27FC236}">
                <a16:creationId xmlns:a16="http://schemas.microsoft.com/office/drawing/2014/main" id="{14CC97B5-99F4-9A71-2E1A-0ED3B3F0A5F1}"/>
              </a:ext>
            </a:extLst>
          </p:cNvPr>
          <p:cNvSpPr txBox="1"/>
          <p:nvPr/>
        </p:nvSpPr>
        <p:spPr>
          <a:xfrm>
            <a:off x="3107605" y="13741954"/>
            <a:ext cx="32744401" cy="15973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algn="l" marL="0" indent="0">
              <a:buSzPts val="8400"/>
            </a:pPr>
            <a:r>
              <a:rPr lang="en-IN" sz="6000" b="1" dirty="0">
                <a:solidFill>
                  <a:schemeClr val="lt1"/>
                </a:solidFill>
                <a:latin typeface="Cambria"/>
                <a:ea typeface="Cambria"/>
                <a:sym typeface="Cambria"/>
              </a:rPr>
              <a:t>Both statement (I) and statement (II) are correct</a:t>
            </a:r>
            <a:endParaRPr sz="6000" b="1" dirty="0">
              <a:solidFill>
                <a:schemeClr val="lt1"/>
              </a:solidFill>
              <a:latin typeface="Cambria"/>
              <a:ea typeface="Cambria"/>
            </a:endParaRPr>
          </a:p>
        </p:txBody>
      </p:sp>
    </p:spTree>
  </p:cSld>
  <p:clrMapOvr>
    <a:masterClrMapping/>
  </p:clrMapOvr>
  <p:transition spd="slow">
    <p:push/>
  </p:transition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Google Shape;129;p29"/>
          <p:cNvSpPr txBox="1"/>
          <p:nvPr/>
        </p:nvSpPr>
        <p:spPr>
          <a:xfrm>
            <a:off x="1104806" y="2396709"/>
            <a:ext cx="34747200" cy="25603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algn="l" marL="0" lvl="0" indent="0">
              <a:buSzPts val="8400"/>
              <a:buFont typeface="Arial"/>
              <a:buNone/>
            </a:pPr>
            <a:r>
              <a:rPr lang="en-IN" sz="6000" b="1" dirty="0">
                <a:solidFill>
                  <a:schemeClr val="lt1"/>
                </a:solidFill>
                <a:latin typeface="Cambria"/>
                <a:ea typeface="Cambria"/>
                <a:sym typeface="Cambria"/>
              </a:rPr>
              <a:t>25. Match List I with List II [06 April, 2024 (Shift-I)]</a:t>
            </a:r>
          </a:p>
          <a:p>
            <a:pPr algn="l" marL="0" lvl="0" indent="0">
              <a:buSzPts val="8400"/>
              <a:buFont typeface="Arial"/>
              <a:buNone/>
            </a:pPr>
            <a:r>
              <a:rPr lang="en-IN" sz="6000" b="1" dirty="0">
                <a:solidFill>
                  <a:schemeClr val="lt1"/>
                </a:solidFill>
                <a:latin typeface="Cambria"/>
                <a:ea typeface="Cambria"/>
                <a:sym typeface="Cambria"/>
              </a:rPr>
              <a:t>Choose the correct answer from the options given below:</a:t>
            </a:r>
          </a:p>
        </p:txBody>
      </p:sp>
      <p:sp>
        <p:nvSpPr>
          <p:cNvPr id="3" name="Google Shape;130;p29"/>
          <p:cNvSpPr txBox="1"/>
          <p:nvPr/>
        </p:nvSpPr>
        <p:spPr>
          <a:xfrm>
            <a:off x="3107605" y="11663909"/>
            <a:ext cx="32744401" cy="15973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algn="l" marL="0" indent="0">
              <a:buSzPts val="8400"/>
            </a:pPr>
            <a:r>
              <a:rPr lang="en-IN" sz="6000" b="1" dirty="0">
                <a:solidFill>
                  <a:schemeClr val="lt1"/>
                </a:solidFill>
                <a:latin typeface="Cambria"/>
                <a:ea typeface="Cambria"/>
                <a:sym typeface="Cambria"/>
              </a:rPr>
              <a:t>A-I, B-III, C-II, D-IV</a:t>
            </a:r>
            <a:endParaRPr sz="6000" b="1" dirty="0">
              <a:solidFill>
                <a:schemeClr val="lt1"/>
              </a:solidFill>
              <a:latin typeface="Cambria"/>
              <a:ea typeface="Cambria"/>
            </a:endParaRPr>
          </a:p>
        </p:txBody>
      </p:sp>
      <p:sp>
        <p:nvSpPr>
          <p:cNvPr id="4" name="Google Shape;131;p29"/>
          <p:cNvSpPr/>
          <p:nvPr/>
        </p:nvSpPr>
        <p:spPr>
          <a:xfrm>
            <a:off x="-1864528" y="681774"/>
            <a:ext cx="7081988" cy="1569660"/>
          </a:xfrm>
          <a:prstGeom prst="roundRect">
            <a:avLst>
              <a:gd name="adj" fmla="val 50000"/>
            </a:avLst>
          </a:prstGeom>
          <a:gradFill>
            <a:gsLst>
              <a:gs pos="0">
                <a:srgbClr val="07213C"/>
              </a:gs>
              <a:gs pos="50000">
                <a:srgbClr val="0A3258"/>
              </a:gs>
              <a:gs pos="100000">
                <a:srgbClr val="0E3B69"/>
              </a:gs>
            </a:gsLst>
            <a:lin ang="16200000" scaled="0"/>
          </a:gradFill>
          <a:ln w="57150" cap="flat" cmpd="sng">
            <a:solidFill>
              <a:schemeClr val="lt1"/>
            </a:solidFill>
            <a:prstDash val="solid"/>
            <a:round/>
            <a:headEnd type="none" w="sm" len="sm"/>
            <a:tailEnd type="none" w="sm" len="sm"/>
          </a:ln>
          <a:effectLst>
            <a:outerShdw blurRad="50800" dist="38100" dir="10800000" algn="r" rotWithShape="0">
              <a:srgbClr val="000000">
                <a:alpha val="40000"/>
              </a:srgb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algn="l" marL="0" marR="0" lvl="0" indent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8400" b="1" i="0" u="none" strike="noStrike" cap="none">
              <a:solidFill>
                <a:schemeClr val="lt1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5" name="Google Shape;132;p29"/>
          <p:cNvSpPr txBox="1"/>
          <p:nvPr/>
        </p:nvSpPr>
        <p:spPr>
          <a:xfrm>
            <a:off x="1039500" y="827049"/>
            <a:ext cx="4562190" cy="101562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algn="l">
              <a:buSzPts val="8400"/>
            </a:pPr>
            <a:r>
              <a:rPr lang="en-IN" sz="6000" b="1" dirty="0">
                <a:solidFill>
                  <a:schemeClr val="lt1"/>
                </a:solidFill>
                <a:latin typeface="Cambria"/>
                <a:ea typeface="Cambria"/>
                <a:sym typeface="Cambria"/>
              </a:rPr>
              <a:t>Question</a:t>
            </a:r>
            <a:endParaRPr sz="6000" b="1" dirty="0">
              <a:solidFill>
                <a:schemeClr val="lt1"/>
              </a:solidFill>
              <a:latin typeface="Cambria"/>
              <a:ea typeface="Cambria"/>
            </a:endParaRPr>
          </a:p>
        </p:txBody>
      </p:sp>
      <p:sp>
        <p:nvSpPr>
          <p:cNvPr id="6" name="Google Shape;133;p29"/>
          <p:cNvSpPr/>
          <p:nvPr/>
        </p:nvSpPr>
        <p:spPr>
          <a:xfrm>
            <a:off x="1039499" y="11373120"/>
            <a:ext cx="1597200" cy="1597200"/>
          </a:xfrm>
          <a:prstGeom prst="ellipse">
            <a:avLst/>
          </a:prstGeom>
          <a:gradFill>
            <a:gsLst>
              <a:gs pos="0">
                <a:srgbClr val="07213C"/>
              </a:gs>
              <a:gs pos="50000">
                <a:srgbClr val="0A3258"/>
              </a:gs>
              <a:gs pos="100000">
                <a:srgbClr val="0E3B69"/>
              </a:gs>
            </a:gsLst>
            <a:lin ang="16200000" scaled="0"/>
          </a:gradFill>
          <a:ln w="57150" cap="flat" cmpd="sng">
            <a:solidFill>
              <a:schemeClr val="lt1"/>
            </a:solidFill>
            <a:prstDash val="solid"/>
            <a:round/>
            <a:headEnd type="none" w="sm" len="sm"/>
            <a:tailEnd type="none" w="sm" len="sm"/>
          </a:ln>
          <a:effectLst>
            <a:outerShdw blurRad="50800" dist="38100" dir="10800000" algn="r" rotWithShape="0">
              <a:srgbClr val="000000">
                <a:alpha val="40000"/>
              </a:srgb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algn="l" marL="0" marR="0" lvl="0" indent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400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" name="Google Shape;134;p29"/>
          <p:cNvSpPr txBox="1"/>
          <p:nvPr/>
        </p:nvSpPr>
        <p:spPr>
          <a:xfrm>
            <a:off x="1104807" y="11571625"/>
            <a:ext cx="1466700" cy="116951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lvl="0" indent="0" algn="ctr">
              <a:buSzPts val="8400"/>
              <a:buFont typeface="Arial"/>
              <a:buNone/>
            </a:pPr>
            <a:r>
              <a:rPr lang="en-IN" sz="7000" b="1" dirty="0">
                <a:solidFill>
                  <a:schemeClr val="lt1"/>
                </a:solidFill>
                <a:latin typeface="Cambria"/>
                <a:ea typeface="Cambria"/>
                <a:sym typeface="Poppins"/>
              </a:rPr>
              <a:t>A</a:t>
            </a:r>
            <a:endParaRPr sz="7000" b="1" dirty="0">
              <a:solidFill>
                <a:schemeClr val="lt1"/>
              </a:solidFill>
              <a:latin typeface="Cambria"/>
              <a:ea typeface="Cambria"/>
            </a:endParaRPr>
          </a:p>
        </p:txBody>
      </p:sp>
      <p:grpSp>
        <p:nvGrpSpPr>
          <p:cNvPr id="8" name="Group 3">
            <a:extLst>
              <a:ext uri="{FF2B5EF4-FFF2-40B4-BE49-F238E27FC236}">
                <a16:creationId xmlns:a16="http://schemas.microsoft.com/office/drawing/2014/main" id="{E7A8D3A8-3CB4-6749-CCFA-38CA3F055B3C}"/>
              </a:ext>
            </a:extLst>
          </p:cNvPr>
          <p:cNvGrpSpPr/>
          <p:nvPr/>
        </p:nvGrpSpPr>
        <p:grpSpPr>
          <a:xfrm>
            <a:off x="1039499" y="13490460"/>
            <a:ext cx="1597200" cy="1597200"/>
            <a:chOff x="1039499" y="8887793"/>
            <a:chExt cx="1597200" cy="1597200"/>
          </a:xfrm>
        </p:grpSpPr>
        <p:sp>
          <p:nvSpPr>
            <p:cNvPr id="9" name="Google Shape;135;p29"/>
            <p:cNvSpPr/>
            <p:nvPr/>
          </p:nvSpPr>
          <p:spPr>
            <a:xfrm>
              <a:off x="1039499" y="8887793"/>
              <a:ext cx="1597200" cy="1597200"/>
            </a:xfrm>
            <a:prstGeom prst="ellipse">
              <a:avLst/>
            </a:prstGeom>
            <a:gradFill>
              <a:gsLst>
                <a:gs pos="0">
                  <a:srgbClr val="07213C"/>
                </a:gs>
                <a:gs pos="50000">
                  <a:srgbClr val="0A3258"/>
                </a:gs>
                <a:gs pos="100000">
                  <a:srgbClr val="0E3B69"/>
                </a:gs>
              </a:gsLst>
              <a:lin ang="16200000" scaled="0"/>
            </a:gradFill>
            <a:ln w="5715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  <a:effectLst>
              <a:outerShdw blurRad="50800" dist="38100" dir="10800000" algn="r" rotWithShape="0">
                <a:srgbClr val="000000">
                  <a:alpha val="40000"/>
                </a:srgbClr>
              </a:outerShdw>
            </a:effectLst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algn="l" marL="0" marR="0" lvl="0" indent="0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4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0" name="Google Shape;136;p29"/>
            <p:cNvSpPr txBox="1"/>
            <p:nvPr/>
          </p:nvSpPr>
          <p:spPr>
            <a:xfrm>
              <a:off x="1104806" y="9086298"/>
              <a:ext cx="1466700" cy="12006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pPr algn="ctr">
                <a:buSzPts val="8400"/>
              </a:pPr>
              <a:r>
                <a:rPr lang="en-IN" sz="7000" b="1" dirty="0">
                  <a:solidFill>
                    <a:schemeClr val="lt1"/>
                  </a:solidFill>
                  <a:latin typeface="Cambria"/>
                  <a:ea typeface="Cambria"/>
                  <a:sym typeface="Poppins"/>
                </a:rPr>
                <a:t>B</a:t>
              </a:r>
              <a:endParaRPr sz="7000" b="1" dirty="0">
                <a:solidFill>
                  <a:schemeClr val="lt1"/>
                </a:solidFill>
                <a:latin typeface="Cambria"/>
                <a:ea typeface="Cambria"/>
              </a:endParaRPr>
            </a:p>
          </p:txBody>
        </p:sp>
      </p:grpSp>
      <p:grpSp>
        <p:nvGrpSpPr>
          <p:cNvPr id="11" name="Group 2">
            <a:extLst>
              <a:ext uri="{FF2B5EF4-FFF2-40B4-BE49-F238E27FC236}">
                <a16:creationId xmlns:a16="http://schemas.microsoft.com/office/drawing/2014/main" id="{1929EFE0-7899-C986-6D22-F9305746025F}"/>
              </a:ext>
            </a:extLst>
          </p:cNvPr>
          <p:cNvGrpSpPr/>
          <p:nvPr/>
        </p:nvGrpSpPr>
        <p:grpSpPr>
          <a:xfrm>
            <a:off x="1039499" y="15607800"/>
            <a:ext cx="1597200" cy="1597200"/>
            <a:chOff x="1039499" y="11392904"/>
            <a:chExt cx="1597200" cy="1597200"/>
          </a:xfrm>
        </p:grpSpPr>
        <p:sp>
          <p:nvSpPr>
            <p:cNvPr id="12" name="Google Shape;137;p29"/>
            <p:cNvSpPr/>
            <p:nvPr/>
          </p:nvSpPr>
          <p:spPr>
            <a:xfrm>
              <a:off x="1039499" y="11392904"/>
              <a:ext cx="1597200" cy="1597200"/>
            </a:xfrm>
            <a:prstGeom prst="ellipse">
              <a:avLst/>
            </a:prstGeom>
            <a:gradFill>
              <a:gsLst>
                <a:gs pos="0">
                  <a:srgbClr val="07213C"/>
                </a:gs>
                <a:gs pos="50000">
                  <a:srgbClr val="0A3258"/>
                </a:gs>
                <a:gs pos="100000">
                  <a:srgbClr val="0E3B69"/>
                </a:gs>
              </a:gsLst>
              <a:lin ang="16200000" scaled="0"/>
            </a:gradFill>
            <a:ln w="5715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  <a:effectLst>
              <a:outerShdw blurRad="50800" dist="38100" dir="10800000" algn="r" rotWithShape="0">
                <a:srgbClr val="000000">
                  <a:alpha val="40000"/>
                </a:srgbClr>
              </a:outerShdw>
            </a:effectLst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algn="l" marL="0" marR="0" lvl="0" indent="0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4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3" name="Google Shape;138;p29"/>
            <p:cNvSpPr txBox="1"/>
            <p:nvPr/>
          </p:nvSpPr>
          <p:spPr>
            <a:xfrm>
              <a:off x="1104806" y="11591409"/>
              <a:ext cx="1466700" cy="12006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pPr algn="ctr">
                <a:buSzPts val="8400"/>
              </a:pPr>
              <a:r>
                <a:rPr lang="en-IN" sz="7000" b="1" dirty="0">
                  <a:solidFill>
                    <a:schemeClr val="lt1"/>
                  </a:solidFill>
                  <a:latin typeface="Cambria"/>
                  <a:ea typeface="Cambria"/>
                  <a:sym typeface="Poppins"/>
                </a:rPr>
                <a:t>C</a:t>
              </a:r>
              <a:endParaRPr sz="7000" b="1" dirty="0">
                <a:solidFill>
                  <a:schemeClr val="lt1"/>
                </a:solidFill>
                <a:latin typeface="Cambria"/>
                <a:ea typeface="Cambria"/>
              </a:endParaRPr>
            </a:p>
          </p:txBody>
        </p:sp>
      </p:grpSp>
      <p:grpSp>
        <p:nvGrpSpPr>
          <p:cNvPr id="14" name="Group 1">
            <a:extLst>
              <a:ext uri="{FF2B5EF4-FFF2-40B4-BE49-F238E27FC236}">
                <a16:creationId xmlns:a16="http://schemas.microsoft.com/office/drawing/2014/main" id="{2EFF441D-B1EA-669C-64B0-91C1D604A467}"/>
              </a:ext>
            </a:extLst>
          </p:cNvPr>
          <p:cNvGrpSpPr/>
          <p:nvPr/>
        </p:nvGrpSpPr>
        <p:grpSpPr>
          <a:xfrm>
            <a:off x="1039499" y="17725140"/>
            <a:ext cx="1597200" cy="1597200"/>
            <a:chOff x="1039499" y="13898015"/>
            <a:chExt cx="1597200" cy="1597200"/>
          </a:xfrm>
        </p:grpSpPr>
        <p:sp>
          <p:nvSpPr>
            <p:cNvPr id="15" name="Google Shape;139;p29"/>
            <p:cNvSpPr/>
            <p:nvPr/>
          </p:nvSpPr>
          <p:spPr>
            <a:xfrm>
              <a:off x="1039499" y="13898015"/>
              <a:ext cx="1597200" cy="1597200"/>
            </a:xfrm>
            <a:prstGeom prst="ellipse">
              <a:avLst/>
            </a:prstGeom>
            <a:gradFill>
              <a:gsLst>
                <a:gs pos="0">
                  <a:srgbClr val="07213C"/>
                </a:gs>
                <a:gs pos="50000">
                  <a:srgbClr val="0A3258"/>
                </a:gs>
                <a:gs pos="100000">
                  <a:srgbClr val="0E3B69"/>
                </a:gs>
              </a:gsLst>
              <a:lin ang="16200000" scaled="0"/>
            </a:gradFill>
            <a:ln w="5715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  <a:effectLst>
              <a:outerShdw blurRad="50800" dist="38100" dir="10800000" algn="r" rotWithShape="0">
                <a:srgbClr val="000000">
                  <a:alpha val="40000"/>
                </a:srgbClr>
              </a:outerShdw>
            </a:effectLst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algn="l" marL="0" marR="0" lvl="0" indent="0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4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6" name="Google Shape;140;p29"/>
            <p:cNvSpPr txBox="1"/>
            <p:nvPr/>
          </p:nvSpPr>
          <p:spPr>
            <a:xfrm>
              <a:off x="1104806" y="14096520"/>
              <a:ext cx="1466700" cy="12006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pPr algn="ctr">
                <a:buSzPts val="8400"/>
              </a:pPr>
              <a:r>
                <a:rPr lang="en-IN" sz="7000" b="1" dirty="0">
                  <a:solidFill>
                    <a:schemeClr val="lt1"/>
                  </a:solidFill>
                  <a:latin typeface="Cambria"/>
                  <a:ea typeface="Cambria"/>
                  <a:sym typeface="Poppins"/>
                </a:rPr>
                <a:t>D</a:t>
              </a:r>
              <a:endParaRPr sz="7000" b="1" dirty="0">
                <a:solidFill>
                  <a:schemeClr val="lt1"/>
                </a:solidFill>
                <a:latin typeface="Cambria"/>
                <a:ea typeface="Cambria"/>
              </a:endParaRPr>
            </a:p>
          </p:txBody>
        </p:sp>
      </p:grpSp>
      <p:sp>
        <p:nvSpPr>
          <p:cNvPr id="17" name="Google Shape;130;p29">
            <a:extLst>
              <a:ext uri="{FF2B5EF4-FFF2-40B4-BE49-F238E27FC236}">
                <a16:creationId xmlns:a16="http://schemas.microsoft.com/office/drawing/2014/main" id="{359EC1B9-8B0A-CB48-A9AA-6F6EAF44500B}"/>
              </a:ext>
            </a:extLst>
          </p:cNvPr>
          <p:cNvSpPr txBox="1"/>
          <p:nvPr/>
        </p:nvSpPr>
        <p:spPr>
          <a:xfrm>
            <a:off x="3107605" y="13721051"/>
            <a:ext cx="32744401" cy="15973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algn="l" marL="0" indent="0">
              <a:buSzPts val="8400"/>
            </a:pPr>
            <a:r>
              <a:rPr lang="en-IN" sz="6000" b="1" dirty="0">
                <a:solidFill>
                  <a:schemeClr val="lt1"/>
                </a:solidFill>
                <a:latin typeface="Cambria"/>
                <a:ea typeface="Cambria"/>
                <a:sym typeface="Cambria"/>
              </a:rPr>
              <a:t>A-IV, B-III, C-II, D-I</a:t>
            </a:r>
            <a:endParaRPr sz="6000" b="1" dirty="0">
              <a:solidFill>
                <a:schemeClr val="lt1"/>
              </a:solidFill>
              <a:latin typeface="Cambria"/>
              <a:ea typeface="Cambria"/>
            </a:endParaRPr>
          </a:p>
        </p:txBody>
      </p:sp>
      <p:sp>
        <p:nvSpPr>
          <p:cNvPr id="18" name="Google Shape;130;p29">
            <a:extLst>
              <a:ext uri="{FF2B5EF4-FFF2-40B4-BE49-F238E27FC236}">
                <a16:creationId xmlns:a16="http://schemas.microsoft.com/office/drawing/2014/main" id="{7A900CAF-02A4-EA2C-D5AE-61E805D388DB}"/>
              </a:ext>
            </a:extLst>
          </p:cNvPr>
          <p:cNvSpPr txBox="1"/>
          <p:nvPr/>
        </p:nvSpPr>
        <p:spPr>
          <a:xfrm>
            <a:off x="3107605" y="15788366"/>
            <a:ext cx="32744401" cy="15973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algn="l" marL="0" indent="0">
              <a:buSzPts val="8400"/>
            </a:pPr>
            <a:r>
              <a:rPr lang="en-IN" sz="6000" b="1" dirty="0">
                <a:solidFill>
                  <a:schemeClr val="lt1"/>
                </a:solidFill>
                <a:latin typeface="Cambria"/>
                <a:ea typeface="Cambria"/>
                <a:sym typeface="Cambria"/>
              </a:rPr>
              <a:t>A-III, B-I, C-II, D-IV</a:t>
            </a:r>
            <a:endParaRPr sz="6000" b="1" dirty="0">
              <a:solidFill>
                <a:schemeClr val="lt1"/>
              </a:solidFill>
              <a:latin typeface="Cambria"/>
              <a:ea typeface="Cambria"/>
            </a:endParaRPr>
          </a:p>
        </p:txBody>
      </p:sp>
      <p:sp>
        <p:nvSpPr>
          <p:cNvPr id="19" name="Google Shape;130;p29">
            <a:extLst>
              <a:ext uri="{FF2B5EF4-FFF2-40B4-BE49-F238E27FC236}">
                <a16:creationId xmlns:a16="http://schemas.microsoft.com/office/drawing/2014/main" id="{14CC97B5-99F4-9A71-2E1A-0ED3B3F0A5F1}"/>
              </a:ext>
            </a:extLst>
          </p:cNvPr>
          <p:cNvSpPr txBox="1"/>
          <p:nvPr/>
        </p:nvSpPr>
        <p:spPr>
          <a:xfrm>
            <a:off x="3107605" y="17923645"/>
            <a:ext cx="32744401" cy="15973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algn="l" marL="0" indent="0">
              <a:buSzPts val="8400"/>
            </a:pPr>
            <a:r>
              <a:rPr lang="en-IN" sz="6000" b="1" dirty="0">
                <a:solidFill>
                  <a:schemeClr val="lt1"/>
                </a:solidFill>
                <a:latin typeface="Cambria"/>
                <a:ea typeface="Cambria"/>
                <a:sym typeface="Cambria"/>
              </a:rPr>
              <a:t>A-IV, B-II, C-III, D-I</a:t>
            </a:r>
            <a:endParaRPr sz="6000" b="1" dirty="0">
              <a:solidFill>
                <a:schemeClr val="lt1"/>
              </a:solidFill>
              <a:latin typeface="Cambria"/>
              <a:ea typeface="Cambria"/>
            </a:endParaRPr>
          </a:p>
        </p:txBody>
      </p:sp>
      <p:graphicFrame>
        <p:nvGraphicFramePr>
          <p:cNvPr id="20" name="ContentTable"/>
          <p:cNvGraphicFramePr>
            <a:graphicFrameLocks noGrp="1"/>
          </p:cNvGraphicFramePr>
          <p:nvPr/>
        </p:nvGraphicFramePr>
        <p:xfrm>
          <a:off x="1104806" y="5477029"/>
          <a:ext cx="34747200" cy="4576091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7373600"/>
                <a:gridCol w="17373600"/>
              </a:tblGrid>
              <a:tr h="915219">
                <a:tc>
                  <a:txBody>
                    <a:bodyPr/>
                    <a:lstStyle/>
                    <a:p>
                      <a:pPr algn="l" marL="0" marR="0" lvl="0" indent="0" rtl="0">
                        <a:lnSpc>
                          <a:spcPct val="110000"/>
                        </a:lnSpc>
                        <a:spcBef>
                          <a:spcPts val="60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buNone/>
                      </a:pPr>
                      <a:r>
                        <a:rPr lang="en-IN" sz="4000" b="1" i="0" u="none" strike="noStrike" cap="none" dirty="0">
                          <a:solidFill>
                            <a:schemeClr val="tx1"/>
                          </a:solidFill>
                          <a:latin typeface="Cambria"/>
                          <a:ea typeface="Cambria"/>
                          <a:sym typeface="Arial"/>
                        </a:rPr>
                        <a:t>List-I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marL="0" marR="0" lvl="0" indent="0" rtl="0">
                        <a:lnSpc>
                          <a:spcPct val="110000"/>
                        </a:lnSpc>
                        <a:spcBef>
                          <a:spcPts val="60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buNone/>
                      </a:pPr>
                      <a:r>
                        <a:rPr lang="en-IN" sz="4000" b="1" i="0" u="none" strike="noStrike" cap="none" dirty="0">
                          <a:solidFill>
                            <a:schemeClr val="tx1"/>
                          </a:solidFill>
                          <a:latin typeface="Cambria"/>
                          <a:ea typeface="Cambria"/>
                          <a:sym typeface="Arial"/>
                        </a:rPr>
                        <a:t>List-II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915218">
                <a:tc>
                  <a:txBody>
                    <a:bodyPr/>
                    <a:lstStyle/>
                    <a:p>
                      <a:pPr algn="l" marL="0" marR="0" lvl="0" indent="0" defTabSz="914400" rtl="0" eaLnBrk="1" fontAlgn="auto" latinLnBrk="0" hangingPunct="1">
                        <a:lnSpc>
                          <a:spcPct val="110000"/>
                        </a:lnSpc>
                        <a:spcBef>
                          <a:spcPts val="60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kumimoji="0" lang="en-IN" sz="4000" b="0" i="0" u="none" strike="noStrike" kern="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Cambria"/>
                          <a:ea typeface="Cambria"/>
                          <a:cs typeface="+mn-cs"/>
                          <a:sym typeface="Arial"/>
                        </a:rPr>
                        <a:t>A. Torque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marL="0" marR="0" lvl="0" indent="0" defTabSz="914400" rtl="0" eaLnBrk="1" fontAlgn="auto" latinLnBrk="0" hangingPunct="1">
                        <a:lnSpc>
                          <a:spcPct val="110000"/>
                        </a:lnSpc>
                        <a:spcBef>
                          <a:spcPts val="60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kumimoji="0" lang="en-IN" sz="4000" b="0" i="0" u="none" strike="noStrike" kern="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Cambria"/>
                          <a:ea typeface="Cambria"/>
                          <a:cs typeface="+mn-cs"/>
                          <a:sym typeface="Arial"/>
                        </a:rPr>
                        <a:t>I. </a:t>
                      </a:r>
                      <mc:AlternateContent xmlns:mc="http://schemas.openxmlformats.org/markup-compatibility/2006">
                        <mc:Choice xmlns:a14="http://schemas.microsoft.com/office/drawing/2010/main" Requires="a14">
                          <a14:m xmlns:m="http://schemas.openxmlformats.org/officeDocument/2006/math">
                            <m:oMath>
                              <m:r>
                                <a:rPr kumimoji="0" lang="en-IN" sz="4000" b="0" i="0" u="none" strike="noStrike" kern="0" cap="none" spc="0" normalizeH="0" baseline="0" noProof="0" dirty="0">
                                  <a:ln>
                                    <a:noFill/>
                                  </a:ln>
                                  <a:solidFill>
                                    <a:srgbClr val="000000"/>
                                  </a:solidFill>
                                  <a:effectLst/>
                                  <a:uLnTx/>
                                  <a:uFillTx/>
                                  <a:latin typeface="Cambria Math"/>
                                  <a:ea typeface="Cambria Math"/>
                                  <a:cs typeface="Cambria Math"/>
                                  <a:sym typeface="Cambria Math"/>
                                </a:rPr>
                                <m:t xml:space="preserve"> [</m:t>
                              </m:r>
                              <m:sSup>
                                <m:sSupPr/>
                                <m:e>
                                  <m:r>
                                    <a:rPr kumimoji="0" lang="en-IN" sz="4000" b="0" i="0" u="none" strike="noStrike" kern="0" cap="none" spc="0" normalizeH="0" baseline="0" noProof="0" dirty="0">
                                      <a:ln>
                                        <a:noFill/>
                                      </a:ln>
                                      <a:solidFill>
                                        <a:srgbClr val="000000"/>
                                      </a:solidFill>
                                      <a:effectLst/>
                                      <a:uLnTx/>
                                      <a:uFillTx/>
                                      <a:latin typeface="Cambria Math"/>
                                      <a:ea typeface="Cambria Math"/>
                                      <a:cs typeface="Cambria Math"/>
                                      <a:sym typeface="Cambria Math"/>
                                    </a:rPr>
                                    <m:t xml:space="preserve">M</m:t>
                                  </m:r>
                                </m:e>
                                <m:sup>
                                  <m:r>
                                    <a:rPr kumimoji="0" lang="en-IN" sz="4000" b="0" i="0" u="none" strike="noStrike" kern="0" cap="none" spc="0" normalizeH="0" baseline="0" noProof="0" dirty="0">
                                      <a:ln>
                                        <a:noFill/>
                                      </a:ln>
                                      <a:solidFill>
                                        <a:srgbClr val="000000"/>
                                      </a:solidFill>
                                      <a:effectLst/>
                                      <a:uLnTx/>
                                      <a:uFillTx/>
                                      <a:latin typeface="Cambria Math"/>
                                      <a:ea typeface="Cambria Math"/>
                                      <a:cs typeface="Cambria Math"/>
                                      <a:sym typeface="Cambria Math"/>
                                    </a:rPr>
                                    <m:t xml:space="preserve">1</m:t>
                                  </m:r>
                                </m:sup>
                              </m:sSup>
                              <m:r>
                                <a:rPr kumimoji="0" lang="en-IN" sz="4000" b="0" i="0" u="none" strike="noStrike" kern="0" cap="none" spc="0" normalizeH="0" baseline="0" noProof="0" dirty="0">
                                  <a:ln>
                                    <a:noFill/>
                                  </a:ln>
                                  <a:solidFill>
                                    <a:srgbClr val="000000"/>
                                  </a:solidFill>
                                  <a:effectLst/>
                                  <a:uLnTx/>
                                  <a:uFillTx/>
                                  <a:latin typeface="Cambria Math"/>
                                  <a:ea typeface="Cambria Math"/>
                                  <a:cs typeface="Cambria Math"/>
                                  <a:sym typeface="Cambria Math"/>
                                </a:rPr>
                                <m:t xml:space="preserve"> </m:t>
                              </m:r>
                              <m:sSup>
                                <m:sSupPr/>
                                <m:e>
                                  <m:r>
                                    <a:rPr kumimoji="0" lang="en-IN" sz="4000" b="0" i="0" u="none" strike="noStrike" kern="0" cap="none" spc="0" normalizeH="0" baseline="0" noProof="0" dirty="0">
                                      <a:ln>
                                        <a:noFill/>
                                      </a:ln>
                                      <a:solidFill>
                                        <a:srgbClr val="000000"/>
                                      </a:solidFill>
                                      <a:effectLst/>
                                      <a:uLnTx/>
                                      <a:uFillTx/>
                                      <a:latin typeface="Cambria Math"/>
                                      <a:ea typeface="Cambria Math"/>
                                      <a:cs typeface="Cambria Math"/>
                                      <a:sym typeface="Cambria Math"/>
                                    </a:rPr>
                                    <m:t xml:space="preserve">L</m:t>
                                  </m:r>
                                </m:e>
                                <m:sup>
                                  <m:r>
                                    <a:rPr kumimoji="0" lang="en-IN" sz="4000" b="0" i="0" u="none" strike="noStrike" kern="0" cap="none" spc="0" normalizeH="0" baseline="0" noProof="0" dirty="0">
                                      <a:ln>
                                        <a:noFill/>
                                      </a:ln>
                                      <a:solidFill>
                                        <a:srgbClr val="000000"/>
                                      </a:solidFill>
                                      <a:effectLst/>
                                      <a:uLnTx/>
                                      <a:uFillTx/>
                                      <a:latin typeface="Cambria Math"/>
                                      <a:ea typeface="Cambria Math"/>
                                      <a:cs typeface="Cambria Math"/>
                                      <a:sym typeface="Cambria Math"/>
                                    </a:rPr>
                                    <m:t xml:space="preserve">1</m:t>
                                  </m:r>
                                </m:sup>
                              </m:sSup>
                              <m:r>
                                <a:rPr kumimoji="0" lang="en-IN" sz="4000" b="0" i="0" u="none" strike="noStrike" kern="0" cap="none" spc="0" normalizeH="0" baseline="0" noProof="0" dirty="0">
                                  <a:ln>
                                    <a:noFill/>
                                  </a:ln>
                                  <a:solidFill>
                                    <a:srgbClr val="000000"/>
                                  </a:solidFill>
                                  <a:effectLst/>
                                  <a:uLnTx/>
                                  <a:uFillTx/>
                                  <a:latin typeface="Cambria Math"/>
                                  <a:ea typeface="Cambria Math"/>
                                  <a:cs typeface="Cambria Math"/>
                                  <a:sym typeface="Cambria Math"/>
                                </a:rPr>
                                <m:t xml:space="preserve"> </m:t>
                              </m:r>
                              <m:sSup>
                                <m:sSupPr/>
                                <m:e>
                                  <m:r>
                                    <a:rPr kumimoji="0" lang="en-IN" sz="4000" b="0" i="0" u="none" strike="noStrike" kern="0" cap="none" spc="0" normalizeH="0" baseline="0" noProof="0" dirty="0">
                                      <a:ln>
                                        <a:noFill/>
                                      </a:ln>
                                      <a:solidFill>
                                        <a:srgbClr val="000000"/>
                                      </a:solidFill>
                                      <a:effectLst/>
                                      <a:uLnTx/>
                                      <a:uFillTx/>
                                      <a:latin typeface="Cambria Math"/>
                                      <a:ea typeface="Cambria Math"/>
                                      <a:cs typeface="Cambria Math"/>
                                      <a:sym typeface="Cambria Math"/>
                                    </a:rPr>
                                    <m:t xml:space="preserve">T</m:t>
                                  </m:r>
                                </m:e>
                                <m:sup>
                                  <m:r>
                                    <a:rPr kumimoji="0" lang="en-IN" sz="4000" b="0" i="0" u="none" strike="noStrike" kern="0" cap="none" spc="0" normalizeH="0" baseline="0" noProof="0" dirty="0">
                                      <a:ln>
                                        <a:noFill/>
                                      </a:ln>
                                      <a:solidFill>
                                        <a:srgbClr val="000000"/>
                                      </a:solidFill>
                                      <a:effectLst/>
                                      <a:uLnTx/>
                                      <a:uFillTx/>
                                      <a:latin typeface="Cambria Math"/>
                                      <a:ea typeface="Cambria Math"/>
                                      <a:cs typeface="Cambria Math"/>
                                      <a:sym typeface="Cambria Math"/>
                                    </a:rPr>
                                    <m:t xml:space="preserve">-2</m:t>
                                  </m:r>
                                </m:sup>
                              </m:sSup>
                              <m:sSup>
                                <m:sSupPr/>
                                <m:e>
                                  <m:r>
                                    <a:rPr kumimoji="0" lang="en-IN" sz="4000" b="0" i="0" u="none" strike="noStrike" kern="0" cap="none" spc="0" normalizeH="0" baseline="0" noProof="0" dirty="0">
                                      <a:ln>
                                        <a:noFill/>
                                      </a:ln>
                                      <a:solidFill>
                                        <a:srgbClr val="000000"/>
                                      </a:solidFill>
                                      <a:effectLst/>
                                      <a:uLnTx/>
                                      <a:uFillTx/>
                                      <a:latin typeface="Cambria Math"/>
                                      <a:ea typeface="Cambria Math"/>
                                      <a:cs typeface="Cambria Math"/>
                                      <a:sym typeface="Cambria Math"/>
                                    </a:rPr>
                                    <m:t xml:space="preserve">A</m:t>
                                  </m:r>
                                </m:e>
                                <m:sup>
                                  <m:r>
                                    <a:rPr kumimoji="0" lang="en-IN" sz="4000" b="0" i="0" u="none" strike="noStrike" kern="0" cap="none" spc="0" normalizeH="0" baseline="0" noProof="0" dirty="0">
                                      <a:ln>
                                        <a:noFill/>
                                      </a:ln>
                                      <a:solidFill>
                                        <a:srgbClr val="000000"/>
                                      </a:solidFill>
                                      <a:effectLst/>
                                      <a:uLnTx/>
                                      <a:uFillTx/>
                                      <a:latin typeface="Cambria Math"/>
                                      <a:ea typeface="Cambria Math"/>
                                      <a:cs typeface="Cambria Math"/>
                                      <a:sym typeface="Cambria Math"/>
                                    </a:rPr>
                                    <m:t xml:space="preserve">-2</m:t>
                                  </m:r>
                                </m:sup>
                              </m:sSup>
                              <m:r>
                                <a:rPr kumimoji="0" lang="en-IN" sz="4000" b="0" i="0" u="none" strike="noStrike" kern="0" cap="none" spc="0" normalizeH="0" baseline="0" noProof="0" dirty="0">
                                  <a:ln>
                                    <a:noFill/>
                                  </a:ln>
                                  <a:solidFill>
                                    <a:srgbClr val="000000"/>
                                  </a:solidFill>
                                  <a:effectLst/>
                                  <a:uLnTx/>
                                  <a:uFillTx/>
                                  <a:latin typeface="Cambria Math"/>
                                  <a:ea typeface="Cambria Math"/>
                                  <a:cs typeface="Cambria Math"/>
                                  <a:sym typeface="Cambria Math"/>
                                </a:rPr>
                                <m:t xml:space="preserve">] </m:t>
                              </m:r>
                            </m:oMath>
                          </a14:m>
                        </mc:Choice>
                        <mc:Fallback>
                          <a:r>
                            <a:rPr kumimoji="0" lang="en-IN" sz="4000" b="0" i="0" u="none" strike="noStrike" kern="0" cap="none" spc="0" normalizeH="0" baseline="0" noProof="0" dirty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uLnTx/>
                              <a:uFillTx/>
                              <a:latin typeface="Cambria"/>
                              <a:ea typeface="Cambria"/>
                              <a:cs typeface="+mn-cs"/>
                              <a:sym typeface="Arial"/>
                            </a:rPr>
                            <a:t> [M</a:t>
                          </a:r>
                          <a:r>
                            <a:rPr kumimoji="0" lang="en-IN" sz="2880" b="0" i="0" u="none" strike="noStrike" kern="0" cap="none" spc="0" normalizeH="0" baseline="52000" noProof="0" dirty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uLnTx/>
                              <a:uFillTx/>
                              <a:latin typeface="Cambria"/>
                              <a:ea typeface="Cambria"/>
                              <a:cs typeface="+mn-cs"/>
                              <a:sym typeface="Arial"/>
                            </a:rPr>
                            <a:t>1</a:t>
                          </a:r>
                          <a:r>
                            <a:rPr kumimoji="0" lang="en-IN" sz="4000" b="0" i="0" u="none" strike="noStrike" kern="0" cap="none" spc="0" normalizeH="0" baseline="0" noProof="0" dirty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uLnTx/>
                              <a:uFillTx/>
                              <a:latin typeface="Cambria"/>
                              <a:ea typeface="Cambria"/>
                              <a:cs typeface="+mn-cs"/>
                              <a:sym typeface="Arial"/>
                            </a:rPr>
                            <a:t> L</a:t>
                          </a:r>
                          <a:r>
                            <a:rPr kumimoji="0" lang="en-IN" sz="2880" b="0" i="0" u="none" strike="noStrike" kern="0" cap="none" spc="0" normalizeH="0" baseline="52000" noProof="0" dirty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uLnTx/>
                              <a:uFillTx/>
                              <a:latin typeface="Cambria"/>
                              <a:ea typeface="Cambria"/>
                              <a:cs typeface="+mn-cs"/>
                              <a:sym typeface="Arial"/>
                            </a:rPr>
                            <a:t>1</a:t>
                          </a:r>
                          <a:r>
                            <a:rPr kumimoji="0" lang="en-IN" sz="4000" b="0" i="0" u="none" strike="noStrike" kern="0" cap="none" spc="0" normalizeH="0" baseline="0" noProof="0" dirty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uLnTx/>
                              <a:uFillTx/>
                              <a:latin typeface="Cambria"/>
                              <a:ea typeface="Cambria"/>
                              <a:cs typeface="+mn-cs"/>
                              <a:sym typeface="Arial"/>
                            </a:rPr>
                            <a:t> T</a:t>
                          </a:r>
                          <a:r>
                            <a:rPr kumimoji="0" lang="en-IN" sz="2880" b="0" i="0" u="none" strike="noStrike" kern="0" cap="none" spc="0" normalizeH="0" baseline="52000" noProof="0" dirty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uLnTx/>
                              <a:uFillTx/>
                              <a:latin typeface="Cambria"/>
                              <a:ea typeface="Cambria"/>
                              <a:cs typeface="+mn-cs"/>
                              <a:sym typeface="Arial"/>
                            </a:rPr>
                            <a:t>-2</a:t>
                          </a:r>
                          <a:r>
                            <a:rPr kumimoji="0" lang="en-IN" sz="4000" b="0" i="0" u="none" strike="noStrike" kern="0" cap="none" spc="0" normalizeH="0" baseline="0" noProof="0" dirty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uLnTx/>
                              <a:uFillTx/>
                              <a:latin typeface="Cambria"/>
                              <a:ea typeface="Cambria"/>
                              <a:cs typeface="+mn-cs"/>
                              <a:sym typeface="Arial"/>
                            </a:rPr>
                            <a:t>A</a:t>
                          </a:r>
                          <a:r>
                            <a:rPr kumimoji="0" lang="en-IN" sz="2880" b="0" i="0" u="none" strike="noStrike" kern="0" cap="none" spc="0" normalizeH="0" baseline="52000" noProof="0" dirty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uLnTx/>
                              <a:uFillTx/>
                              <a:latin typeface="Cambria"/>
                              <a:ea typeface="Cambria"/>
                              <a:cs typeface="+mn-cs"/>
                              <a:sym typeface="Arial"/>
                            </a:rPr>
                            <a:t>-2</a:t>
                          </a:r>
                          <a:r>
                            <a:rPr kumimoji="0" lang="en-IN" sz="4000" b="0" i="0" u="none" strike="noStrike" kern="0" cap="none" spc="0" normalizeH="0" baseline="0" noProof="0" dirty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uLnTx/>
                              <a:uFillTx/>
                              <a:latin typeface="Cambria"/>
                              <a:ea typeface="Cambria"/>
                              <a:cs typeface="+mn-cs"/>
                              <a:sym typeface="Arial"/>
                            </a:rPr>
                            <a:t>] </a:t>
                          </a:r>
                        </mc:Fallback>
                      </mc:AlternateContent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915218">
                <a:tc>
                  <a:txBody>
                    <a:bodyPr/>
                    <a:lstStyle/>
                    <a:p>
                      <a:pPr algn="l" marL="0" marR="0" lvl="0" indent="0" defTabSz="914400" rtl="0" eaLnBrk="1" fontAlgn="auto" latinLnBrk="0" hangingPunct="1">
                        <a:lnSpc>
                          <a:spcPct val="110000"/>
                        </a:lnSpc>
                        <a:spcBef>
                          <a:spcPts val="60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kumimoji="0" lang="en-IN" sz="4000" b="0" i="0" u="none" strike="noStrike" kern="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Cambria"/>
                          <a:ea typeface="Cambria"/>
                          <a:cs typeface="+mn-cs"/>
                          <a:sym typeface="Arial"/>
                        </a:rPr>
                        <a:t>B. Magnetic field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marL="0" marR="0" lvl="0" indent="0" defTabSz="914400" rtl="0" eaLnBrk="1" fontAlgn="auto" latinLnBrk="0" hangingPunct="1">
                        <a:lnSpc>
                          <a:spcPct val="110000"/>
                        </a:lnSpc>
                        <a:spcBef>
                          <a:spcPts val="60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kumimoji="0" lang="en-IN" sz="4000" b="0" i="0" u="none" strike="noStrike" kern="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Cambria"/>
                          <a:ea typeface="Cambria"/>
                          <a:cs typeface="+mn-cs"/>
                          <a:sym typeface="Arial"/>
                        </a:rPr>
                        <a:t>II. </a:t>
                      </a:r>
                      <mc:AlternateContent xmlns:mc="http://schemas.openxmlformats.org/markup-compatibility/2006">
                        <mc:Choice xmlns:a14="http://schemas.microsoft.com/office/drawing/2010/main" Requires="a14">
                          <a14:m xmlns:m="http://schemas.openxmlformats.org/officeDocument/2006/math">
                            <m:oMath>
                              <m:r>
                                <a:rPr kumimoji="0" lang="en-IN" sz="4000" b="0" i="0" u="none" strike="noStrike" kern="0" cap="none" spc="0" normalizeH="0" baseline="0" noProof="0" dirty="0">
                                  <a:ln>
                                    <a:noFill/>
                                  </a:ln>
                                  <a:solidFill>
                                    <a:srgbClr val="000000"/>
                                  </a:solidFill>
                                  <a:effectLst/>
                                  <a:uLnTx/>
                                  <a:uFillTx/>
                                  <a:latin typeface="Cambria Math"/>
                                  <a:ea typeface="Cambria Math"/>
                                  <a:cs typeface="Cambria Math"/>
                                  <a:sym typeface="Cambria Math"/>
                                </a:rPr>
                                <m:t xml:space="preserve"> [</m:t>
                              </m:r>
                              <m:sSup>
                                <m:sSupPr/>
                                <m:e>
                                  <m:r>
                                    <a:rPr kumimoji="0" lang="en-IN" sz="4000" b="0" i="0" u="none" strike="noStrike" kern="0" cap="none" spc="0" normalizeH="0" baseline="0" noProof="0" dirty="0">
                                      <a:ln>
                                        <a:noFill/>
                                      </a:ln>
                                      <a:solidFill>
                                        <a:srgbClr val="000000"/>
                                      </a:solidFill>
                                      <a:effectLst/>
                                      <a:uLnTx/>
                                      <a:uFillTx/>
                                      <a:latin typeface="Cambria Math"/>
                                      <a:ea typeface="Cambria Math"/>
                                      <a:cs typeface="Cambria Math"/>
                                      <a:sym typeface="Cambria Math"/>
                                    </a:rPr>
                                    <m:t xml:space="preserve">L</m:t>
                                  </m:r>
                                </m:e>
                                <m:sup>
                                  <m:r>
                                    <a:rPr kumimoji="0" lang="en-IN" sz="4000" b="0" i="0" u="none" strike="noStrike" kern="0" cap="none" spc="0" normalizeH="0" baseline="0" noProof="0" dirty="0">
                                      <a:ln>
                                        <a:noFill/>
                                      </a:ln>
                                      <a:solidFill>
                                        <a:srgbClr val="000000"/>
                                      </a:solidFill>
                                      <a:effectLst/>
                                      <a:uLnTx/>
                                      <a:uFillTx/>
                                      <a:latin typeface="Cambria Math"/>
                                      <a:ea typeface="Cambria Math"/>
                                      <a:cs typeface="Cambria Math"/>
                                      <a:sym typeface="Cambria Math"/>
                                    </a:rPr>
                                    <m:t xml:space="preserve">2</m:t>
                                  </m:r>
                                </m:sup>
                              </m:sSup>
                              <m:r>
                                <a:rPr kumimoji="0" lang="en-IN" sz="4000" b="0" i="0" u="none" strike="noStrike" kern="0" cap="none" spc="0" normalizeH="0" baseline="0" noProof="0" dirty="0">
                                  <a:ln>
                                    <a:noFill/>
                                  </a:ln>
                                  <a:solidFill>
                                    <a:srgbClr val="000000"/>
                                  </a:solidFill>
                                  <a:effectLst/>
                                  <a:uLnTx/>
                                  <a:uFillTx/>
                                  <a:latin typeface="Cambria Math"/>
                                  <a:ea typeface="Cambria Math"/>
                                  <a:cs typeface="Cambria Math"/>
                                  <a:sym typeface="Cambria Math"/>
                                </a:rPr>
                                <m:t xml:space="preserve"> </m:t>
                              </m:r>
                              <m:sSup>
                                <m:sSupPr/>
                                <m:e>
                                  <m:r>
                                    <a:rPr kumimoji="0" lang="en-IN" sz="4000" b="0" i="0" u="none" strike="noStrike" kern="0" cap="none" spc="0" normalizeH="0" baseline="0" noProof="0" dirty="0">
                                      <a:ln>
                                        <a:noFill/>
                                      </a:ln>
                                      <a:solidFill>
                                        <a:srgbClr val="000000"/>
                                      </a:solidFill>
                                      <a:effectLst/>
                                      <a:uLnTx/>
                                      <a:uFillTx/>
                                      <a:latin typeface="Cambria Math"/>
                                      <a:ea typeface="Cambria Math"/>
                                      <a:cs typeface="Cambria Math"/>
                                      <a:sym typeface="Cambria Math"/>
                                    </a:rPr>
                                    <m:t xml:space="preserve">A</m:t>
                                  </m:r>
                                </m:e>
                                <m:sup>
                                  <m:r>
                                    <a:rPr kumimoji="0" lang="en-IN" sz="4000" b="0" i="0" u="none" strike="noStrike" kern="0" cap="none" spc="0" normalizeH="0" baseline="0" noProof="0" dirty="0">
                                      <a:ln>
                                        <a:noFill/>
                                      </a:ln>
                                      <a:solidFill>
                                        <a:srgbClr val="000000"/>
                                      </a:solidFill>
                                      <a:effectLst/>
                                      <a:uLnTx/>
                                      <a:uFillTx/>
                                      <a:latin typeface="Cambria Math"/>
                                      <a:ea typeface="Cambria Math"/>
                                      <a:cs typeface="Cambria Math"/>
                                      <a:sym typeface="Cambria Math"/>
                                    </a:rPr>
                                    <m:t xml:space="preserve">1</m:t>
                                  </m:r>
                                </m:sup>
                              </m:sSup>
                              <m:r>
                                <a:rPr kumimoji="0" lang="en-IN" sz="4000" b="0" i="0" u="none" strike="noStrike" kern="0" cap="none" spc="0" normalizeH="0" baseline="0" noProof="0" dirty="0">
                                  <a:ln>
                                    <a:noFill/>
                                  </a:ln>
                                  <a:solidFill>
                                    <a:srgbClr val="000000"/>
                                  </a:solidFill>
                                  <a:effectLst/>
                                  <a:uLnTx/>
                                  <a:uFillTx/>
                                  <a:latin typeface="Cambria Math"/>
                                  <a:ea typeface="Cambria Math"/>
                                  <a:cs typeface="Cambria Math"/>
                                  <a:sym typeface="Cambria Math"/>
                                </a:rPr>
                                <m:t xml:space="preserve">] </m:t>
                              </m:r>
                            </m:oMath>
                          </a14:m>
                        </mc:Choice>
                        <mc:Fallback>
                          <a:r>
                            <a:rPr kumimoji="0" lang="en-IN" sz="4000" b="0" i="0" u="none" strike="noStrike" kern="0" cap="none" spc="0" normalizeH="0" baseline="0" noProof="0" dirty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uLnTx/>
                              <a:uFillTx/>
                              <a:latin typeface="Cambria"/>
                              <a:ea typeface="Cambria"/>
                              <a:cs typeface="+mn-cs"/>
                              <a:sym typeface="Arial"/>
                            </a:rPr>
                            <a:t> [L</a:t>
                          </a:r>
                          <a:r>
                            <a:rPr kumimoji="0" lang="en-IN" sz="2880" b="0" i="0" u="none" strike="noStrike" kern="0" cap="none" spc="0" normalizeH="0" baseline="52000" noProof="0" dirty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uLnTx/>
                              <a:uFillTx/>
                              <a:latin typeface="Cambria"/>
                              <a:ea typeface="Cambria"/>
                              <a:cs typeface="+mn-cs"/>
                              <a:sym typeface="Arial"/>
                            </a:rPr>
                            <a:t>2</a:t>
                          </a:r>
                          <a:r>
                            <a:rPr kumimoji="0" lang="en-IN" sz="4000" b="0" i="0" u="none" strike="noStrike" kern="0" cap="none" spc="0" normalizeH="0" baseline="0" noProof="0" dirty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uLnTx/>
                              <a:uFillTx/>
                              <a:latin typeface="Cambria"/>
                              <a:ea typeface="Cambria"/>
                              <a:cs typeface="+mn-cs"/>
                              <a:sym typeface="Arial"/>
                            </a:rPr>
                            <a:t> A</a:t>
                          </a:r>
                          <a:r>
                            <a:rPr kumimoji="0" lang="en-IN" sz="2880" b="0" i="0" u="none" strike="noStrike" kern="0" cap="none" spc="0" normalizeH="0" baseline="52000" noProof="0" dirty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uLnTx/>
                              <a:uFillTx/>
                              <a:latin typeface="Cambria"/>
                              <a:ea typeface="Cambria"/>
                              <a:cs typeface="+mn-cs"/>
                              <a:sym typeface="Arial"/>
                            </a:rPr>
                            <a:t>1</a:t>
                          </a:r>
                          <a:r>
                            <a:rPr kumimoji="0" lang="en-IN" sz="4000" b="0" i="0" u="none" strike="noStrike" kern="0" cap="none" spc="0" normalizeH="0" baseline="0" noProof="0" dirty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uLnTx/>
                              <a:uFillTx/>
                              <a:latin typeface="Cambria"/>
                              <a:ea typeface="Cambria"/>
                              <a:cs typeface="+mn-cs"/>
                              <a:sym typeface="Arial"/>
                            </a:rPr>
                            <a:t>] </a:t>
                          </a:r>
                        </mc:Fallback>
                      </mc:AlternateContent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915218">
                <a:tc>
                  <a:txBody>
                    <a:bodyPr/>
                    <a:lstStyle/>
                    <a:p>
                      <a:pPr algn="l" marL="0" marR="0" lvl="0" indent="0" defTabSz="914400" rtl="0" eaLnBrk="1" fontAlgn="auto" latinLnBrk="0" hangingPunct="1">
                        <a:lnSpc>
                          <a:spcPct val="110000"/>
                        </a:lnSpc>
                        <a:spcBef>
                          <a:spcPts val="60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kumimoji="0" lang="en-IN" sz="4000" b="0" i="0" u="none" strike="noStrike" kern="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Cambria"/>
                          <a:ea typeface="Cambria"/>
                          <a:cs typeface="+mn-cs"/>
                          <a:sym typeface="Arial"/>
                        </a:rPr>
                        <a:t>C. Magnetic moment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marL="0" marR="0" lvl="0" indent="0" defTabSz="914400" rtl="0" eaLnBrk="1" fontAlgn="auto" latinLnBrk="0" hangingPunct="1">
                        <a:lnSpc>
                          <a:spcPct val="110000"/>
                        </a:lnSpc>
                        <a:spcBef>
                          <a:spcPts val="60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kumimoji="0" lang="en-IN" sz="4000" b="0" i="0" u="none" strike="noStrike" kern="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Cambria"/>
                          <a:ea typeface="Cambria"/>
                          <a:cs typeface="+mn-cs"/>
                          <a:sym typeface="Arial"/>
                        </a:rPr>
                        <a:t>III. </a:t>
                      </a:r>
                      <mc:AlternateContent xmlns:mc="http://schemas.openxmlformats.org/markup-compatibility/2006">
                        <mc:Choice xmlns:a14="http://schemas.microsoft.com/office/drawing/2010/main" Requires="a14">
                          <a14:m xmlns:m="http://schemas.openxmlformats.org/officeDocument/2006/math">
                            <m:oMath>
                              <m:r>
                                <a:rPr kumimoji="0" lang="en-IN" sz="4000" b="0" i="0" u="none" strike="noStrike" kern="0" cap="none" spc="0" normalizeH="0" baseline="0" noProof="0" dirty="0">
                                  <a:ln>
                                    <a:noFill/>
                                  </a:ln>
                                  <a:solidFill>
                                    <a:srgbClr val="000000"/>
                                  </a:solidFill>
                                  <a:effectLst/>
                                  <a:uLnTx/>
                                  <a:uFillTx/>
                                  <a:latin typeface="Cambria Math"/>
                                  <a:ea typeface="Cambria Math"/>
                                  <a:cs typeface="Cambria Math"/>
                                  <a:sym typeface="Cambria Math"/>
                                </a:rPr>
                                <m:t xml:space="preserve"> [</m:t>
                              </m:r>
                              <m:sSup>
                                <m:sSupPr/>
                                <m:e>
                                  <m:r>
                                    <a:rPr kumimoji="0" lang="en-IN" sz="4000" b="0" i="0" u="none" strike="noStrike" kern="0" cap="none" spc="0" normalizeH="0" baseline="0" noProof="0" dirty="0">
                                      <a:ln>
                                        <a:noFill/>
                                      </a:ln>
                                      <a:solidFill>
                                        <a:srgbClr val="000000"/>
                                      </a:solidFill>
                                      <a:effectLst/>
                                      <a:uLnTx/>
                                      <a:uFillTx/>
                                      <a:latin typeface="Cambria Math"/>
                                      <a:ea typeface="Cambria Math"/>
                                      <a:cs typeface="Cambria Math"/>
                                      <a:sym typeface="Cambria Math"/>
                                    </a:rPr>
                                    <m:t xml:space="preserve">M</m:t>
                                  </m:r>
                                </m:e>
                                <m:sup>
                                  <m:r>
                                    <a:rPr kumimoji="0" lang="en-IN" sz="4000" b="0" i="0" u="none" strike="noStrike" kern="0" cap="none" spc="0" normalizeH="0" baseline="0" noProof="0" dirty="0">
                                      <a:ln>
                                        <a:noFill/>
                                      </a:ln>
                                      <a:solidFill>
                                        <a:srgbClr val="000000"/>
                                      </a:solidFill>
                                      <a:effectLst/>
                                      <a:uLnTx/>
                                      <a:uFillTx/>
                                      <a:latin typeface="Cambria Math"/>
                                      <a:ea typeface="Cambria Math"/>
                                      <a:cs typeface="Cambria Math"/>
                                      <a:sym typeface="Cambria Math"/>
                                    </a:rPr>
                                    <m:t xml:space="preserve">1</m:t>
                                  </m:r>
                                </m:sup>
                              </m:sSup>
                              <m:r>
                                <a:rPr kumimoji="0" lang="en-IN" sz="4000" b="0" i="0" u="none" strike="noStrike" kern="0" cap="none" spc="0" normalizeH="0" baseline="0" noProof="0" dirty="0">
                                  <a:ln>
                                    <a:noFill/>
                                  </a:ln>
                                  <a:solidFill>
                                    <a:srgbClr val="000000"/>
                                  </a:solidFill>
                                  <a:effectLst/>
                                  <a:uLnTx/>
                                  <a:uFillTx/>
                                  <a:latin typeface="Cambria Math"/>
                                  <a:ea typeface="Cambria Math"/>
                                  <a:cs typeface="Cambria Math"/>
                                  <a:sym typeface="Cambria Math"/>
                                </a:rPr>
                                <m:t xml:space="preserve"> </m:t>
                              </m:r>
                              <m:sSup>
                                <m:sSupPr/>
                                <m:e>
                                  <m:r>
                                    <a:rPr kumimoji="0" lang="en-IN" sz="4000" b="0" i="0" u="none" strike="noStrike" kern="0" cap="none" spc="0" normalizeH="0" baseline="0" noProof="0" dirty="0">
                                      <a:ln>
                                        <a:noFill/>
                                      </a:ln>
                                      <a:solidFill>
                                        <a:srgbClr val="000000"/>
                                      </a:solidFill>
                                      <a:effectLst/>
                                      <a:uLnTx/>
                                      <a:uFillTx/>
                                      <a:latin typeface="Cambria Math"/>
                                      <a:ea typeface="Cambria Math"/>
                                      <a:cs typeface="Cambria Math"/>
                                      <a:sym typeface="Cambria Math"/>
                                    </a:rPr>
                                    <m:t xml:space="preserve">T</m:t>
                                  </m:r>
                                </m:e>
                                <m:sup>
                                  <m:r>
                                    <a:rPr kumimoji="0" lang="en-IN" sz="4000" b="0" i="0" u="none" strike="noStrike" kern="0" cap="none" spc="0" normalizeH="0" baseline="0" noProof="0" dirty="0">
                                      <a:ln>
                                        <a:noFill/>
                                      </a:ln>
                                      <a:solidFill>
                                        <a:srgbClr val="000000"/>
                                      </a:solidFill>
                                      <a:effectLst/>
                                      <a:uLnTx/>
                                      <a:uFillTx/>
                                      <a:latin typeface="Cambria Math"/>
                                      <a:ea typeface="Cambria Math"/>
                                      <a:cs typeface="Cambria Math"/>
                                      <a:sym typeface="Cambria Math"/>
                                    </a:rPr>
                                    <m:t xml:space="preserve">-2</m:t>
                                  </m:r>
                                </m:sup>
                              </m:sSup>
                              <m:sSup>
                                <m:sSupPr/>
                                <m:e>
                                  <m:r>
                                    <a:rPr kumimoji="0" lang="en-IN" sz="4000" b="0" i="0" u="none" strike="noStrike" kern="0" cap="none" spc="0" normalizeH="0" baseline="0" noProof="0" dirty="0">
                                      <a:ln>
                                        <a:noFill/>
                                      </a:ln>
                                      <a:solidFill>
                                        <a:srgbClr val="000000"/>
                                      </a:solidFill>
                                      <a:effectLst/>
                                      <a:uLnTx/>
                                      <a:uFillTx/>
                                      <a:latin typeface="Cambria Math"/>
                                      <a:ea typeface="Cambria Math"/>
                                      <a:cs typeface="Cambria Math"/>
                                      <a:sym typeface="Cambria Math"/>
                                    </a:rPr>
                                    <m:t xml:space="preserve">A</m:t>
                                  </m:r>
                                </m:e>
                                <m:sup>
                                  <m:r>
                                    <a:rPr kumimoji="0" lang="en-IN" sz="4000" b="0" i="0" u="none" strike="noStrike" kern="0" cap="none" spc="0" normalizeH="0" baseline="0" noProof="0" dirty="0">
                                      <a:ln>
                                        <a:noFill/>
                                      </a:ln>
                                      <a:solidFill>
                                        <a:srgbClr val="000000"/>
                                      </a:solidFill>
                                      <a:effectLst/>
                                      <a:uLnTx/>
                                      <a:uFillTx/>
                                      <a:latin typeface="Cambria Math"/>
                                      <a:ea typeface="Cambria Math"/>
                                      <a:cs typeface="Cambria Math"/>
                                      <a:sym typeface="Cambria Math"/>
                                    </a:rPr>
                                    <m:t xml:space="preserve">-1</m:t>
                                  </m:r>
                                </m:sup>
                              </m:sSup>
                              <m:r>
                                <a:rPr kumimoji="0" lang="en-IN" sz="4000" b="0" i="0" u="none" strike="noStrike" kern="0" cap="none" spc="0" normalizeH="0" baseline="0" noProof="0" dirty="0">
                                  <a:ln>
                                    <a:noFill/>
                                  </a:ln>
                                  <a:solidFill>
                                    <a:srgbClr val="000000"/>
                                  </a:solidFill>
                                  <a:effectLst/>
                                  <a:uLnTx/>
                                  <a:uFillTx/>
                                  <a:latin typeface="Cambria Math"/>
                                  <a:ea typeface="Cambria Math"/>
                                  <a:cs typeface="Cambria Math"/>
                                  <a:sym typeface="Cambria Math"/>
                                </a:rPr>
                                <m:t xml:space="preserve">] </m:t>
                              </m:r>
                            </m:oMath>
                          </a14:m>
                        </mc:Choice>
                        <mc:Fallback>
                          <a:r>
                            <a:rPr kumimoji="0" lang="en-IN" sz="4000" b="0" i="0" u="none" strike="noStrike" kern="0" cap="none" spc="0" normalizeH="0" baseline="0" noProof="0" dirty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uLnTx/>
                              <a:uFillTx/>
                              <a:latin typeface="Cambria"/>
                              <a:ea typeface="Cambria"/>
                              <a:cs typeface="+mn-cs"/>
                              <a:sym typeface="Arial"/>
                            </a:rPr>
                            <a:t> [M</a:t>
                          </a:r>
                          <a:r>
                            <a:rPr kumimoji="0" lang="en-IN" sz="2880" b="0" i="0" u="none" strike="noStrike" kern="0" cap="none" spc="0" normalizeH="0" baseline="52000" noProof="0" dirty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uLnTx/>
                              <a:uFillTx/>
                              <a:latin typeface="Cambria"/>
                              <a:ea typeface="Cambria"/>
                              <a:cs typeface="+mn-cs"/>
                              <a:sym typeface="Arial"/>
                            </a:rPr>
                            <a:t>1</a:t>
                          </a:r>
                          <a:r>
                            <a:rPr kumimoji="0" lang="en-IN" sz="4000" b="0" i="0" u="none" strike="noStrike" kern="0" cap="none" spc="0" normalizeH="0" baseline="0" noProof="0" dirty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uLnTx/>
                              <a:uFillTx/>
                              <a:latin typeface="Cambria"/>
                              <a:ea typeface="Cambria"/>
                              <a:cs typeface="+mn-cs"/>
                              <a:sym typeface="Arial"/>
                            </a:rPr>
                            <a:t> T</a:t>
                          </a:r>
                          <a:r>
                            <a:rPr kumimoji="0" lang="en-IN" sz="2880" b="0" i="0" u="none" strike="noStrike" kern="0" cap="none" spc="0" normalizeH="0" baseline="52000" noProof="0" dirty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uLnTx/>
                              <a:uFillTx/>
                              <a:latin typeface="Cambria"/>
                              <a:ea typeface="Cambria"/>
                              <a:cs typeface="+mn-cs"/>
                              <a:sym typeface="Arial"/>
                            </a:rPr>
                            <a:t>-2</a:t>
                          </a:r>
                          <a:r>
                            <a:rPr kumimoji="0" lang="en-IN" sz="4000" b="0" i="0" u="none" strike="noStrike" kern="0" cap="none" spc="0" normalizeH="0" baseline="0" noProof="0" dirty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uLnTx/>
                              <a:uFillTx/>
                              <a:latin typeface="Cambria"/>
                              <a:ea typeface="Cambria"/>
                              <a:cs typeface="+mn-cs"/>
                              <a:sym typeface="Arial"/>
                            </a:rPr>
                            <a:t>A</a:t>
                          </a:r>
                          <a:r>
                            <a:rPr kumimoji="0" lang="en-IN" sz="2880" b="0" i="0" u="none" strike="noStrike" kern="0" cap="none" spc="0" normalizeH="0" baseline="52000" noProof="0" dirty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uLnTx/>
                              <a:uFillTx/>
                              <a:latin typeface="Cambria"/>
                              <a:ea typeface="Cambria"/>
                              <a:cs typeface="+mn-cs"/>
                              <a:sym typeface="Arial"/>
                            </a:rPr>
                            <a:t>-1</a:t>
                          </a:r>
                          <a:r>
                            <a:rPr kumimoji="0" lang="en-IN" sz="4000" b="0" i="0" u="none" strike="noStrike" kern="0" cap="none" spc="0" normalizeH="0" baseline="0" noProof="0" dirty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uLnTx/>
                              <a:uFillTx/>
                              <a:latin typeface="Cambria"/>
                              <a:ea typeface="Cambria"/>
                              <a:cs typeface="+mn-cs"/>
                              <a:sym typeface="Arial"/>
                            </a:rPr>
                            <a:t>] </a:t>
                          </a:r>
                        </mc:Fallback>
                      </mc:AlternateContent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915218">
                <a:tc>
                  <a:txBody>
                    <a:bodyPr/>
                    <a:lstStyle/>
                    <a:p>
                      <a:pPr algn="l" marL="0" marR="0" lvl="0" indent="0" defTabSz="914400" rtl="0" eaLnBrk="1" fontAlgn="auto" latinLnBrk="0" hangingPunct="1">
                        <a:lnSpc>
                          <a:spcPct val="110000"/>
                        </a:lnSpc>
                        <a:spcBef>
                          <a:spcPts val="60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kumimoji="0" lang="en-IN" sz="4000" b="0" i="0" u="none" strike="noStrike" kern="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Cambria"/>
                          <a:ea typeface="Cambria"/>
                          <a:cs typeface="+mn-cs"/>
                          <a:sym typeface="Arial"/>
                        </a:rPr>
                        <a:t>D. Permeability of free space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marL="0" marR="0" lvl="0" indent="0" defTabSz="914400" rtl="0" eaLnBrk="1" fontAlgn="auto" latinLnBrk="0" hangingPunct="1">
                        <a:lnSpc>
                          <a:spcPct val="110000"/>
                        </a:lnSpc>
                        <a:spcBef>
                          <a:spcPts val="60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kumimoji="0" lang="en-IN" sz="4000" b="0" i="0" u="none" strike="noStrike" kern="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Cambria"/>
                          <a:ea typeface="Cambria"/>
                          <a:cs typeface="+mn-cs"/>
                          <a:sym typeface="Arial"/>
                        </a:rPr>
                        <a:t>IV. </a:t>
                      </a:r>
                      <mc:AlternateContent xmlns:mc="http://schemas.openxmlformats.org/markup-compatibility/2006">
                        <mc:Choice xmlns:a14="http://schemas.microsoft.com/office/drawing/2010/main" Requires="a14">
                          <a14:m xmlns:m="http://schemas.openxmlformats.org/officeDocument/2006/math">
                            <m:oMath>
                              <m:r>
                                <a:rPr kumimoji="0" lang="en-IN" sz="4000" b="0" i="0" u="none" strike="noStrike" kern="0" cap="none" spc="0" normalizeH="0" baseline="0" noProof="0" dirty="0">
                                  <a:ln>
                                    <a:noFill/>
                                  </a:ln>
                                  <a:solidFill>
                                    <a:srgbClr val="000000"/>
                                  </a:solidFill>
                                  <a:effectLst/>
                                  <a:uLnTx/>
                                  <a:uFillTx/>
                                  <a:latin typeface="Cambria Math"/>
                                  <a:ea typeface="Cambria Math"/>
                                  <a:cs typeface="Cambria Math"/>
                                  <a:sym typeface="Cambria Math"/>
                                </a:rPr>
                                <m:t xml:space="preserve"> [</m:t>
                              </m:r>
                              <m:sSup>
                                <m:sSupPr/>
                                <m:e>
                                  <m:r>
                                    <a:rPr kumimoji="0" lang="en-IN" sz="4000" b="0" i="0" u="none" strike="noStrike" kern="0" cap="none" spc="0" normalizeH="0" baseline="0" noProof="0" dirty="0">
                                      <a:ln>
                                        <a:noFill/>
                                      </a:ln>
                                      <a:solidFill>
                                        <a:srgbClr val="000000"/>
                                      </a:solidFill>
                                      <a:effectLst/>
                                      <a:uLnTx/>
                                      <a:uFillTx/>
                                      <a:latin typeface="Cambria Math"/>
                                      <a:ea typeface="Cambria Math"/>
                                      <a:cs typeface="Cambria Math"/>
                                      <a:sym typeface="Cambria Math"/>
                                    </a:rPr>
                                    <m:t xml:space="preserve">M</m:t>
                                  </m:r>
                                </m:e>
                                <m:sup>
                                  <m:r>
                                    <a:rPr kumimoji="0" lang="en-IN" sz="4000" b="0" i="0" u="none" strike="noStrike" kern="0" cap="none" spc="0" normalizeH="0" baseline="0" noProof="0" dirty="0">
                                      <a:ln>
                                        <a:noFill/>
                                      </a:ln>
                                      <a:solidFill>
                                        <a:srgbClr val="000000"/>
                                      </a:solidFill>
                                      <a:effectLst/>
                                      <a:uLnTx/>
                                      <a:uFillTx/>
                                      <a:latin typeface="Cambria Math"/>
                                      <a:ea typeface="Cambria Math"/>
                                      <a:cs typeface="Cambria Math"/>
                                      <a:sym typeface="Cambria Math"/>
                                    </a:rPr>
                                    <m:t xml:space="preserve">1</m:t>
                                  </m:r>
                                </m:sup>
                              </m:sSup>
                              <m:r>
                                <a:rPr kumimoji="0" lang="en-IN" sz="4000" b="0" i="0" u="none" strike="noStrike" kern="0" cap="none" spc="0" normalizeH="0" baseline="0" noProof="0" dirty="0">
                                  <a:ln>
                                    <a:noFill/>
                                  </a:ln>
                                  <a:solidFill>
                                    <a:srgbClr val="000000"/>
                                  </a:solidFill>
                                  <a:effectLst/>
                                  <a:uLnTx/>
                                  <a:uFillTx/>
                                  <a:latin typeface="Cambria Math"/>
                                  <a:ea typeface="Cambria Math"/>
                                  <a:cs typeface="Cambria Math"/>
                                  <a:sym typeface="Cambria Math"/>
                                </a:rPr>
                                <m:t xml:space="preserve"> </m:t>
                              </m:r>
                              <m:sSup>
                                <m:sSupPr/>
                                <m:e>
                                  <m:r>
                                    <a:rPr kumimoji="0" lang="en-IN" sz="4000" b="0" i="0" u="none" strike="noStrike" kern="0" cap="none" spc="0" normalizeH="0" baseline="0" noProof="0" dirty="0">
                                      <a:ln>
                                        <a:noFill/>
                                      </a:ln>
                                      <a:solidFill>
                                        <a:srgbClr val="000000"/>
                                      </a:solidFill>
                                      <a:effectLst/>
                                      <a:uLnTx/>
                                      <a:uFillTx/>
                                      <a:latin typeface="Cambria Math"/>
                                      <a:ea typeface="Cambria Math"/>
                                      <a:cs typeface="Cambria Math"/>
                                      <a:sym typeface="Cambria Math"/>
                                    </a:rPr>
                                    <m:t xml:space="preserve">L</m:t>
                                  </m:r>
                                </m:e>
                                <m:sup>
                                  <m:r>
                                    <a:rPr kumimoji="0" lang="en-IN" sz="4000" b="0" i="0" u="none" strike="noStrike" kern="0" cap="none" spc="0" normalizeH="0" baseline="0" noProof="0" dirty="0">
                                      <a:ln>
                                        <a:noFill/>
                                      </a:ln>
                                      <a:solidFill>
                                        <a:srgbClr val="000000"/>
                                      </a:solidFill>
                                      <a:effectLst/>
                                      <a:uLnTx/>
                                      <a:uFillTx/>
                                      <a:latin typeface="Cambria Math"/>
                                      <a:ea typeface="Cambria Math"/>
                                      <a:cs typeface="Cambria Math"/>
                                      <a:sym typeface="Cambria Math"/>
                                    </a:rPr>
                                    <m:t xml:space="preserve">2</m:t>
                                  </m:r>
                                </m:sup>
                              </m:sSup>
                              <m:r>
                                <a:rPr kumimoji="0" lang="en-IN" sz="4000" b="0" i="0" u="none" strike="noStrike" kern="0" cap="none" spc="0" normalizeH="0" baseline="0" noProof="0" dirty="0">
                                  <a:ln>
                                    <a:noFill/>
                                  </a:ln>
                                  <a:solidFill>
                                    <a:srgbClr val="000000"/>
                                  </a:solidFill>
                                  <a:effectLst/>
                                  <a:uLnTx/>
                                  <a:uFillTx/>
                                  <a:latin typeface="Cambria Math"/>
                                  <a:ea typeface="Cambria Math"/>
                                  <a:cs typeface="Cambria Math"/>
                                  <a:sym typeface="Cambria Math"/>
                                </a:rPr>
                                <m:t xml:space="preserve"> </m:t>
                              </m:r>
                              <m:sSup>
                                <m:sSupPr/>
                                <m:e>
                                  <m:r>
                                    <a:rPr kumimoji="0" lang="en-IN" sz="4000" b="0" i="0" u="none" strike="noStrike" kern="0" cap="none" spc="0" normalizeH="0" baseline="0" noProof="0" dirty="0">
                                      <a:ln>
                                        <a:noFill/>
                                      </a:ln>
                                      <a:solidFill>
                                        <a:srgbClr val="000000"/>
                                      </a:solidFill>
                                      <a:effectLst/>
                                      <a:uLnTx/>
                                      <a:uFillTx/>
                                      <a:latin typeface="Cambria Math"/>
                                      <a:ea typeface="Cambria Math"/>
                                      <a:cs typeface="Cambria Math"/>
                                      <a:sym typeface="Cambria Math"/>
                                    </a:rPr>
                                    <m:t xml:space="preserve">T</m:t>
                                  </m:r>
                                </m:e>
                                <m:sup>
                                  <m:r>
                                    <a:rPr kumimoji="0" lang="en-IN" sz="4000" b="0" i="0" u="none" strike="noStrike" kern="0" cap="none" spc="0" normalizeH="0" baseline="0" noProof="0" dirty="0">
                                      <a:ln>
                                        <a:noFill/>
                                      </a:ln>
                                      <a:solidFill>
                                        <a:srgbClr val="000000"/>
                                      </a:solidFill>
                                      <a:effectLst/>
                                      <a:uLnTx/>
                                      <a:uFillTx/>
                                      <a:latin typeface="Cambria Math"/>
                                      <a:ea typeface="Cambria Math"/>
                                      <a:cs typeface="Cambria Math"/>
                                      <a:sym typeface="Cambria Math"/>
                                    </a:rPr>
                                    <m:t xml:space="preserve">-2</m:t>
                                  </m:r>
                                </m:sup>
                              </m:sSup>
                              <m:r>
                                <a:rPr kumimoji="0" lang="en-IN" sz="4000" b="0" i="0" u="none" strike="noStrike" kern="0" cap="none" spc="0" normalizeH="0" baseline="0" noProof="0" dirty="0">
                                  <a:ln>
                                    <a:noFill/>
                                  </a:ln>
                                  <a:solidFill>
                                    <a:srgbClr val="000000"/>
                                  </a:solidFill>
                                  <a:effectLst/>
                                  <a:uLnTx/>
                                  <a:uFillTx/>
                                  <a:latin typeface="Cambria Math"/>
                                  <a:ea typeface="Cambria Math"/>
                                  <a:cs typeface="Cambria Math"/>
                                  <a:sym typeface="Cambria Math"/>
                                </a:rPr>
                                <m:t xml:space="preserve">] </m:t>
                              </m:r>
                            </m:oMath>
                          </a14:m>
                        </mc:Choice>
                        <mc:Fallback>
                          <a:r>
                            <a:rPr kumimoji="0" lang="en-IN" sz="4000" b="0" i="0" u="none" strike="noStrike" kern="0" cap="none" spc="0" normalizeH="0" baseline="0" noProof="0" dirty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uLnTx/>
                              <a:uFillTx/>
                              <a:latin typeface="Cambria"/>
                              <a:ea typeface="Cambria"/>
                              <a:cs typeface="+mn-cs"/>
                              <a:sym typeface="Arial"/>
                            </a:rPr>
                            <a:t> [M</a:t>
                          </a:r>
                          <a:r>
                            <a:rPr kumimoji="0" lang="en-IN" sz="2880" b="0" i="0" u="none" strike="noStrike" kern="0" cap="none" spc="0" normalizeH="0" baseline="52000" noProof="0" dirty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uLnTx/>
                              <a:uFillTx/>
                              <a:latin typeface="Cambria"/>
                              <a:ea typeface="Cambria"/>
                              <a:cs typeface="+mn-cs"/>
                              <a:sym typeface="Arial"/>
                            </a:rPr>
                            <a:t>1</a:t>
                          </a:r>
                          <a:r>
                            <a:rPr kumimoji="0" lang="en-IN" sz="4000" b="0" i="0" u="none" strike="noStrike" kern="0" cap="none" spc="0" normalizeH="0" baseline="0" noProof="0" dirty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uLnTx/>
                              <a:uFillTx/>
                              <a:latin typeface="Cambria"/>
                              <a:ea typeface="Cambria"/>
                              <a:cs typeface="+mn-cs"/>
                              <a:sym typeface="Arial"/>
                            </a:rPr>
                            <a:t> L</a:t>
                          </a:r>
                          <a:r>
                            <a:rPr kumimoji="0" lang="en-IN" sz="2880" b="0" i="0" u="none" strike="noStrike" kern="0" cap="none" spc="0" normalizeH="0" baseline="52000" noProof="0" dirty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uLnTx/>
                              <a:uFillTx/>
                              <a:latin typeface="Cambria"/>
                              <a:ea typeface="Cambria"/>
                              <a:cs typeface="+mn-cs"/>
                              <a:sym typeface="Arial"/>
                            </a:rPr>
                            <a:t>2</a:t>
                          </a:r>
                          <a:r>
                            <a:rPr kumimoji="0" lang="en-IN" sz="4000" b="0" i="0" u="none" strike="noStrike" kern="0" cap="none" spc="0" normalizeH="0" baseline="0" noProof="0" dirty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uLnTx/>
                              <a:uFillTx/>
                              <a:latin typeface="Cambria"/>
                              <a:ea typeface="Cambria"/>
                              <a:cs typeface="+mn-cs"/>
                              <a:sym typeface="Arial"/>
                            </a:rPr>
                            <a:t> T</a:t>
                          </a:r>
                          <a:r>
                            <a:rPr kumimoji="0" lang="en-IN" sz="2880" b="0" i="0" u="none" strike="noStrike" kern="0" cap="none" spc="0" normalizeH="0" baseline="52000" noProof="0" dirty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uLnTx/>
                              <a:uFillTx/>
                              <a:latin typeface="Cambria"/>
                              <a:ea typeface="Cambria"/>
                              <a:cs typeface="+mn-cs"/>
                              <a:sym typeface="Arial"/>
                            </a:rPr>
                            <a:t>-2</a:t>
                          </a:r>
                          <a:r>
                            <a:rPr kumimoji="0" lang="en-IN" sz="4000" b="0" i="0" u="none" strike="noStrike" kern="0" cap="none" spc="0" normalizeH="0" baseline="0" noProof="0" dirty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uLnTx/>
                              <a:uFillTx/>
                              <a:latin typeface="Cambria"/>
                              <a:ea typeface="Cambria"/>
                              <a:cs typeface="+mn-cs"/>
                              <a:sym typeface="Arial"/>
                            </a:rPr>
                            <a:t>] </a:t>
                          </a:r>
                        </mc:Fallback>
                      </mc:AlternateContent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</p:spTree>
  </p:cSld>
  <p:clrMapOvr>
    <a:masterClrMapping/>
  </p:clrMapOvr>
  <p:transition spd="slow">
    <p:push/>
  </p:transition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Google Shape;129;p29"/>
          <p:cNvSpPr txBox="1"/>
          <p:nvPr/>
        </p:nvSpPr>
        <p:spPr>
          <a:xfrm>
            <a:off x="1104806" y="2396709"/>
            <a:ext cx="34747200" cy="34747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algn="l" marL="0" lvl="0" indent="0">
              <a:buSzPts val="8400"/>
              <a:buFont typeface="Arial"/>
              <a:buNone/>
            </a:pPr>
            <a:r>
              <a:rPr lang="en-IN" sz="6000" b="1" dirty="0">
                <a:solidFill>
                  <a:schemeClr val="lt1"/>
                </a:solidFill>
                <a:latin typeface="Cambria"/>
                <a:ea typeface="Cambria"/>
                <a:sym typeface="Cambria"/>
              </a:rPr>
              <a:t>26. What is the dimensional formula of </a:t>
            </a:r>
            <mc:AlternateContent xmlns:mc="http://schemas.openxmlformats.org/markup-compatibility/2006">
              <mc:Choice xmlns:a14="http://schemas.microsoft.com/office/drawing/2010/main" Requires="a14">
                <a14:m xmlns:m="http://schemas.openxmlformats.org/officeDocument/2006/math">
                  <m:oMath>
                    <m:r>
                      <a:rPr lang="en-IN" sz="6000" b="1" dirty="0">
                        <a:solidFill>
                          <a:schemeClr val="lt1"/>
                        </a:solidFill>
                        <a:latin typeface="Cambria Math"/>
                        <a:ea typeface="Cambria Math"/>
                        <a:sym typeface="Cambria Math"/>
                      </a:rPr>
                      <m:t xml:space="preserve"> a</m:t>
                    </m:r>
                    <m:sSup>
                      <m:sSupPr/>
                      <m:e>
                        <m:r>
                          <a:rPr lang="en-IN" sz="6000" b="1" dirty="0">
                            <a:solidFill>
                              <a:schemeClr val="lt1"/>
                            </a:solidFill>
                            <a:latin typeface="Cambria Math"/>
                            <a:ea typeface="Cambria Math"/>
                            <a:sym typeface="Cambria Math"/>
                          </a:rPr>
                          <m:t xml:space="preserve">b</m:t>
                        </m:r>
                      </m:e>
                      <m:sup>
                        <m:r>
                          <a:rPr lang="en-IN" sz="6000" b="1" dirty="0">
                            <a:solidFill>
                              <a:schemeClr val="lt1"/>
                            </a:solidFill>
                            <a:latin typeface="Cambria Math"/>
                            <a:ea typeface="Cambria Math"/>
                            <a:sym typeface="Cambria Math"/>
                          </a:rPr>
                          <m:t xml:space="preserve">-1</m:t>
                        </m:r>
                      </m:sup>
                    </m:sSup>
                    <m:r>
                      <a:rPr lang="en-IN" sz="6000" b="1" dirty="0">
                        <a:solidFill>
                          <a:schemeClr val="lt1"/>
                        </a:solidFill>
                        <a:latin typeface="Cambria Math"/>
                        <a:ea typeface="Cambria Math"/>
                        <a:sym typeface="Cambria Math"/>
                      </a:rPr>
                      <m:t xml:space="preserve"> </m:t>
                    </m:r>
                  </m:oMath>
                </a14:m>
              </mc:Choice>
              <mc:Fallback>
                <a:r>
                  <a:rPr lang="en-IN" sz="6000" b="1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 ab</a:t>
                </a:r>
                <a:r>
                  <a:rPr baseline="52000" lang="en-IN" sz="4320" b="1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-1</a:t>
                </a:r>
                <a:r>
                  <a:rPr lang="en-IN" sz="6000" b="1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 </a:t>
                </a:r>
              </mc:Fallback>
            </mc:AlternateContent>
            <a:r>
              <a:rPr lang="en-IN" sz="6000" b="1" dirty="0">
                <a:solidFill>
                  <a:schemeClr val="lt1"/>
                </a:solidFill>
                <a:latin typeface="Cambria"/>
                <a:ea typeface="Cambria"/>
                <a:sym typeface="Cambria"/>
              </a:rPr>
              <a:t> in the equation </a:t>
            </a:r>
            <mc:AlternateContent xmlns:mc="http://schemas.openxmlformats.org/markup-compatibility/2006">
              <mc:Choice xmlns:a14="http://schemas.microsoft.com/office/drawing/2010/main" Requires="a14">
                <a14:m xmlns:m="http://schemas.openxmlformats.org/officeDocument/2006/math">
                  <m:oMath>
                    <m:r>
                      <a:rPr lang="en-IN" sz="6000" b="1" dirty="0">
                        <a:solidFill>
                          <a:schemeClr val="lt1"/>
                        </a:solidFill>
                        <a:latin typeface="Cambria Math"/>
                        <a:ea typeface="Cambria Math"/>
                        <a:sym typeface="Cambria Math"/>
                      </a:rPr>
                      <m:t xml:space="preserve"> </m:t>
                    </m:r>
                    <m:d>
                      <m:dPr>
                        <m:ctrlPr/>
                      </m:dPr>
                      <m:e>
                        <m:r>
                          <a:rPr lang="en-IN" sz="6000" b="1" dirty="0">
                            <a:solidFill>
                              <a:schemeClr val="lt1"/>
                            </a:solidFill>
                            <a:latin typeface="Cambria Math"/>
                            <a:ea typeface="Cambria Math"/>
                            <a:sym typeface="Cambria Math"/>
                          </a:rPr>
                          <m:t xml:space="preserve"> P + </m:t>
                        </m:r>
                        <m:f>
                          <m:fPr/>
                          <m:num>
                            <m:r>
                              <a:rPr lang="en-IN" sz="6000" b="1" dirty="0">
                                <a:solidFill>
                                  <a:schemeClr val="lt1"/>
                                </a:solidFill>
                                <a:latin typeface="Cambria Math"/>
                                <a:ea typeface="Cambria Math"/>
                                <a:sym typeface="Cambria Math"/>
                              </a:rPr>
                              <m:t xml:space="preserve">a</m:t>
                            </m:r>
                          </m:num>
                          <m:den>
                            <m:sSup>
                              <m:sSupPr/>
                              <m:e>
                                <m:r>
                                  <a:rPr lang="en-IN" sz="6000" b="1" dirty="0">
                                    <a:solidFill>
                                      <a:schemeClr val="lt1"/>
                                    </a:solidFill>
                                    <a:latin typeface="Cambria Math"/>
                                    <a:ea typeface="Cambria Math"/>
                                    <a:sym typeface="Cambria Math"/>
                                  </a:rPr>
                                  <m:t xml:space="preserve">V</m:t>
                                </m:r>
                              </m:e>
                              <m:sup>
                                <m:r>
                                  <a:rPr lang="en-IN" sz="6000" b="1" dirty="0">
                                    <a:solidFill>
                                      <a:schemeClr val="lt1"/>
                                    </a:solidFill>
                                    <a:latin typeface="Cambria Math"/>
                                    <a:ea typeface="Cambria Math"/>
                                    <a:sym typeface="Cambria Math"/>
                                  </a:rPr>
                                  <m:t xml:space="preserve">2</m:t>
                                </m:r>
                              </m:sup>
                            </m:sSup>
                          </m:den>
                        </m:f>
                        <m:r>
                          <a:rPr lang="en-IN" sz="6000" b="1" dirty="0">
                            <a:solidFill>
                              <a:schemeClr val="lt1"/>
                            </a:solidFill>
                            <a:latin typeface="Cambria Math"/>
                            <a:ea typeface="Cambria Math"/>
                            <a:sym typeface="Cambria Math"/>
                          </a:rPr>
                          <m:t xml:space="preserve"> </m:t>
                        </m:r>
                      </m:e>
                    </m:d>
                    <m:r>
                      <a:rPr lang="en-IN" sz="6000" b="1" dirty="0">
                        <a:solidFill>
                          <a:schemeClr val="lt1"/>
                        </a:solidFill>
                        <a:latin typeface="Cambria Math"/>
                        <a:ea typeface="Cambria Math"/>
                        <a:sym typeface="Cambria Math"/>
                      </a:rPr>
                      <m:t xml:space="preserve">(V-b) = RT </m:t>
                    </m:r>
                  </m:oMath>
                </a14:m>
              </mc:Choice>
              <mc:Fallback>
                <a:r>
                  <a:rPr lang="en-IN" sz="6000" b="1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 ( P + a/(V</a:t>
                </a:r>
                <a:r>
                  <a:rPr baseline="52000" lang="en-IN" sz="4320" b="1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2</a:t>
                </a:r>
                <a:r>
                  <a:rPr lang="en-IN" sz="6000" b="1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) )(V-b) = RT </a:t>
                </a:r>
              </mc:Fallback>
            </mc:AlternateContent>
            <a:r>
              <a:rPr lang="en-IN" sz="6000" b="1" dirty="0">
                <a:solidFill>
                  <a:schemeClr val="lt1"/>
                </a:solidFill>
                <a:latin typeface="Cambria"/>
                <a:ea typeface="Cambria"/>
                <a:sym typeface="Cambria"/>
              </a:rPr>
              <a:t>, where letters have their usual meaning. [05 April, 2024 (Shift-II)]</a:t>
            </a:r>
          </a:p>
        </p:txBody>
      </p:sp>
      <p:sp>
        <p:nvSpPr>
          <p:cNvPr id="3" name="Google Shape;130;p29"/>
          <p:cNvSpPr txBox="1"/>
          <p:nvPr/>
        </p:nvSpPr>
        <p:spPr>
          <a:xfrm>
            <a:off x="3107605" y="7482218"/>
            <a:ext cx="32744401" cy="15973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algn="l" marL="0" indent="0">
              <a:buSzPts val="8400"/>
            </a:pPr>
            <mc:AlternateContent xmlns:mc="http://schemas.openxmlformats.org/markup-compatibility/2006">
              <mc:Choice xmlns:a14="http://schemas.microsoft.com/office/drawing/2010/main" Requires="a14">
                <a14:m xmlns:m="http://schemas.openxmlformats.org/officeDocument/2006/math">
                  <m:oMath>
                    <m:r>
                      <a:rPr lang="en-IN" sz="6000" b="1" dirty="0">
                        <a:solidFill>
                          <a:schemeClr val="lt1"/>
                        </a:solidFill>
                        <a:latin typeface="Cambria Math"/>
                        <a:ea typeface="Cambria Math"/>
                        <a:sym typeface="Cambria Math"/>
                      </a:rPr>
                      <m:t xml:space="preserve"> [</m:t>
                    </m:r>
                    <m:sSup>
                      <m:sSupPr/>
                      <m:e>
                        <m:r>
                          <a:rPr lang="en-IN" sz="6000" b="1" dirty="0">
                            <a:solidFill>
                              <a:schemeClr val="lt1"/>
                            </a:solidFill>
                            <a:latin typeface="Cambria Math"/>
                            <a:ea typeface="Cambria Math"/>
                            <a:sym typeface="Cambria Math"/>
                          </a:rPr>
                          <m:t xml:space="preserve">M</m:t>
                        </m:r>
                      </m:e>
                      <m:sup>
                        <m:r>
                          <a:rPr lang="en-IN" sz="6000" b="1" dirty="0">
                            <a:solidFill>
                              <a:schemeClr val="lt1"/>
                            </a:solidFill>
                            <a:latin typeface="Cambria Math"/>
                            <a:ea typeface="Cambria Math"/>
                            <a:sym typeface="Cambria Math"/>
                          </a:rPr>
                          <m:t xml:space="preserve">0</m:t>
                        </m:r>
                      </m:sup>
                    </m:sSup>
                    <m:r>
                      <a:rPr lang="en-IN" sz="6000" b="1" dirty="0">
                        <a:solidFill>
                          <a:schemeClr val="lt1"/>
                        </a:solidFill>
                        <a:latin typeface="Cambria Math"/>
                        <a:ea typeface="Cambria Math"/>
                        <a:sym typeface="Cambria Math"/>
                      </a:rPr>
                      <m:t xml:space="preserve"> </m:t>
                    </m:r>
                    <m:sSup>
                      <m:sSupPr/>
                      <m:e>
                        <m:r>
                          <a:rPr lang="en-IN" sz="6000" b="1" dirty="0">
                            <a:solidFill>
                              <a:schemeClr val="lt1"/>
                            </a:solidFill>
                            <a:latin typeface="Cambria Math"/>
                            <a:ea typeface="Cambria Math"/>
                            <a:sym typeface="Cambria Math"/>
                          </a:rPr>
                          <m:t xml:space="preserve">L</m:t>
                        </m:r>
                      </m:e>
                      <m:sup>
                        <m:r>
                          <a:rPr lang="en-IN" sz="6000" b="1" dirty="0">
                            <a:solidFill>
                              <a:schemeClr val="lt1"/>
                            </a:solidFill>
                            <a:latin typeface="Cambria Math"/>
                            <a:ea typeface="Cambria Math"/>
                            <a:sym typeface="Cambria Math"/>
                          </a:rPr>
                          <m:t xml:space="preserve">3</m:t>
                        </m:r>
                      </m:sup>
                    </m:sSup>
                    <m:r>
                      <a:rPr lang="en-IN" sz="6000" b="1" dirty="0">
                        <a:solidFill>
                          <a:schemeClr val="lt1"/>
                        </a:solidFill>
                        <a:latin typeface="Cambria Math"/>
                        <a:ea typeface="Cambria Math"/>
                        <a:sym typeface="Cambria Math"/>
                      </a:rPr>
                      <m:t xml:space="preserve"> </m:t>
                    </m:r>
                    <m:sSup>
                      <m:sSupPr/>
                      <m:e>
                        <m:r>
                          <a:rPr lang="en-IN" sz="6000" b="1" dirty="0">
                            <a:solidFill>
                              <a:schemeClr val="lt1"/>
                            </a:solidFill>
                            <a:latin typeface="Cambria Math"/>
                            <a:ea typeface="Cambria Math"/>
                            <a:sym typeface="Cambria Math"/>
                          </a:rPr>
                          <m:t xml:space="preserve">T</m:t>
                        </m:r>
                      </m:e>
                      <m:sup>
                        <m:r>
                          <a:rPr lang="en-IN" sz="6000" b="1" dirty="0">
                            <a:solidFill>
                              <a:schemeClr val="lt1"/>
                            </a:solidFill>
                            <a:latin typeface="Cambria Math"/>
                            <a:ea typeface="Cambria Math"/>
                            <a:sym typeface="Cambria Math"/>
                          </a:rPr>
                          <m:t xml:space="preserve">-2</m:t>
                        </m:r>
                      </m:sup>
                    </m:sSup>
                    <m:r>
                      <a:rPr lang="en-IN" sz="6000" b="1" dirty="0">
                        <a:solidFill>
                          <a:schemeClr val="lt1"/>
                        </a:solidFill>
                        <a:latin typeface="Cambria Math"/>
                        <a:ea typeface="Cambria Math"/>
                        <a:sym typeface="Cambria Math"/>
                      </a:rPr>
                      <m:t xml:space="preserve">] </m:t>
                    </m:r>
                  </m:oMath>
                </a14:m>
              </mc:Choice>
              <mc:Fallback>
                <a:r>
                  <a:rPr lang="en-IN" sz="6000" b="1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 [M</a:t>
                </a:r>
                <a:r>
                  <a:rPr baseline="52000" lang="en-IN" sz="4320" b="1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0</a:t>
                </a:r>
                <a:r>
                  <a:rPr lang="en-IN" sz="6000" b="1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 L</a:t>
                </a:r>
                <a:r>
                  <a:rPr baseline="52000" lang="en-IN" sz="4320" b="1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3</a:t>
                </a:r>
                <a:r>
                  <a:rPr lang="en-IN" sz="6000" b="1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 T</a:t>
                </a:r>
                <a:r>
                  <a:rPr baseline="52000" lang="en-IN" sz="4320" b="1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-2</a:t>
                </a:r>
                <a:r>
                  <a:rPr lang="en-IN" sz="6000" b="1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] </a:t>
                </a:r>
              </mc:Fallback>
            </mc:AlternateContent>
            <a:endParaRPr sz="6000" b="1" dirty="0">
              <a:solidFill>
                <a:schemeClr val="lt1"/>
              </a:solidFill>
              <a:latin typeface="Cambria"/>
              <a:ea typeface="Cambria"/>
            </a:endParaRPr>
          </a:p>
        </p:txBody>
      </p:sp>
      <p:sp>
        <p:nvSpPr>
          <p:cNvPr id="4" name="Google Shape;131;p29"/>
          <p:cNvSpPr/>
          <p:nvPr/>
        </p:nvSpPr>
        <p:spPr>
          <a:xfrm>
            <a:off x="-1864528" y="681774"/>
            <a:ext cx="7081988" cy="1569660"/>
          </a:xfrm>
          <a:prstGeom prst="roundRect">
            <a:avLst>
              <a:gd name="adj" fmla="val 50000"/>
            </a:avLst>
          </a:prstGeom>
          <a:gradFill>
            <a:gsLst>
              <a:gs pos="0">
                <a:srgbClr val="07213C"/>
              </a:gs>
              <a:gs pos="50000">
                <a:srgbClr val="0A3258"/>
              </a:gs>
              <a:gs pos="100000">
                <a:srgbClr val="0E3B69"/>
              </a:gs>
            </a:gsLst>
            <a:lin ang="16200000" scaled="0"/>
          </a:gradFill>
          <a:ln w="57150" cap="flat" cmpd="sng">
            <a:solidFill>
              <a:schemeClr val="lt1"/>
            </a:solidFill>
            <a:prstDash val="solid"/>
            <a:round/>
            <a:headEnd type="none" w="sm" len="sm"/>
            <a:tailEnd type="none" w="sm" len="sm"/>
          </a:ln>
          <a:effectLst>
            <a:outerShdw blurRad="50800" dist="38100" dir="10800000" algn="r" rotWithShape="0">
              <a:srgbClr val="000000">
                <a:alpha val="40000"/>
              </a:srgb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algn="l" marL="0" marR="0" lvl="0" indent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8400" b="1" i="0" u="none" strike="noStrike" cap="none">
              <a:solidFill>
                <a:schemeClr val="lt1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5" name="Google Shape;132;p29"/>
          <p:cNvSpPr txBox="1"/>
          <p:nvPr/>
        </p:nvSpPr>
        <p:spPr>
          <a:xfrm>
            <a:off x="1039500" y="827049"/>
            <a:ext cx="4562190" cy="101562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algn="l">
              <a:buSzPts val="8400"/>
            </a:pPr>
            <a:r>
              <a:rPr lang="en-IN" sz="6000" b="1" dirty="0">
                <a:solidFill>
                  <a:schemeClr val="lt1"/>
                </a:solidFill>
                <a:latin typeface="Cambria"/>
                <a:ea typeface="Cambria"/>
                <a:sym typeface="Cambria"/>
              </a:rPr>
              <a:t>Question</a:t>
            </a:r>
            <a:endParaRPr sz="6000" b="1" dirty="0">
              <a:solidFill>
                <a:schemeClr val="lt1"/>
              </a:solidFill>
              <a:latin typeface="Cambria"/>
              <a:ea typeface="Cambria"/>
            </a:endParaRPr>
          </a:p>
        </p:txBody>
      </p:sp>
      <p:sp>
        <p:nvSpPr>
          <p:cNvPr id="6" name="Google Shape;133;p29"/>
          <p:cNvSpPr/>
          <p:nvPr/>
        </p:nvSpPr>
        <p:spPr>
          <a:xfrm>
            <a:off x="1039499" y="7191429"/>
            <a:ext cx="1597200" cy="1597200"/>
          </a:xfrm>
          <a:prstGeom prst="ellipse">
            <a:avLst/>
          </a:prstGeom>
          <a:gradFill>
            <a:gsLst>
              <a:gs pos="0">
                <a:srgbClr val="07213C"/>
              </a:gs>
              <a:gs pos="50000">
                <a:srgbClr val="0A3258"/>
              </a:gs>
              <a:gs pos="100000">
                <a:srgbClr val="0E3B69"/>
              </a:gs>
            </a:gsLst>
            <a:lin ang="16200000" scaled="0"/>
          </a:gradFill>
          <a:ln w="57150" cap="flat" cmpd="sng">
            <a:solidFill>
              <a:schemeClr val="lt1"/>
            </a:solidFill>
            <a:prstDash val="solid"/>
            <a:round/>
            <a:headEnd type="none" w="sm" len="sm"/>
            <a:tailEnd type="none" w="sm" len="sm"/>
          </a:ln>
          <a:effectLst>
            <a:outerShdw blurRad="50800" dist="38100" dir="10800000" algn="r" rotWithShape="0">
              <a:srgbClr val="000000">
                <a:alpha val="40000"/>
              </a:srgb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algn="l" marL="0" marR="0" lvl="0" indent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400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" name="Google Shape;134;p29"/>
          <p:cNvSpPr txBox="1"/>
          <p:nvPr/>
        </p:nvSpPr>
        <p:spPr>
          <a:xfrm>
            <a:off x="1104807" y="7389934"/>
            <a:ext cx="1466700" cy="116951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lvl="0" indent="0" algn="ctr">
              <a:buSzPts val="8400"/>
              <a:buFont typeface="Arial"/>
              <a:buNone/>
            </a:pPr>
            <a:r>
              <a:rPr lang="en-IN" sz="7000" b="1" dirty="0">
                <a:solidFill>
                  <a:schemeClr val="lt1"/>
                </a:solidFill>
                <a:latin typeface="Cambria"/>
                <a:ea typeface="Cambria"/>
                <a:sym typeface="Poppins"/>
              </a:rPr>
              <a:t>A</a:t>
            </a:r>
            <a:endParaRPr sz="7000" b="1" dirty="0">
              <a:solidFill>
                <a:schemeClr val="lt1"/>
              </a:solidFill>
              <a:latin typeface="Cambria"/>
              <a:ea typeface="Cambria"/>
            </a:endParaRPr>
          </a:p>
        </p:txBody>
      </p:sp>
      <p:grpSp>
        <p:nvGrpSpPr>
          <p:cNvPr id="8" name="Group 3">
            <a:extLst>
              <a:ext uri="{FF2B5EF4-FFF2-40B4-BE49-F238E27FC236}">
                <a16:creationId xmlns:a16="http://schemas.microsoft.com/office/drawing/2014/main" id="{E7A8D3A8-3CB4-6749-CCFA-38CA3F055B3C}"/>
              </a:ext>
            </a:extLst>
          </p:cNvPr>
          <p:cNvGrpSpPr/>
          <p:nvPr/>
        </p:nvGrpSpPr>
        <p:grpSpPr>
          <a:xfrm>
            <a:off x="1039499" y="9308769"/>
            <a:ext cx="1597200" cy="1597200"/>
            <a:chOff x="1039499" y="8887793"/>
            <a:chExt cx="1597200" cy="1597200"/>
          </a:xfrm>
        </p:grpSpPr>
        <p:sp>
          <p:nvSpPr>
            <p:cNvPr id="9" name="Google Shape;135;p29"/>
            <p:cNvSpPr/>
            <p:nvPr/>
          </p:nvSpPr>
          <p:spPr>
            <a:xfrm>
              <a:off x="1039499" y="8887793"/>
              <a:ext cx="1597200" cy="1597200"/>
            </a:xfrm>
            <a:prstGeom prst="ellipse">
              <a:avLst/>
            </a:prstGeom>
            <a:gradFill>
              <a:gsLst>
                <a:gs pos="0">
                  <a:srgbClr val="07213C"/>
                </a:gs>
                <a:gs pos="50000">
                  <a:srgbClr val="0A3258"/>
                </a:gs>
                <a:gs pos="100000">
                  <a:srgbClr val="0E3B69"/>
                </a:gs>
              </a:gsLst>
              <a:lin ang="16200000" scaled="0"/>
            </a:gradFill>
            <a:ln w="5715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  <a:effectLst>
              <a:outerShdw blurRad="50800" dist="38100" dir="10800000" algn="r" rotWithShape="0">
                <a:srgbClr val="000000">
                  <a:alpha val="40000"/>
                </a:srgbClr>
              </a:outerShdw>
            </a:effectLst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algn="l" marL="0" marR="0" lvl="0" indent="0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4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0" name="Google Shape;136;p29"/>
            <p:cNvSpPr txBox="1"/>
            <p:nvPr/>
          </p:nvSpPr>
          <p:spPr>
            <a:xfrm>
              <a:off x="1104806" y="9086298"/>
              <a:ext cx="1466700" cy="12006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pPr algn="ctr">
                <a:buSzPts val="8400"/>
              </a:pPr>
              <a:r>
                <a:rPr lang="en-IN" sz="7000" b="1" dirty="0">
                  <a:solidFill>
                    <a:schemeClr val="lt1"/>
                  </a:solidFill>
                  <a:latin typeface="Cambria"/>
                  <a:ea typeface="Cambria"/>
                  <a:sym typeface="Poppins"/>
                </a:rPr>
                <a:t>B</a:t>
              </a:r>
              <a:endParaRPr sz="7000" b="1" dirty="0">
                <a:solidFill>
                  <a:schemeClr val="lt1"/>
                </a:solidFill>
                <a:latin typeface="Cambria"/>
                <a:ea typeface="Cambria"/>
              </a:endParaRPr>
            </a:p>
          </p:txBody>
        </p:sp>
      </p:grpSp>
      <p:grpSp>
        <p:nvGrpSpPr>
          <p:cNvPr id="11" name="Group 2">
            <a:extLst>
              <a:ext uri="{FF2B5EF4-FFF2-40B4-BE49-F238E27FC236}">
                <a16:creationId xmlns:a16="http://schemas.microsoft.com/office/drawing/2014/main" id="{1929EFE0-7899-C986-6D22-F9305746025F}"/>
              </a:ext>
            </a:extLst>
          </p:cNvPr>
          <p:cNvGrpSpPr/>
          <p:nvPr/>
        </p:nvGrpSpPr>
        <p:grpSpPr>
          <a:xfrm>
            <a:off x="1039499" y="11426109"/>
            <a:ext cx="1597200" cy="1597200"/>
            <a:chOff x="1039499" y="11392904"/>
            <a:chExt cx="1597200" cy="1597200"/>
          </a:xfrm>
        </p:grpSpPr>
        <p:sp>
          <p:nvSpPr>
            <p:cNvPr id="12" name="Google Shape;137;p29"/>
            <p:cNvSpPr/>
            <p:nvPr/>
          </p:nvSpPr>
          <p:spPr>
            <a:xfrm>
              <a:off x="1039499" y="11392904"/>
              <a:ext cx="1597200" cy="1597200"/>
            </a:xfrm>
            <a:prstGeom prst="ellipse">
              <a:avLst/>
            </a:prstGeom>
            <a:gradFill>
              <a:gsLst>
                <a:gs pos="0">
                  <a:srgbClr val="07213C"/>
                </a:gs>
                <a:gs pos="50000">
                  <a:srgbClr val="0A3258"/>
                </a:gs>
                <a:gs pos="100000">
                  <a:srgbClr val="0E3B69"/>
                </a:gs>
              </a:gsLst>
              <a:lin ang="16200000" scaled="0"/>
            </a:gradFill>
            <a:ln w="5715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  <a:effectLst>
              <a:outerShdw blurRad="50800" dist="38100" dir="10800000" algn="r" rotWithShape="0">
                <a:srgbClr val="000000">
                  <a:alpha val="40000"/>
                </a:srgbClr>
              </a:outerShdw>
            </a:effectLst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algn="l" marL="0" marR="0" lvl="0" indent="0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4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3" name="Google Shape;138;p29"/>
            <p:cNvSpPr txBox="1"/>
            <p:nvPr/>
          </p:nvSpPr>
          <p:spPr>
            <a:xfrm>
              <a:off x="1104806" y="11591409"/>
              <a:ext cx="1466700" cy="12006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pPr algn="ctr">
                <a:buSzPts val="8400"/>
              </a:pPr>
              <a:r>
                <a:rPr lang="en-IN" sz="7000" b="1" dirty="0">
                  <a:solidFill>
                    <a:schemeClr val="lt1"/>
                  </a:solidFill>
                  <a:latin typeface="Cambria"/>
                  <a:ea typeface="Cambria"/>
                  <a:sym typeface="Poppins"/>
                </a:rPr>
                <a:t>C</a:t>
              </a:r>
              <a:endParaRPr sz="7000" b="1" dirty="0">
                <a:solidFill>
                  <a:schemeClr val="lt1"/>
                </a:solidFill>
                <a:latin typeface="Cambria"/>
                <a:ea typeface="Cambria"/>
              </a:endParaRPr>
            </a:p>
          </p:txBody>
        </p:sp>
      </p:grpSp>
      <p:grpSp>
        <p:nvGrpSpPr>
          <p:cNvPr id="14" name="Group 1">
            <a:extLst>
              <a:ext uri="{FF2B5EF4-FFF2-40B4-BE49-F238E27FC236}">
                <a16:creationId xmlns:a16="http://schemas.microsoft.com/office/drawing/2014/main" id="{2EFF441D-B1EA-669C-64B0-91C1D604A467}"/>
              </a:ext>
            </a:extLst>
          </p:cNvPr>
          <p:cNvGrpSpPr/>
          <p:nvPr/>
        </p:nvGrpSpPr>
        <p:grpSpPr>
          <a:xfrm>
            <a:off x="1039499" y="13543449"/>
            <a:ext cx="1597200" cy="1597200"/>
            <a:chOff x="1039499" y="13898015"/>
            <a:chExt cx="1597200" cy="1597200"/>
          </a:xfrm>
        </p:grpSpPr>
        <p:sp>
          <p:nvSpPr>
            <p:cNvPr id="15" name="Google Shape;139;p29"/>
            <p:cNvSpPr/>
            <p:nvPr/>
          </p:nvSpPr>
          <p:spPr>
            <a:xfrm>
              <a:off x="1039499" y="13898015"/>
              <a:ext cx="1597200" cy="1597200"/>
            </a:xfrm>
            <a:prstGeom prst="ellipse">
              <a:avLst/>
            </a:prstGeom>
            <a:gradFill>
              <a:gsLst>
                <a:gs pos="0">
                  <a:srgbClr val="07213C"/>
                </a:gs>
                <a:gs pos="50000">
                  <a:srgbClr val="0A3258"/>
                </a:gs>
                <a:gs pos="100000">
                  <a:srgbClr val="0E3B69"/>
                </a:gs>
              </a:gsLst>
              <a:lin ang="16200000" scaled="0"/>
            </a:gradFill>
            <a:ln w="5715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  <a:effectLst>
              <a:outerShdw blurRad="50800" dist="38100" dir="10800000" algn="r" rotWithShape="0">
                <a:srgbClr val="000000">
                  <a:alpha val="40000"/>
                </a:srgbClr>
              </a:outerShdw>
            </a:effectLst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algn="l" marL="0" marR="0" lvl="0" indent="0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4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6" name="Google Shape;140;p29"/>
            <p:cNvSpPr txBox="1"/>
            <p:nvPr/>
          </p:nvSpPr>
          <p:spPr>
            <a:xfrm>
              <a:off x="1104806" y="14096520"/>
              <a:ext cx="1466700" cy="12006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pPr algn="ctr">
                <a:buSzPts val="8400"/>
              </a:pPr>
              <a:r>
                <a:rPr lang="en-IN" sz="7000" b="1" dirty="0">
                  <a:solidFill>
                    <a:schemeClr val="lt1"/>
                  </a:solidFill>
                  <a:latin typeface="Cambria"/>
                  <a:ea typeface="Cambria"/>
                  <a:sym typeface="Poppins"/>
                </a:rPr>
                <a:t>D</a:t>
              </a:r>
              <a:endParaRPr sz="7000" b="1" dirty="0">
                <a:solidFill>
                  <a:schemeClr val="lt1"/>
                </a:solidFill>
                <a:latin typeface="Cambria"/>
                <a:ea typeface="Cambria"/>
              </a:endParaRPr>
            </a:p>
          </p:txBody>
        </p:sp>
      </p:grpSp>
      <p:sp>
        <p:nvSpPr>
          <p:cNvPr id="17" name="Google Shape;130;p29">
            <a:extLst>
              <a:ext uri="{FF2B5EF4-FFF2-40B4-BE49-F238E27FC236}">
                <a16:creationId xmlns:a16="http://schemas.microsoft.com/office/drawing/2014/main" id="{359EC1B9-8B0A-CB48-A9AA-6F6EAF44500B}"/>
              </a:ext>
            </a:extLst>
          </p:cNvPr>
          <p:cNvSpPr txBox="1"/>
          <p:nvPr/>
        </p:nvSpPr>
        <p:spPr>
          <a:xfrm>
            <a:off x="3107605" y="9539360"/>
            <a:ext cx="32744401" cy="15973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algn="l" marL="0" indent="0">
              <a:buSzPts val="8400"/>
            </a:pPr>
            <mc:AlternateContent xmlns:mc="http://schemas.openxmlformats.org/markup-compatibility/2006">
              <mc:Choice xmlns:a14="http://schemas.microsoft.com/office/drawing/2010/main" Requires="a14">
                <a14:m xmlns:m="http://schemas.openxmlformats.org/officeDocument/2006/math">
                  <m:oMath>
                    <m:r>
                      <a:rPr lang="en-IN" sz="6000" b="1" dirty="0">
                        <a:solidFill>
                          <a:schemeClr val="lt1"/>
                        </a:solidFill>
                        <a:latin typeface="Cambria Math"/>
                        <a:ea typeface="Cambria Math"/>
                        <a:sym typeface="Cambria Math"/>
                      </a:rPr>
                      <m:t xml:space="preserve"> [M</m:t>
                    </m:r>
                    <m:sSup>
                      <m:sSupPr/>
                      <m:e>
                        <m:r>
                          <a:rPr lang="en-IN" sz="6000" b="1" dirty="0">
                            <a:solidFill>
                              <a:schemeClr val="lt1"/>
                            </a:solidFill>
                            <a:latin typeface="Cambria Math"/>
                            <a:ea typeface="Cambria Math"/>
                            <a:sym typeface="Cambria Math"/>
                          </a:rPr>
                          <m:t xml:space="preserve">L</m:t>
                        </m:r>
                      </m:e>
                      <m:sup>
                        <m:r>
                          <a:rPr lang="en-IN" sz="6000" b="1" dirty="0">
                            <a:solidFill>
                              <a:schemeClr val="lt1"/>
                            </a:solidFill>
                            <a:latin typeface="Cambria Math"/>
                            <a:ea typeface="Cambria Math"/>
                            <a:sym typeface="Cambria Math"/>
                          </a:rPr>
                          <m:t xml:space="preserve">2</m:t>
                        </m:r>
                      </m:sup>
                    </m:sSup>
                    <m:r>
                      <a:rPr lang="en-IN" sz="6000" b="1" dirty="0">
                        <a:solidFill>
                          <a:schemeClr val="lt1"/>
                        </a:solidFill>
                        <a:latin typeface="Cambria Math"/>
                        <a:ea typeface="Cambria Math"/>
                        <a:sym typeface="Cambria Math"/>
                      </a:rPr>
                      <m:t xml:space="preserve"> </m:t>
                    </m:r>
                    <m:sSup>
                      <m:sSupPr/>
                      <m:e>
                        <m:r>
                          <a:rPr lang="en-IN" sz="6000" b="1" dirty="0">
                            <a:solidFill>
                              <a:schemeClr val="lt1"/>
                            </a:solidFill>
                            <a:latin typeface="Cambria Math"/>
                            <a:ea typeface="Cambria Math"/>
                            <a:sym typeface="Cambria Math"/>
                          </a:rPr>
                          <m:t xml:space="preserve">T</m:t>
                        </m:r>
                      </m:e>
                      <m:sup>
                        <m:r>
                          <a:rPr lang="en-IN" sz="6000" b="1" dirty="0">
                            <a:solidFill>
                              <a:schemeClr val="lt1"/>
                            </a:solidFill>
                            <a:latin typeface="Cambria Math"/>
                            <a:ea typeface="Cambria Math"/>
                            <a:sym typeface="Cambria Math"/>
                          </a:rPr>
                          <m:t xml:space="preserve">-2</m:t>
                        </m:r>
                      </m:sup>
                    </m:sSup>
                    <m:r>
                      <a:rPr lang="en-IN" sz="6000" b="1" dirty="0">
                        <a:solidFill>
                          <a:schemeClr val="lt1"/>
                        </a:solidFill>
                        <a:latin typeface="Cambria Math"/>
                        <a:ea typeface="Cambria Math"/>
                        <a:sym typeface="Cambria Math"/>
                      </a:rPr>
                      <m:t xml:space="preserve">] </m:t>
                    </m:r>
                  </m:oMath>
                </a14:m>
              </mc:Choice>
              <mc:Fallback>
                <a:r>
                  <a:rPr lang="en-IN" sz="6000" b="1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 [ML</a:t>
                </a:r>
                <a:r>
                  <a:rPr baseline="52000" lang="en-IN" sz="4320" b="1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2</a:t>
                </a:r>
                <a:r>
                  <a:rPr lang="en-IN" sz="6000" b="1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 T</a:t>
                </a:r>
                <a:r>
                  <a:rPr baseline="52000" lang="en-IN" sz="4320" b="1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-2</a:t>
                </a:r>
                <a:r>
                  <a:rPr lang="en-IN" sz="6000" b="1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] </a:t>
                </a:r>
              </mc:Fallback>
            </mc:AlternateContent>
            <a:endParaRPr sz="6000" b="1" dirty="0">
              <a:solidFill>
                <a:schemeClr val="lt1"/>
              </a:solidFill>
              <a:latin typeface="Cambria"/>
              <a:ea typeface="Cambria"/>
            </a:endParaRPr>
          </a:p>
        </p:txBody>
      </p:sp>
      <p:sp>
        <p:nvSpPr>
          <p:cNvPr id="18" name="Google Shape;130;p29">
            <a:extLst>
              <a:ext uri="{FF2B5EF4-FFF2-40B4-BE49-F238E27FC236}">
                <a16:creationId xmlns:a16="http://schemas.microsoft.com/office/drawing/2014/main" id="{7A900CAF-02A4-EA2C-D5AE-61E805D388DB}"/>
              </a:ext>
            </a:extLst>
          </p:cNvPr>
          <p:cNvSpPr txBox="1"/>
          <p:nvPr/>
        </p:nvSpPr>
        <p:spPr>
          <a:xfrm>
            <a:off x="3107605" y="11606675"/>
            <a:ext cx="32744401" cy="15973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algn="l" marL="0" indent="0">
              <a:buSzPts val="8400"/>
            </a:pPr>
            <mc:AlternateContent xmlns:mc="http://schemas.openxmlformats.org/markup-compatibility/2006">
              <mc:Choice xmlns:a14="http://schemas.microsoft.com/office/drawing/2010/main" Requires="a14">
                <a14:m xmlns:m="http://schemas.openxmlformats.org/officeDocument/2006/math">
                  <m:oMath>
                    <m:r>
                      <a:rPr lang="en-IN" sz="6000" b="1" dirty="0">
                        <a:solidFill>
                          <a:schemeClr val="lt1"/>
                        </a:solidFill>
                        <a:latin typeface="Cambria Math"/>
                        <a:ea typeface="Cambria Math"/>
                        <a:sym typeface="Cambria Math"/>
                      </a:rPr>
                      <m:t xml:space="preserve"> [</m:t>
                    </m:r>
                    <m:sSup>
                      <m:sSupPr/>
                      <m:e>
                        <m:r>
                          <a:rPr lang="en-IN" sz="6000" b="1" dirty="0">
                            <a:solidFill>
                              <a:schemeClr val="lt1"/>
                            </a:solidFill>
                            <a:latin typeface="Cambria Math"/>
                            <a:ea typeface="Cambria Math"/>
                            <a:sym typeface="Cambria Math"/>
                          </a:rPr>
                          <m:t xml:space="preserve">M</m:t>
                        </m:r>
                      </m:e>
                      <m:sup>
                        <m:r>
                          <a:rPr lang="en-IN" sz="6000" b="1" dirty="0">
                            <a:solidFill>
                              <a:schemeClr val="lt1"/>
                            </a:solidFill>
                            <a:latin typeface="Cambria Math"/>
                            <a:ea typeface="Cambria Math"/>
                            <a:sym typeface="Cambria Math"/>
                          </a:rPr>
                          <m:t xml:space="preserve">-1</m:t>
                        </m:r>
                      </m:sup>
                    </m:sSup>
                    <m:r>
                      <a:rPr lang="en-IN" sz="6000" b="1" dirty="0">
                        <a:solidFill>
                          <a:schemeClr val="lt1"/>
                        </a:solidFill>
                        <a:latin typeface="Cambria Math"/>
                        <a:ea typeface="Cambria Math"/>
                        <a:sym typeface="Cambria Math"/>
                      </a:rPr>
                      <m:t xml:space="preserve"> </m:t>
                    </m:r>
                    <m:sSup>
                      <m:sSupPr/>
                      <m:e>
                        <m:r>
                          <a:rPr lang="en-IN" sz="6000" b="1" dirty="0">
                            <a:solidFill>
                              <a:schemeClr val="lt1"/>
                            </a:solidFill>
                            <a:latin typeface="Cambria Math"/>
                            <a:ea typeface="Cambria Math"/>
                            <a:sym typeface="Cambria Math"/>
                          </a:rPr>
                          <m:t xml:space="preserve">L</m:t>
                        </m:r>
                      </m:e>
                      <m:sup>
                        <m:r>
                          <a:rPr lang="en-IN" sz="6000" b="1" dirty="0">
                            <a:solidFill>
                              <a:schemeClr val="lt1"/>
                            </a:solidFill>
                            <a:latin typeface="Cambria Math"/>
                            <a:ea typeface="Cambria Math"/>
                            <a:sym typeface="Cambria Math"/>
                          </a:rPr>
                          <m:t xml:space="preserve">5</m:t>
                        </m:r>
                      </m:sup>
                    </m:sSup>
                    <m:r>
                      <a:rPr lang="en-IN" sz="6000" b="1" dirty="0">
                        <a:solidFill>
                          <a:schemeClr val="lt1"/>
                        </a:solidFill>
                        <a:latin typeface="Cambria Math"/>
                        <a:ea typeface="Cambria Math"/>
                        <a:sym typeface="Cambria Math"/>
                      </a:rPr>
                      <m:t xml:space="preserve"> </m:t>
                    </m:r>
                    <m:sSup>
                      <m:sSupPr/>
                      <m:e>
                        <m:r>
                          <a:rPr lang="en-IN" sz="6000" b="1" dirty="0">
                            <a:solidFill>
                              <a:schemeClr val="lt1"/>
                            </a:solidFill>
                            <a:latin typeface="Cambria Math"/>
                            <a:ea typeface="Cambria Math"/>
                            <a:sym typeface="Cambria Math"/>
                          </a:rPr>
                          <m:t xml:space="preserve">T</m:t>
                        </m:r>
                      </m:e>
                      <m:sup>
                        <m:r>
                          <a:rPr lang="en-IN" sz="6000" b="1" dirty="0">
                            <a:solidFill>
                              <a:schemeClr val="lt1"/>
                            </a:solidFill>
                            <a:latin typeface="Cambria Math"/>
                            <a:ea typeface="Cambria Math"/>
                            <a:sym typeface="Cambria Math"/>
                          </a:rPr>
                          <m:t xml:space="preserve">3</m:t>
                        </m:r>
                      </m:sup>
                    </m:sSup>
                    <m:r>
                      <a:rPr lang="en-IN" sz="6000" b="1" dirty="0">
                        <a:solidFill>
                          <a:schemeClr val="lt1"/>
                        </a:solidFill>
                        <a:latin typeface="Cambria Math"/>
                        <a:ea typeface="Cambria Math"/>
                        <a:sym typeface="Cambria Math"/>
                      </a:rPr>
                      <m:t xml:space="preserve">] </m:t>
                    </m:r>
                  </m:oMath>
                </a14:m>
              </mc:Choice>
              <mc:Fallback>
                <a:r>
                  <a:rPr lang="en-IN" sz="6000" b="1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 [M</a:t>
                </a:r>
                <a:r>
                  <a:rPr baseline="52000" lang="en-IN" sz="4320" b="1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-1</a:t>
                </a:r>
                <a:r>
                  <a:rPr lang="en-IN" sz="6000" b="1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 L</a:t>
                </a:r>
                <a:r>
                  <a:rPr baseline="52000" lang="en-IN" sz="4320" b="1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5</a:t>
                </a:r>
                <a:r>
                  <a:rPr lang="en-IN" sz="6000" b="1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 T</a:t>
                </a:r>
                <a:r>
                  <a:rPr baseline="52000" lang="en-IN" sz="4320" b="1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3</a:t>
                </a:r>
                <a:r>
                  <a:rPr lang="en-IN" sz="6000" b="1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] </a:t>
                </a:r>
              </mc:Fallback>
            </mc:AlternateContent>
            <a:endParaRPr sz="6000" b="1" dirty="0">
              <a:solidFill>
                <a:schemeClr val="lt1"/>
              </a:solidFill>
              <a:latin typeface="Cambria"/>
              <a:ea typeface="Cambria"/>
            </a:endParaRPr>
          </a:p>
        </p:txBody>
      </p:sp>
      <p:sp>
        <p:nvSpPr>
          <p:cNvPr id="19" name="Google Shape;130;p29">
            <a:extLst>
              <a:ext uri="{FF2B5EF4-FFF2-40B4-BE49-F238E27FC236}">
                <a16:creationId xmlns:a16="http://schemas.microsoft.com/office/drawing/2014/main" id="{14CC97B5-99F4-9A71-2E1A-0ED3B3F0A5F1}"/>
              </a:ext>
            </a:extLst>
          </p:cNvPr>
          <p:cNvSpPr txBox="1"/>
          <p:nvPr/>
        </p:nvSpPr>
        <p:spPr>
          <a:xfrm>
            <a:off x="3107605" y="13741954"/>
            <a:ext cx="32744401" cy="15973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algn="l" marL="0" indent="0">
              <a:buSzPts val="8400"/>
            </a:pPr>
            <mc:AlternateContent xmlns:mc="http://schemas.openxmlformats.org/markup-compatibility/2006">
              <mc:Choice xmlns:a14="http://schemas.microsoft.com/office/drawing/2010/main" Requires="a14">
                <a14:m xmlns:m="http://schemas.openxmlformats.org/officeDocument/2006/math">
                  <m:oMath>
                    <m:r>
                      <a:rPr lang="en-IN" sz="6000" b="1" dirty="0">
                        <a:solidFill>
                          <a:schemeClr val="lt1"/>
                        </a:solidFill>
                        <a:latin typeface="Cambria Math"/>
                        <a:ea typeface="Cambria Math"/>
                        <a:sym typeface="Cambria Math"/>
                      </a:rPr>
                      <m:t xml:space="preserve"> [</m:t>
                    </m:r>
                    <m:sSup>
                      <m:sSupPr/>
                      <m:e>
                        <m:r>
                          <a:rPr lang="en-IN" sz="6000" b="1" dirty="0">
                            <a:solidFill>
                              <a:schemeClr val="lt1"/>
                            </a:solidFill>
                            <a:latin typeface="Cambria Math"/>
                            <a:ea typeface="Cambria Math"/>
                            <a:sym typeface="Cambria Math"/>
                          </a:rPr>
                          <m:t xml:space="preserve">M</m:t>
                        </m:r>
                      </m:e>
                      <m:sup>
                        <m:r>
                          <a:rPr lang="en-IN" sz="6000" b="1" dirty="0">
                            <a:solidFill>
                              <a:schemeClr val="lt1"/>
                            </a:solidFill>
                            <a:latin typeface="Cambria Math"/>
                            <a:ea typeface="Cambria Math"/>
                            <a:sym typeface="Cambria Math"/>
                          </a:rPr>
                          <m:t xml:space="preserve">0</m:t>
                        </m:r>
                      </m:sup>
                    </m:sSup>
                    <m:r>
                      <a:rPr lang="en-IN" sz="6000" b="1" dirty="0">
                        <a:solidFill>
                          <a:schemeClr val="lt1"/>
                        </a:solidFill>
                        <a:latin typeface="Cambria Math"/>
                        <a:ea typeface="Cambria Math"/>
                        <a:sym typeface="Cambria Math"/>
                      </a:rPr>
                      <m:t xml:space="preserve"> </m:t>
                    </m:r>
                    <m:sSup>
                      <m:sSupPr/>
                      <m:e>
                        <m:r>
                          <a:rPr lang="en-IN" sz="6000" b="1" dirty="0">
                            <a:solidFill>
                              <a:schemeClr val="lt1"/>
                            </a:solidFill>
                            <a:latin typeface="Cambria Math"/>
                            <a:ea typeface="Cambria Math"/>
                            <a:sym typeface="Cambria Math"/>
                          </a:rPr>
                          <m:t xml:space="preserve">L</m:t>
                        </m:r>
                      </m:e>
                      <m:sup>
                        <m:r>
                          <a:rPr lang="en-IN" sz="6000" b="1" dirty="0">
                            <a:solidFill>
                              <a:schemeClr val="lt1"/>
                            </a:solidFill>
                            <a:latin typeface="Cambria Math"/>
                            <a:ea typeface="Cambria Math"/>
                            <a:sym typeface="Cambria Math"/>
                          </a:rPr>
                          <m:t xml:space="preserve">7</m:t>
                        </m:r>
                      </m:sup>
                    </m:sSup>
                    <m:r>
                      <a:rPr lang="en-IN" sz="6000" b="1" dirty="0">
                        <a:solidFill>
                          <a:schemeClr val="lt1"/>
                        </a:solidFill>
                        <a:latin typeface="Cambria Math"/>
                        <a:ea typeface="Cambria Math"/>
                        <a:sym typeface="Cambria Math"/>
                      </a:rPr>
                      <m:t xml:space="preserve"> </m:t>
                    </m:r>
                    <m:sSup>
                      <m:sSupPr/>
                      <m:e>
                        <m:r>
                          <a:rPr lang="en-IN" sz="6000" b="1" dirty="0">
                            <a:solidFill>
                              <a:schemeClr val="lt1"/>
                            </a:solidFill>
                            <a:latin typeface="Cambria Math"/>
                            <a:ea typeface="Cambria Math"/>
                            <a:sym typeface="Cambria Math"/>
                          </a:rPr>
                          <m:t xml:space="preserve">T</m:t>
                        </m:r>
                      </m:e>
                      <m:sup>
                        <m:r>
                          <a:rPr lang="en-IN" sz="6000" b="1" dirty="0">
                            <a:solidFill>
                              <a:schemeClr val="lt1"/>
                            </a:solidFill>
                            <a:latin typeface="Cambria Math"/>
                            <a:ea typeface="Cambria Math"/>
                            <a:sym typeface="Cambria Math"/>
                          </a:rPr>
                          <m:t xml:space="preserve">4</m:t>
                        </m:r>
                      </m:sup>
                    </m:sSup>
                    <m:r>
                      <a:rPr lang="en-IN" sz="6000" b="1" dirty="0">
                        <a:solidFill>
                          <a:schemeClr val="lt1"/>
                        </a:solidFill>
                        <a:latin typeface="Cambria Math"/>
                        <a:ea typeface="Cambria Math"/>
                        <a:sym typeface="Cambria Math"/>
                      </a:rPr>
                      <m:t xml:space="preserve">] </m:t>
                    </m:r>
                  </m:oMath>
                </a14:m>
              </mc:Choice>
              <mc:Fallback>
                <a:r>
                  <a:rPr lang="en-IN" sz="6000" b="1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 [M</a:t>
                </a:r>
                <a:r>
                  <a:rPr baseline="52000" lang="en-IN" sz="4320" b="1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0</a:t>
                </a:r>
                <a:r>
                  <a:rPr lang="en-IN" sz="6000" b="1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 L</a:t>
                </a:r>
                <a:r>
                  <a:rPr baseline="52000" lang="en-IN" sz="4320" b="1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7</a:t>
                </a:r>
                <a:r>
                  <a:rPr lang="en-IN" sz="6000" b="1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 T</a:t>
                </a:r>
                <a:r>
                  <a:rPr baseline="52000" lang="en-IN" sz="4320" b="1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4</a:t>
                </a:r>
                <a:r>
                  <a:rPr lang="en-IN" sz="6000" b="1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] </a:t>
                </a:r>
              </mc:Fallback>
            </mc:AlternateContent>
            <a:endParaRPr sz="6000" b="1" dirty="0">
              <a:solidFill>
                <a:schemeClr val="lt1"/>
              </a:solidFill>
              <a:latin typeface="Cambria"/>
              <a:ea typeface="Cambria"/>
            </a:endParaRPr>
          </a:p>
        </p:txBody>
      </p:sp>
    </p:spTree>
  </p:cSld>
  <p:clrMapOvr>
    <a:masterClrMapping/>
  </p:clrMapOvr>
  <p:transition spd="slow">
    <p:push/>
  </p:transition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Google Shape;129;p29"/>
          <p:cNvSpPr txBox="1"/>
          <p:nvPr/>
        </p:nvSpPr>
        <p:spPr>
          <a:xfrm>
            <a:off x="1104806" y="2396709"/>
            <a:ext cx="34747200" cy="25603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algn="l" marL="0" lvl="0" indent="0">
              <a:buSzPts val="8400"/>
              <a:buFont typeface="Arial"/>
              <a:buNone/>
            </a:pPr>
            <a:r>
              <a:rPr lang="en-IN" sz="6000" b="1" dirty="0">
                <a:solidFill>
                  <a:schemeClr val="lt1"/>
                </a:solidFill>
                <a:latin typeface="Cambria"/>
                <a:ea typeface="Cambria"/>
                <a:sym typeface="Cambria"/>
              </a:rPr>
              <a:t>27. If G be the gravitational constant and u be the energy then which of the following quantity have the dimension as that the </a:t>
            </a:r>
            <mc:AlternateContent xmlns:mc="http://schemas.openxmlformats.org/markup-compatibility/2006">
              <mc:Choice xmlns:a14="http://schemas.microsoft.com/office/drawing/2010/main" Requires="a14">
                <a14:m xmlns:m="http://schemas.openxmlformats.org/officeDocument/2006/math">
                  <m:oMath>
                    <m:r>
                      <a:rPr lang="en-IN" sz="6000" b="1" dirty="0">
                        <a:solidFill>
                          <a:schemeClr val="lt1"/>
                        </a:solidFill>
                        <a:latin typeface="Cambria Math"/>
                        <a:ea typeface="Cambria Math"/>
                        <a:sym typeface="Cambria Math"/>
                      </a:rPr>
                      <m:t xml:space="preserve"> </m:t>
                    </m:r>
                    <m:rad>
                      <m:radPr>
                        <m:degHide m:val="1"/>
                      </m:radPr>
                      <m:deg/>
                      <m:e>
                        <m:r>
                          <a:rPr lang="en-IN" sz="6000" b="1" dirty="0">
                            <a:solidFill>
                              <a:schemeClr val="lt1"/>
                            </a:solidFill>
                            <a:latin typeface="Cambria Math"/>
                            <a:ea typeface="Cambria Math"/>
                            <a:sym typeface="Cambria Math"/>
                          </a:rPr>
                          <m:t xml:space="preserve">uG</m:t>
                        </m:r>
                      </m:e>
                    </m:rad>
                    <m:r>
                      <a:rPr lang="en-IN" sz="6000" b="1" dirty="0">
                        <a:solidFill>
                          <a:schemeClr val="lt1"/>
                        </a:solidFill>
                        <a:latin typeface="Cambria Math"/>
                        <a:ea typeface="Cambria Math"/>
                        <a:sym typeface="Cambria Math"/>
                      </a:rPr>
                      <m:t xml:space="preserve"> </m:t>
                    </m:r>
                  </m:oMath>
                </a14:m>
              </mc:Choice>
              <mc:Fallback>
                <a:r>
                  <a:rPr lang="en-IN" sz="6000" b="1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 </a:t>
                </a:r>
                <a:r>
                  <a:rPr lang="en-IN" sz="6000" b="1" dirty="0">
                    <a:solidFill>
                      <a:schemeClr val="lt1"/>
                    </a:solidFill>
                    <a:latin typeface="Arial"/>
                    <a:ea typeface="Arial"/>
                    <a:sym typeface="Arial"/>
                  </a:rPr>
                  <a:t>√</a:t>
                </a:r>
                <a:r>
                  <a:rPr lang="en-IN" sz="6000" b="1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uG </a:t>
                </a:r>
              </mc:Fallback>
            </mc:AlternateContent>
            <a:r>
              <a:rPr lang="en-IN" sz="6000" b="1" dirty="0">
                <a:solidFill>
                  <a:schemeClr val="lt1"/>
                </a:solidFill>
                <a:latin typeface="Cambria"/>
                <a:ea typeface="Cambria"/>
                <a:sym typeface="Cambria"/>
              </a:rPr>
              <a:t> : [05 April, 2024 (Shift-II)]</a:t>
            </a:r>
          </a:p>
        </p:txBody>
      </p:sp>
      <p:sp>
        <p:nvSpPr>
          <p:cNvPr id="3" name="Google Shape;130;p29"/>
          <p:cNvSpPr txBox="1"/>
          <p:nvPr/>
        </p:nvSpPr>
        <p:spPr>
          <a:xfrm>
            <a:off x="3107605" y="6567818"/>
            <a:ext cx="32744401" cy="15973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algn="l" marL="0" indent="0">
              <a:buSzPts val="8400"/>
            </a:pPr>
            <a:r>
              <a:rPr lang="en-IN" sz="6000" b="1" dirty="0">
                <a:solidFill>
                  <a:schemeClr val="lt1"/>
                </a:solidFill>
                <a:latin typeface="Cambria"/>
                <a:ea typeface="Cambria"/>
                <a:sym typeface="Cambria"/>
              </a:rPr>
              <a:t>Pressure gradient per unit mass</a:t>
            </a:r>
            <a:endParaRPr sz="6000" b="1" dirty="0">
              <a:solidFill>
                <a:schemeClr val="lt1"/>
              </a:solidFill>
              <a:latin typeface="Cambria"/>
              <a:ea typeface="Cambria"/>
            </a:endParaRPr>
          </a:p>
        </p:txBody>
      </p:sp>
      <p:sp>
        <p:nvSpPr>
          <p:cNvPr id="4" name="Google Shape;131;p29"/>
          <p:cNvSpPr/>
          <p:nvPr/>
        </p:nvSpPr>
        <p:spPr>
          <a:xfrm>
            <a:off x="-1864528" y="681774"/>
            <a:ext cx="7081988" cy="1569660"/>
          </a:xfrm>
          <a:prstGeom prst="roundRect">
            <a:avLst>
              <a:gd name="adj" fmla="val 50000"/>
            </a:avLst>
          </a:prstGeom>
          <a:gradFill>
            <a:gsLst>
              <a:gs pos="0">
                <a:srgbClr val="07213C"/>
              </a:gs>
              <a:gs pos="50000">
                <a:srgbClr val="0A3258"/>
              </a:gs>
              <a:gs pos="100000">
                <a:srgbClr val="0E3B69"/>
              </a:gs>
            </a:gsLst>
            <a:lin ang="16200000" scaled="0"/>
          </a:gradFill>
          <a:ln w="57150" cap="flat" cmpd="sng">
            <a:solidFill>
              <a:schemeClr val="lt1"/>
            </a:solidFill>
            <a:prstDash val="solid"/>
            <a:round/>
            <a:headEnd type="none" w="sm" len="sm"/>
            <a:tailEnd type="none" w="sm" len="sm"/>
          </a:ln>
          <a:effectLst>
            <a:outerShdw blurRad="50800" dist="38100" dir="10800000" algn="r" rotWithShape="0">
              <a:srgbClr val="000000">
                <a:alpha val="40000"/>
              </a:srgb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algn="l" marL="0" marR="0" lvl="0" indent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8400" b="1" i="0" u="none" strike="noStrike" cap="none">
              <a:solidFill>
                <a:schemeClr val="lt1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5" name="Google Shape;132;p29"/>
          <p:cNvSpPr txBox="1"/>
          <p:nvPr/>
        </p:nvSpPr>
        <p:spPr>
          <a:xfrm>
            <a:off x="1039500" y="827049"/>
            <a:ext cx="4562190" cy="101562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algn="l">
              <a:buSzPts val="8400"/>
            </a:pPr>
            <a:r>
              <a:rPr lang="en-IN" sz="6000" b="1" dirty="0">
                <a:solidFill>
                  <a:schemeClr val="lt1"/>
                </a:solidFill>
                <a:latin typeface="Cambria"/>
                <a:ea typeface="Cambria"/>
                <a:sym typeface="Cambria"/>
              </a:rPr>
              <a:t>Question</a:t>
            </a:r>
            <a:endParaRPr sz="6000" b="1" dirty="0">
              <a:solidFill>
                <a:schemeClr val="lt1"/>
              </a:solidFill>
              <a:latin typeface="Cambria"/>
              <a:ea typeface="Cambria"/>
            </a:endParaRPr>
          </a:p>
        </p:txBody>
      </p:sp>
      <p:sp>
        <p:nvSpPr>
          <p:cNvPr id="6" name="Google Shape;133;p29"/>
          <p:cNvSpPr/>
          <p:nvPr/>
        </p:nvSpPr>
        <p:spPr>
          <a:xfrm>
            <a:off x="1039499" y="6277029"/>
            <a:ext cx="1597200" cy="1597200"/>
          </a:xfrm>
          <a:prstGeom prst="ellipse">
            <a:avLst/>
          </a:prstGeom>
          <a:gradFill>
            <a:gsLst>
              <a:gs pos="0">
                <a:srgbClr val="07213C"/>
              </a:gs>
              <a:gs pos="50000">
                <a:srgbClr val="0A3258"/>
              </a:gs>
              <a:gs pos="100000">
                <a:srgbClr val="0E3B69"/>
              </a:gs>
            </a:gsLst>
            <a:lin ang="16200000" scaled="0"/>
          </a:gradFill>
          <a:ln w="57150" cap="flat" cmpd="sng">
            <a:solidFill>
              <a:schemeClr val="lt1"/>
            </a:solidFill>
            <a:prstDash val="solid"/>
            <a:round/>
            <a:headEnd type="none" w="sm" len="sm"/>
            <a:tailEnd type="none" w="sm" len="sm"/>
          </a:ln>
          <a:effectLst>
            <a:outerShdw blurRad="50800" dist="38100" dir="10800000" algn="r" rotWithShape="0">
              <a:srgbClr val="000000">
                <a:alpha val="40000"/>
              </a:srgb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algn="l" marL="0" marR="0" lvl="0" indent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400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" name="Google Shape;134;p29"/>
          <p:cNvSpPr txBox="1"/>
          <p:nvPr/>
        </p:nvSpPr>
        <p:spPr>
          <a:xfrm>
            <a:off x="1104807" y="6475534"/>
            <a:ext cx="1466700" cy="116951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lvl="0" indent="0" algn="ctr">
              <a:buSzPts val="8400"/>
              <a:buFont typeface="Arial"/>
              <a:buNone/>
            </a:pPr>
            <a:r>
              <a:rPr lang="en-IN" sz="7000" b="1" dirty="0">
                <a:solidFill>
                  <a:schemeClr val="lt1"/>
                </a:solidFill>
                <a:latin typeface="Cambria"/>
                <a:ea typeface="Cambria"/>
                <a:sym typeface="Poppins"/>
              </a:rPr>
              <a:t>A</a:t>
            </a:r>
            <a:endParaRPr sz="7000" b="1" dirty="0">
              <a:solidFill>
                <a:schemeClr val="lt1"/>
              </a:solidFill>
              <a:latin typeface="Cambria"/>
              <a:ea typeface="Cambria"/>
            </a:endParaRPr>
          </a:p>
        </p:txBody>
      </p:sp>
      <p:grpSp>
        <p:nvGrpSpPr>
          <p:cNvPr id="8" name="Group 3">
            <a:extLst>
              <a:ext uri="{FF2B5EF4-FFF2-40B4-BE49-F238E27FC236}">
                <a16:creationId xmlns:a16="http://schemas.microsoft.com/office/drawing/2014/main" id="{E7A8D3A8-3CB4-6749-CCFA-38CA3F055B3C}"/>
              </a:ext>
            </a:extLst>
          </p:cNvPr>
          <p:cNvGrpSpPr/>
          <p:nvPr/>
        </p:nvGrpSpPr>
        <p:grpSpPr>
          <a:xfrm>
            <a:off x="1039499" y="8394369"/>
            <a:ext cx="1597200" cy="1597200"/>
            <a:chOff x="1039499" y="8887793"/>
            <a:chExt cx="1597200" cy="1597200"/>
          </a:xfrm>
        </p:grpSpPr>
        <p:sp>
          <p:nvSpPr>
            <p:cNvPr id="9" name="Google Shape;135;p29"/>
            <p:cNvSpPr/>
            <p:nvPr/>
          </p:nvSpPr>
          <p:spPr>
            <a:xfrm>
              <a:off x="1039499" y="8887793"/>
              <a:ext cx="1597200" cy="1597200"/>
            </a:xfrm>
            <a:prstGeom prst="ellipse">
              <a:avLst/>
            </a:prstGeom>
            <a:gradFill>
              <a:gsLst>
                <a:gs pos="0">
                  <a:srgbClr val="07213C"/>
                </a:gs>
                <a:gs pos="50000">
                  <a:srgbClr val="0A3258"/>
                </a:gs>
                <a:gs pos="100000">
                  <a:srgbClr val="0E3B69"/>
                </a:gs>
              </a:gsLst>
              <a:lin ang="16200000" scaled="0"/>
            </a:gradFill>
            <a:ln w="5715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  <a:effectLst>
              <a:outerShdw blurRad="50800" dist="38100" dir="10800000" algn="r" rotWithShape="0">
                <a:srgbClr val="000000">
                  <a:alpha val="40000"/>
                </a:srgbClr>
              </a:outerShdw>
            </a:effectLst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algn="l" marL="0" marR="0" lvl="0" indent="0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4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0" name="Google Shape;136;p29"/>
            <p:cNvSpPr txBox="1"/>
            <p:nvPr/>
          </p:nvSpPr>
          <p:spPr>
            <a:xfrm>
              <a:off x="1104806" y="9086298"/>
              <a:ext cx="1466700" cy="12006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pPr algn="ctr">
                <a:buSzPts val="8400"/>
              </a:pPr>
              <a:r>
                <a:rPr lang="en-IN" sz="7000" b="1" dirty="0">
                  <a:solidFill>
                    <a:schemeClr val="lt1"/>
                  </a:solidFill>
                  <a:latin typeface="Cambria"/>
                  <a:ea typeface="Cambria"/>
                  <a:sym typeface="Poppins"/>
                </a:rPr>
                <a:t>B</a:t>
              </a:r>
              <a:endParaRPr sz="7000" b="1" dirty="0">
                <a:solidFill>
                  <a:schemeClr val="lt1"/>
                </a:solidFill>
                <a:latin typeface="Cambria"/>
                <a:ea typeface="Cambria"/>
              </a:endParaRPr>
            </a:p>
          </p:txBody>
        </p:sp>
      </p:grpSp>
      <p:grpSp>
        <p:nvGrpSpPr>
          <p:cNvPr id="11" name="Group 2">
            <a:extLst>
              <a:ext uri="{FF2B5EF4-FFF2-40B4-BE49-F238E27FC236}">
                <a16:creationId xmlns:a16="http://schemas.microsoft.com/office/drawing/2014/main" id="{1929EFE0-7899-C986-6D22-F9305746025F}"/>
              </a:ext>
            </a:extLst>
          </p:cNvPr>
          <p:cNvGrpSpPr/>
          <p:nvPr/>
        </p:nvGrpSpPr>
        <p:grpSpPr>
          <a:xfrm>
            <a:off x="1039499" y="10511709"/>
            <a:ext cx="1597200" cy="1597200"/>
            <a:chOff x="1039499" y="11392904"/>
            <a:chExt cx="1597200" cy="1597200"/>
          </a:xfrm>
        </p:grpSpPr>
        <p:sp>
          <p:nvSpPr>
            <p:cNvPr id="12" name="Google Shape;137;p29"/>
            <p:cNvSpPr/>
            <p:nvPr/>
          </p:nvSpPr>
          <p:spPr>
            <a:xfrm>
              <a:off x="1039499" y="11392904"/>
              <a:ext cx="1597200" cy="1597200"/>
            </a:xfrm>
            <a:prstGeom prst="ellipse">
              <a:avLst/>
            </a:prstGeom>
            <a:gradFill>
              <a:gsLst>
                <a:gs pos="0">
                  <a:srgbClr val="07213C"/>
                </a:gs>
                <a:gs pos="50000">
                  <a:srgbClr val="0A3258"/>
                </a:gs>
                <a:gs pos="100000">
                  <a:srgbClr val="0E3B69"/>
                </a:gs>
              </a:gsLst>
              <a:lin ang="16200000" scaled="0"/>
            </a:gradFill>
            <a:ln w="5715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  <a:effectLst>
              <a:outerShdw blurRad="50800" dist="38100" dir="10800000" algn="r" rotWithShape="0">
                <a:srgbClr val="000000">
                  <a:alpha val="40000"/>
                </a:srgbClr>
              </a:outerShdw>
            </a:effectLst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algn="l" marL="0" marR="0" lvl="0" indent="0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4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3" name="Google Shape;138;p29"/>
            <p:cNvSpPr txBox="1"/>
            <p:nvPr/>
          </p:nvSpPr>
          <p:spPr>
            <a:xfrm>
              <a:off x="1104806" y="11591409"/>
              <a:ext cx="1466700" cy="12006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pPr algn="ctr">
                <a:buSzPts val="8400"/>
              </a:pPr>
              <a:r>
                <a:rPr lang="en-IN" sz="7000" b="1" dirty="0">
                  <a:solidFill>
                    <a:schemeClr val="lt1"/>
                  </a:solidFill>
                  <a:latin typeface="Cambria"/>
                  <a:ea typeface="Cambria"/>
                  <a:sym typeface="Poppins"/>
                </a:rPr>
                <a:t>C</a:t>
              </a:r>
              <a:endParaRPr sz="7000" b="1" dirty="0">
                <a:solidFill>
                  <a:schemeClr val="lt1"/>
                </a:solidFill>
                <a:latin typeface="Cambria"/>
                <a:ea typeface="Cambria"/>
              </a:endParaRPr>
            </a:p>
          </p:txBody>
        </p:sp>
      </p:grpSp>
      <p:grpSp>
        <p:nvGrpSpPr>
          <p:cNvPr id="14" name="Group 1">
            <a:extLst>
              <a:ext uri="{FF2B5EF4-FFF2-40B4-BE49-F238E27FC236}">
                <a16:creationId xmlns:a16="http://schemas.microsoft.com/office/drawing/2014/main" id="{2EFF441D-B1EA-669C-64B0-91C1D604A467}"/>
              </a:ext>
            </a:extLst>
          </p:cNvPr>
          <p:cNvGrpSpPr/>
          <p:nvPr/>
        </p:nvGrpSpPr>
        <p:grpSpPr>
          <a:xfrm>
            <a:off x="1039499" y="12629049"/>
            <a:ext cx="1597200" cy="1597200"/>
            <a:chOff x="1039499" y="13898015"/>
            <a:chExt cx="1597200" cy="1597200"/>
          </a:xfrm>
        </p:grpSpPr>
        <p:sp>
          <p:nvSpPr>
            <p:cNvPr id="15" name="Google Shape;139;p29"/>
            <p:cNvSpPr/>
            <p:nvPr/>
          </p:nvSpPr>
          <p:spPr>
            <a:xfrm>
              <a:off x="1039499" y="13898015"/>
              <a:ext cx="1597200" cy="1597200"/>
            </a:xfrm>
            <a:prstGeom prst="ellipse">
              <a:avLst/>
            </a:prstGeom>
            <a:gradFill>
              <a:gsLst>
                <a:gs pos="0">
                  <a:srgbClr val="07213C"/>
                </a:gs>
                <a:gs pos="50000">
                  <a:srgbClr val="0A3258"/>
                </a:gs>
                <a:gs pos="100000">
                  <a:srgbClr val="0E3B69"/>
                </a:gs>
              </a:gsLst>
              <a:lin ang="16200000" scaled="0"/>
            </a:gradFill>
            <a:ln w="5715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  <a:effectLst>
              <a:outerShdw blurRad="50800" dist="38100" dir="10800000" algn="r" rotWithShape="0">
                <a:srgbClr val="000000">
                  <a:alpha val="40000"/>
                </a:srgbClr>
              </a:outerShdw>
            </a:effectLst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algn="l" marL="0" marR="0" lvl="0" indent="0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4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6" name="Google Shape;140;p29"/>
            <p:cNvSpPr txBox="1"/>
            <p:nvPr/>
          </p:nvSpPr>
          <p:spPr>
            <a:xfrm>
              <a:off x="1104806" y="14096520"/>
              <a:ext cx="1466700" cy="12006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pPr algn="ctr">
                <a:buSzPts val="8400"/>
              </a:pPr>
              <a:r>
                <a:rPr lang="en-IN" sz="7000" b="1" dirty="0">
                  <a:solidFill>
                    <a:schemeClr val="lt1"/>
                  </a:solidFill>
                  <a:latin typeface="Cambria"/>
                  <a:ea typeface="Cambria"/>
                  <a:sym typeface="Poppins"/>
                </a:rPr>
                <a:t>D</a:t>
              </a:r>
              <a:endParaRPr sz="7000" b="1" dirty="0">
                <a:solidFill>
                  <a:schemeClr val="lt1"/>
                </a:solidFill>
                <a:latin typeface="Cambria"/>
                <a:ea typeface="Cambria"/>
              </a:endParaRPr>
            </a:p>
          </p:txBody>
        </p:sp>
      </p:grpSp>
      <p:sp>
        <p:nvSpPr>
          <p:cNvPr id="17" name="Google Shape;130;p29">
            <a:extLst>
              <a:ext uri="{FF2B5EF4-FFF2-40B4-BE49-F238E27FC236}">
                <a16:creationId xmlns:a16="http://schemas.microsoft.com/office/drawing/2014/main" id="{359EC1B9-8B0A-CB48-A9AA-6F6EAF44500B}"/>
              </a:ext>
            </a:extLst>
          </p:cNvPr>
          <p:cNvSpPr txBox="1"/>
          <p:nvPr/>
        </p:nvSpPr>
        <p:spPr>
          <a:xfrm>
            <a:off x="3107605" y="8624960"/>
            <a:ext cx="32744401" cy="15973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algn="l" marL="0" indent="0">
              <a:buSzPts val="8400"/>
            </a:pPr>
            <a:r>
              <a:rPr lang="en-IN" sz="6000" b="1" dirty="0">
                <a:solidFill>
                  <a:schemeClr val="lt1"/>
                </a:solidFill>
                <a:latin typeface="Cambria"/>
                <a:ea typeface="Cambria"/>
                <a:sym typeface="Cambria"/>
              </a:rPr>
              <a:t>Force per unit mass</a:t>
            </a:r>
            <a:endParaRPr sz="6000" b="1" dirty="0">
              <a:solidFill>
                <a:schemeClr val="lt1"/>
              </a:solidFill>
              <a:latin typeface="Cambria"/>
              <a:ea typeface="Cambria"/>
            </a:endParaRPr>
          </a:p>
        </p:txBody>
      </p:sp>
      <p:sp>
        <p:nvSpPr>
          <p:cNvPr id="18" name="Google Shape;130;p29">
            <a:extLst>
              <a:ext uri="{FF2B5EF4-FFF2-40B4-BE49-F238E27FC236}">
                <a16:creationId xmlns:a16="http://schemas.microsoft.com/office/drawing/2014/main" id="{7A900CAF-02A4-EA2C-D5AE-61E805D388DB}"/>
              </a:ext>
            </a:extLst>
          </p:cNvPr>
          <p:cNvSpPr txBox="1"/>
          <p:nvPr/>
        </p:nvSpPr>
        <p:spPr>
          <a:xfrm>
            <a:off x="3107605" y="10692275"/>
            <a:ext cx="32744401" cy="15973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algn="l" marL="0" indent="0">
              <a:buSzPts val="8400"/>
            </a:pPr>
            <a:r>
              <a:rPr lang="en-IN" sz="6000" b="1" dirty="0">
                <a:solidFill>
                  <a:schemeClr val="lt1"/>
                </a:solidFill>
                <a:latin typeface="Cambria"/>
                <a:ea typeface="Cambria"/>
                <a:sym typeface="Cambria"/>
              </a:rPr>
              <a:t>Gravitational potential</a:t>
            </a:r>
            <a:endParaRPr sz="6000" b="1" dirty="0">
              <a:solidFill>
                <a:schemeClr val="lt1"/>
              </a:solidFill>
              <a:latin typeface="Cambria"/>
              <a:ea typeface="Cambria"/>
            </a:endParaRPr>
          </a:p>
        </p:txBody>
      </p:sp>
      <p:sp>
        <p:nvSpPr>
          <p:cNvPr id="19" name="Google Shape;130;p29">
            <a:extLst>
              <a:ext uri="{FF2B5EF4-FFF2-40B4-BE49-F238E27FC236}">
                <a16:creationId xmlns:a16="http://schemas.microsoft.com/office/drawing/2014/main" id="{14CC97B5-99F4-9A71-2E1A-0ED3B3F0A5F1}"/>
              </a:ext>
            </a:extLst>
          </p:cNvPr>
          <p:cNvSpPr txBox="1"/>
          <p:nvPr/>
        </p:nvSpPr>
        <p:spPr>
          <a:xfrm>
            <a:off x="3107605" y="12827554"/>
            <a:ext cx="32744401" cy="15973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algn="l" marL="0" indent="0">
              <a:buSzPts val="8400"/>
            </a:pPr>
            <a:r>
              <a:rPr lang="en-IN" sz="6000" b="1" dirty="0">
                <a:solidFill>
                  <a:schemeClr val="lt1"/>
                </a:solidFill>
                <a:latin typeface="Cambria"/>
                <a:ea typeface="Cambria"/>
                <a:sym typeface="Cambria"/>
              </a:rPr>
              <a:t>Energy per unit mass</a:t>
            </a:r>
            <a:endParaRPr sz="6000" b="1" dirty="0">
              <a:solidFill>
                <a:schemeClr val="lt1"/>
              </a:solidFill>
              <a:latin typeface="Cambria"/>
              <a:ea typeface="Cambria"/>
            </a:endParaRPr>
          </a:p>
        </p:txBody>
      </p:sp>
    </p:spTree>
  </p:cSld>
  <p:clrMapOvr>
    <a:masterClrMapping/>
  </p:clrMapOvr>
  <p:transition spd="slow">
    <p:push/>
  </p:transition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Google Shape;129;p29"/>
          <p:cNvSpPr txBox="1"/>
          <p:nvPr/>
        </p:nvSpPr>
        <p:spPr>
          <a:xfrm>
            <a:off x="1104806" y="2396709"/>
            <a:ext cx="34747200" cy="16459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algn="l" marL="0" lvl="0" indent="0">
              <a:buSzPts val="8400"/>
              <a:buFont typeface="Arial"/>
              <a:buNone/>
            </a:pPr>
            <a:r>
              <a:rPr lang="en-IN" sz="6000" b="1" dirty="0">
                <a:solidFill>
                  <a:schemeClr val="lt1"/>
                </a:solidFill>
                <a:latin typeface="Cambria"/>
                <a:ea typeface="Cambria"/>
                <a:sym typeface="Cambria"/>
              </a:rPr>
              <a:t>28. The dimensional formula of angular impulse is: [1 Feb, 2024 (Shift-I)]</a:t>
            </a:r>
          </a:p>
        </p:txBody>
      </p:sp>
      <p:sp>
        <p:nvSpPr>
          <p:cNvPr id="3" name="Google Shape;130;p29"/>
          <p:cNvSpPr txBox="1"/>
          <p:nvPr/>
        </p:nvSpPr>
        <p:spPr>
          <a:xfrm>
            <a:off x="3107605" y="5653418"/>
            <a:ext cx="32744401" cy="15973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algn="l" marL="0" indent="0">
              <a:buSzPts val="8400"/>
            </a:pPr>
            <mc:AlternateContent xmlns:mc="http://schemas.openxmlformats.org/markup-compatibility/2006">
              <mc:Choice xmlns:a14="http://schemas.microsoft.com/office/drawing/2010/main" Requires="a14">
                <a14:m xmlns:m="http://schemas.openxmlformats.org/officeDocument/2006/math">
                  <m:oMath>
                    <m:r>
                      <a:rPr lang="en-IN" sz="6000" b="1" dirty="0">
                        <a:solidFill>
                          <a:schemeClr val="lt1"/>
                        </a:solidFill>
                        <a:latin typeface="Cambria Math"/>
                        <a:ea typeface="Cambria Math"/>
                        <a:sym typeface="Cambria Math"/>
                      </a:rPr>
                      <m:t xml:space="preserve"> [M </m:t>
                    </m:r>
                    <m:sSup>
                      <m:sSupPr/>
                      <m:e>
                        <m:r>
                          <a:rPr lang="en-IN" sz="6000" b="1" dirty="0">
                            <a:solidFill>
                              <a:schemeClr val="lt1"/>
                            </a:solidFill>
                            <a:latin typeface="Cambria Math"/>
                            <a:ea typeface="Cambria Math"/>
                            <a:sym typeface="Cambria Math"/>
                          </a:rPr>
                          <m:t xml:space="preserve">L</m:t>
                        </m:r>
                      </m:e>
                      <m:sup>
                        <m:r>
                          <a:rPr lang="en-IN" sz="6000" b="1" dirty="0">
                            <a:solidFill>
                              <a:schemeClr val="lt1"/>
                            </a:solidFill>
                            <a:latin typeface="Cambria Math"/>
                            <a:ea typeface="Cambria Math"/>
                            <a:sym typeface="Cambria Math"/>
                          </a:rPr>
                          <m:t xml:space="preserve">-2</m:t>
                        </m:r>
                      </m:sup>
                    </m:sSup>
                    <m:r>
                      <a:rPr lang="en-IN" sz="6000" b="1" dirty="0">
                        <a:solidFill>
                          <a:schemeClr val="lt1"/>
                        </a:solidFill>
                        <a:latin typeface="Cambria Math"/>
                        <a:ea typeface="Cambria Math"/>
                        <a:sym typeface="Cambria Math"/>
                      </a:rPr>
                      <m:t xml:space="preserve"> </m:t>
                    </m:r>
                    <m:sSup>
                      <m:sSupPr/>
                      <m:e>
                        <m:r>
                          <a:rPr lang="en-IN" sz="6000" b="1" dirty="0">
                            <a:solidFill>
                              <a:schemeClr val="lt1"/>
                            </a:solidFill>
                            <a:latin typeface="Cambria Math"/>
                            <a:ea typeface="Cambria Math"/>
                            <a:sym typeface="Cambria Math"/>
                          </a:rPr>
                          <m:t xml:space="preserve">T</m:t>
                        </m:r>
                      </m:e>
                      <m:sup>
                        <m:r>
                          <a:rPr lang="en-IN" sz="6000" b="1" dirty="0">
                            <a:solidFill>
                              <a:schemeClr val="lt1"/>
                            </a:solidFill>
                            <a:latin typeface="Cambria Math"/>
                            <a:ea typeface="Cambria Math"/>
                            <a:sym typeface="Cambria Math"/>
                          </a:rPr>
                          <m:t xml:space="preserve">-1</m:t>
                        </m:r>
                      </m:sup>
                    </m:sSup>
                    <m:r>
                      <a:rPr lang="en-IN" sz="6000" b="1" dirty="0">
                        <a:solidFill>
                          <a:schemeClr val="lt1"/>
                        </a:solidFill>
                        <a:latin typeface="Cambria Math"/>
                        <a:ea typeface="Cambria Math"/>
                        <a:sym typeface="Cambria Math"/>
                      </a:rPr>
                      <m:t xml:space="preserve">] </m:t>
                    </m:r>
                  </m:oMath>
                </a14:m>
              </mc:Choice>
              <mc:Fallback>
                <a:r>
                  <a:rPr lang="en-IN" sz="6000" b="1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 [M L</a:t>
                </a:r>
                <a:r>
                  <a:rPr baseline="52000" lang="en-IN" sz="4320" b="1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-2</a:t>
                </a:r>
                <a:r>
                  <a:rPr lang="en-IN" sz="6000" b="1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 T</a:t>
                </a:r>
                <a:r>
                  <a:rPr baseline="52000" lang="en-IN" sz="4320" b="1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-1</a:t>
                </a:r>
                <a:r>
                  <a:rPr lang="en-IN" sz="6000" b="1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] </a:t>
                </a:r>
              </mc:Fallback>
            </mc:AlternateContent>
            <a:endParaRPr sz="6000" b="1" dirty="0">
              <a:solidFill>
                <a:schemeClr val="lt1"/>
              </a:solidFill>
              <a:latin typeface="Cambria"/>
              <a:ea typeface="Cambria"/>
            </a:endParaRPr>
          </a:p>
        </p:txBody>
      </p:sp>
      <p:sp>
        <p:nvSpPr>
          <p:cNvPr id="4" name="Google Shape;131;p29"/>
          <p:cNvSpPr/>
          <p:nvPr/>
        </p:nvSpPr>
        <p:spPr>
          <a:xfrm>
            <a:off x="-1864528" y="681774"/>
            <a:ext cx="7081988" cy="1569660"/>
          </a:xfrm>
          <a:prstGeom prst="roundRect">
            <a:avLst>
              <a:gd name="adj" fmla="val 50000"/>
            </a:avLst>
          </a:prstGeom>
          <a:gradFill>
            <a:gsLst>
              <a:gs pos="0">
                <a:srgbClr val="07213C"/>
              </a:gs>
              <a:gs pos="50000">
                <a:srgbClr val="0A3258"/>
              </a:gs>
              <a:gs pos="100000">
                <a:srgbClr val="0E3B69"/>
              </a:gs>
            </a:gsLst>
            <a:lin ang="16200000" scaled="0"/>
          </a:gradFill>
          <a:ln w="57150" cap="flat" cmpd="sng">
            <a:solidFill>
              <a:schemeClr val="lt1"/>
            </a:solidFill>
            <a:prstDash val="solid"/>
            <a:round/>
            <a:headEnd type="none" w="sm" len="sm"/>
            <a:tailEnd type="none" w="sm" len="sm"/>
          </a:ln>
          <a:effectLst>
            <a:outerShdw blurRad="50800" dist="38100" dir="10800000" algn="r" rotWithShape="0">
              <a:srgbClr val="000000">
                <a:alpha val="40000"/>
              </a:srgb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algn="l" marL="0" marR="0" lvl="0" indent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8400" b="1" i="0" u="none" strike="noStrike" cap="none">
              <a:solidFill>
                <a:schemeClr val="lt1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5" name="Google Shape;132;p29"/>
          <p:cNvSpPr txBox="1"/>
          <p:nvPr/>
        </p:nvSpPr>
        <p:spPr>
          <a:xfrm>
            <a:off x="1039500" y="827049"/>
            <a:ext cx="4562190" cy="101562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algn="l">
              <a:buSzPts val="8400"/>
            </a:pPr>
            <a:r>
              <a:rPr lang="en-IN" sz="6000" b="1" dirty="0">
                <a:solidFill>
                  <a:schemeClr val="lt1"/>
                </a:solidFill>
                <a:latin typeface="Cambria"/>
                <a:ea typeface="Cambria"/>
                <a:sym typeface="Cambria"/>
              </a:rPr>
              <a:t>Question</a:t>
            </a:r>
            <a:endParaRPr sz="6000" b="1" dirty="0">
              <a:solidFill>
                <a:schemeClr val="lt1"/>
              </a:solidFill>
              <a:latin typeface="Cambria"/>
              <a:ea typeface="Cambria"/>
            </a:endParaRPr>
          </a:p>
        </p:txBody>
      </p:sp>
      <p:sp>
        <p:nvSpPr>
          <p:cNvPr id="6" name="Google Shape;133;p29"/>
          <p:cNvSpPr/>
          <p:nvPr/>
        </p:nvSpPr>
        <p:spPr>
          <a:xfrm>
            <a:off x="1039499" y="5362629"/>
            <a:ext cx="1597200" cy="1597200"/>
          </a:xfrm>
          <a:prstGeom prst="ellipse">
            <a:avLst/>
          </a:prstGeom>
          <a:gradFill>
            <a:gsLst>
              <a:gs pos="0">
                <a:srgbClr val="07213C"/>
              </a:gs>
              <a:gs pos="50000">
                <a:srgbClr val="0A3258"/>
              </a:gs>
              <a:gs pos="100000">
                <a:srgbClr val="0E3B69"/>
              </a:gs>
            </a:gsLst>
            <a:lin ang="16200000" scaled="0"/>
          </a:gradFill>
          <a:ln w="57150" cap="flat" cmpd="sng">
            <a:solidFill>
              <a:schemeClr val="lt1"/>
            </a:solidFill>
            <a:prstDash val="solid"/>
            <a:round/>
            <a:headEnd type="none" w="sm" len="sm"/>
            <a:tailEnd type="none" w="sm" len="sm"/>
          </a:ln>
          <a:effectLst>
            <a:outerShdw blurRad="50800" dist="38100" dir="10800000" algn="r" rotWithShape="0">
              <a:srgbClr val="000000">
                <a:alpha val="40000"/>
              </a:srgb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algn="l" marL="0" marR="0" lvl="0" indent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400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" name="Google Shape;134;p29"/>
          <p:cNvSpPr txBox="1"/>
          <p:nvPr/>
        </p:nvSpPr>
        <p:spPr>
          <a:xfrm>
            <a:off x="1104807" y="5561134"/>
            <a:ext cx="1466700" cy="116951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lvl="0" indent="0" algn="ctr">
              <a:buSzPts val="8400"/>
              <a:buFont typeface="Arial"/>
              <a:buNone/>
            </a:pPr>
            <a:r>
              <a:rPr lang="en-IN" sz="7000" b="1" dirty="0">
                <a:solidFill>
                  <a:schemeClr val="lt1"/>
                </a:solidFill>
                <a:latin typeface="Cambria"/>
                <a:ea typeface="Cambria"/>
                <a:sym typeface="Poppins"/>
              </a:rPr>
              <a:t>A</a:t>
            </a:r>
            <a:endParaRPr sz="7000" b="1" dirty="0">
              <a:solidFill>
                <a:schemeClr val="lt1"/>
              </a:solidFill>
              <a:latin typeface="Cambria"/>
              <a:ea typeface="Cambria"/>
            </a:endParaRPr>
          </a:p>
        </p:txBody>
      </p:sp>
      <p:grpSp>
        <p:nvGrpSpPr>
          <p:cNvPr id="8" name="Group 3">
            <a:extLst>
              <a:ext uri="{FF2B5EF4-FFF2-40B4-BE49-F238E27FC236}">
                <a16:creationId xmlns:a16="http://schemas.microsoft.com/office/drawing/2014/main" id="{E7A8D3A8-3CB4-6749-CCFA-38CA3F055B3C}"/>
              </a:ext>
            </a:extLst>
          </p:cNvPr>
          <p:cNvGrpSpPr/>
          <p:nvPr/>
        </p:nvGrpSpPr>
        <p:grpSpPr>
          <a:xfrm>
            <a:off x="1039499" y="7479969"/>
            <a:ext cx="1597200" cy="1597200"/>
            <a:chOff x="1039499" y="8887793"/>
            <a:chExt cx="1597200" cy="1597200"/>
          </a:xfrm>
        </p:grpSpPr>
        <p:sp>
          <p:nvSpPr>
            <p:cNvPr id="9" name="Google Shape;135;p29"/>
            <p:cNvSpPr/>
            <p:nvPr/>
          </p:nvSpPr>
          <p:spPr>
            <a:xfrm>
              <a:off x="1039499" y="8887793"/>
              <a:ext cx="1597200" cy="1597200"/>
            </a:xfrm>
            <a:prstGeom prst="ellipse">
              <a:avLst/>
            </a:prstGeom>
            <a:gradFill>
              <a:gsLst>
                <a:gs pos="0">
                  <a:srgbClr val="07213C"/>
                </a:gs>
                <a:gs pos="50000">
                  <a:srgbClr val="0A3258"/>
                </a:gs>
                <a:gs pos="100000">
                  <a:srgbClr val="0E3B69"/>
                </a:gs>
              </a:gsLst>
              <a:lin ang="16200000" scaled="0"/>
            </a:gradFill>
            <a:ln w="5715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  <a:effectLst>
              <a:outerShdw blurRad="50800" dist="38100" dir="10800000" algn="r" rotWithShape="0">
                <a:srgbClr val="000000">
                  <a:alpha val="40000"/>
                </a:srgbClr>
              </a:outerShdw>
            </a:effectLst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algn="l" marL="0" marR="0" lvl="0" indent="0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4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0" name="Google Shape;136;p29"/>
            <p:cNvSpPr txBox="1"/>
            <p:nvPr/>
          </p:nvSpPr>
          <p:spPr>
            <a:xfrm>
              <a:off x="1104806" y="9086298"/>
              <a:ext cx="1466700" cy="12006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pPr algn="ctr">
                <a:buSzPts val="8400"/>
              </a:pPr>
              <a:r>
                <a:rPr lang="en-IN" sz="7000" b="1" dirty="0">
                  <a:solidFill>
                    <a:schemeClr val="lt1"/>
                  </a:solidFill>
                  <a:latin typeface="Cambria"/>
                  <a:ea typeface="Cambria"/>
                  <a:sym typeface="Poppins"/>
                </a:rPr>
                <a:t>B</a:t>
              </a:r>
              <a:endParaRPr sz="7000" b="1" dirty="0">
                <a:solidFill>
                  <a:schemeClr val="lt1"/>
                </a:solidFill>
                <a:latin typeface="Cambria"/>
                <a:ea typeface="Cambria"/>
              </a:endParaRPr>
            </a:p>
          </p:txBody>
        </p:sp>
      </p:grpSp>
      <p:grpSp>
        <p:nvGrpSpPr>
          <p:cNvPr id="11" name="Group 2">
            <a:extLst>
              <a:ext uri="{FF2B5EF4-FFF2-40B4-BE49-F238E27FC236}">
                <a16:creationId xmlns:a16="http://schemas.microsoft.com/office/drawing/2014/main" id="{1929EFE0-7899-C986-6D22-F9305746025F}"/>
              </a:ext>
            </a:extLst>
          </p:cNvPr>
          <p:cNvGrpSpPr/>
          <p:nvPr/>
        </p:nvGrpSpPr>
        <p:grpSpPr>
          <a:xfrm>
            <a:off x="1039499" y="9597309"/>
            <a:ext cx="1597200" cy="1597200"/>
            <a:chOff x="1039499" y="11392904"/>
            <a:chExt cx="1597200" cy="1597200"/>
          </a:xfrm>
        </p:grpSpPr>
        <p:sp>
          <p:nvSpPr>
            <p:cNvPr id="12" name="Google Shape;137;p29"/>
            <p:cNvSpPr/>
            <p:nvPr/>
          </p:nvSpPr>
          <p:spPr>
            <a:xfrm>
              <a:off x="1039499" y="11392904"/>
              <a:ext cx="1597200" cy="1597200"/>
            </a:xfrm>
            <a:prstGeom prst="ellipse">
              <a:avLst/>
            </a:prstGeom>
            <a:gradFill>
              <a:gsLst>
                <a:gs pos="0">
                  <a:srgbClr val="07213C"/>
                </a:gs>
                <a:gs pos="50000">
                  <a:srgbClr val="0A3258"/>
                </a:gs>
                <a:gs pos="100000">
                  <a:srgbClr val="0E3B69"/>
                </a:gs>
              </a:gsLst>
              <a:lin ang="16200000" scaled="0"/>
            </a:gradFill>
            <a:ln w="5715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  <a:effectLst>
              <a:outerShdw blurRad="50800" dist="38100" dir="10800000" algn="r" rotWithShape="0">
                <a:srgbClr val="000000">
                  <a:alpha val="40000"/>
                </a:srgbClr>
              </a:outerShdw>
            </a:effectLst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algn="l" marL="0" marR="0" lvl="0" indent="0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4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3" name="Google Shape;138;p29"/>
            <p:cNvSpPr txBox="1"/>
            <p:nvPr/>
          </p:nvSpPr>
          <p:spPr>
            <a:xfrm>
              <a:off x="1104806" y="11591409"/>
              <a:ext cx="1466700" cy="12006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pPr algn="ctr">
                <a:buSzPts val="8400"/>
              </a:pPr>
              <a:r>
                <a:rPr lang="en-IN" sz="7000" b="1" dirty="0">
                  <a:solidFill>
                    <a:schemeClr val="lt1"/>
                  </a:solidFill>
                  <a:latin typeface="Cambria"/>
                  <a:ea typeface="Cambria"/>
                  <a:sym typeface="Poppins"/>
                </a:rPr>
                <a:t>C</a:t>
              </a:r>
              <a:endParaRPr sz="7000" b="1" dirty="0">
                <a:solidFill>
                  <a:schemeClr val="lt1"/>
                </a:solidFill>
                <a:latin typeface="Cambria"/>
                <a:ea typeface="Cambria"/>
              </a:endParaRPr>
            </a:p>
          </p:txBody>
        </p:sp>
      </p:grpSp>
      <p:grpSp>
        <p:nvGrpSpPr>
          <p:cNvPr id="14" name="Group 1">
            <a:extLst>
              <a:ext uri="{FF2B5EF4-FFF2-40B4-BE49-F238E27FC236}">
                <a16:creationId xmlns:a16="http://schemas.microsoft.com/office/drawing/2014/main" id="{2EFF441D-B1EA-669C-64B0-91C1D604A467}"/>
              </a:ext>
            </a:extLst>
          </p:cNvPr>
          <p:cNvGrpSpPr/>
          <p:nvPr/>
        </p:nvGrpSpPr>
        <p:grpSpPr>
          <a:xfrm>
            <a:off x="1039499" y="11714649"/>
            <a:ext cx="1597200" cy="1597200"/>
            <a:chOff x="1039499" y="13898015"/>
            <a:chExt cx="1597200" cy="1597200"/>
          </a:xfrm>
        </p:grpSpPr>
        <p:sp>
          <p:nvSpPr>
            <p:cNvPr id="15" name="Google Shape;139;p29"/>
            <p:cNvSpPr/>
            <p:nvPr/>
          </p:nvSpPr>
          <p:spPr>
            <a:xfrm>
              <a:off x="1039499" y="13898015"/>
              <a:ext cx="1597200" cy="1597200"/>
            </a:xfrm>
            <a:prstGeom prst="ellipse">
              <a:avLst/>
            </a:prstGeom>
            <a:gradFill>
              <a:gsLst>
                <a:gs pos="0">
                  <a:srgbClr val="07213C"/>
                </a:gs>
                <a:gs pos="50000">
                  <a:srgbClr val="0A3258"/>
                </a:gs>
                <a:gs pos="100000">
                  <a:srgbClr val="0E3B69"/>
                </a:gs>
              </a:gsLst>
              <a:lin ang="16200000" scaled="0"/>
            </a:gradFill>
            <a:ln w="5715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  <a:effectLst>
              <a:outerShdw blurRad="50800" dist="38100" dir="10800000" algn="r" rotWithShape="0">
                <a:srgbClr val="000000">
                  <a:alpha val="40000"/>
                </a:srgbClr>
              </a:outerShdw>
            </a:effectLst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algn="l" marL="0" marR="0" lvl="0" indent="0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4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6" name="Google Shape;140;p29"/>
            <p:cNvSpPr txBox="1"/>
            <p:nvPr/>
          </p:nvSpPr>
          <p:spPr>
            <a:xfrm>
              <a:off x="1104806" y="14096520"/>
              <a:ext cx="1466700" cy="12006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pPr algn="ctr">
                <a:buSzPts val="8400"/>
              </a:pPr>
              <a:r>
                <a:rPr lang="en-IN" sz="7000" b="1" dirty="0">
                  <a:solidFill>
                    <a:schemeClr val="lt1"/>
                  </a:solidFill>
                  <a:latin typeface="Cambria"/>
                  <a:ea typeface="Cambria"/>
                  <a:sym typeface="Poppins"/>
                </a:rPr>
                <a:t>D</a:t>
              </a:r>
              <a:endParaRPr sz="7000" b="1" dirty="0">
                <a:solidFill>
                  <a:schemeClr val="lt1"/>
                </a:solidFill>
                <a:latin typeface="Cambria"/>
                <a:ea typeface="Cambria"/>
              </a:endParaRPr>
            </a:p>
          </p:txBody>
        </p:sp>
      </p:grpSp>
      <p:sp>
        <p:nvSpPr>
          <p:cNvPr id="17" name="Google Shape;130;p29">
            <a:extLst>
              <a:ext uri="{FF2B5EF4-FFF2-40B4-BE49-F238E27FC236}">
                <a16:creationId xmlns:a16="http://schemas.microsoft.com/office/drawing/2014/main" id="{359EC1B9-8B0A-CB48-A9AA-6F6EAF44500B}"/>
              </a:ext>
            </a:extLst>
          </p:cNvPr>
          <p:cNvSpPr txBox="1"/>
          <p:nvPr/>
        </p:nvSpPr>
        <p:spPr>
          <a:xfrm>
            <a:off x="3107605" y="7710560"/>
            <a:ext cx="32744401" cy="15973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algn="l" marL="0" indent="0">
              <a:buSzPts val="8400"/>
            </a:pPr>
            <mc:AlternateContent xmlns:mc="http://schemas.openxmlformats.org/markup-compatibility/2006">
              <mc:Choice xmlns:a14="http://schemas.microsoft.com/office/drawing/2010/main" Requires="a14">
                <a14:m xmlns:m="http://schemas.openxmlformats.org/officeDocument/2006/math">
                  <m:oMath>
                    <m:r>
                      <a:rPr lang="en-IN" sz="6000" b="1" dirty="0">
                        <a:solidFill>
                          <a:schemeClr val="lt1"/>
                        </a:solidFill>
                        <a:latin typeface="Cambria Math"/>
                        <a:ea typeface="Cambria Math"/>
                        <a:sym typeface="Cambria Math"/>
                      </a:rPr>
                      <m:t xml:space="preserve"> [M </m:t>
                    </m:r>
                    <m:sSup>
                      <m:sSupPr/>
                      <m:e>
                        <m:r>
                          <a:rPr lang="en-IN" sz="6000" b="1" dirty="0">
                            <a:solidFill>
                              <a:schemeClr val="lt1"/>
                            </a:solidFill>
                            <a:latin typeface="Cambria Math"/>
                            <a:ea typeface="Cambria Math"/>
                            <a:sym typeface="Cambria Math"/>
                          </a:rPr>
                          <m:t xml:space="preserve">L</m:t>
                        </m:r>
                      </m:e>
                      <m:sup>
                        <m:r>
                          <a:rPr lang="en-IN" sz="6000" b="1" dirty="0">
                            <a:solidFill>
                              <a:schemeClr val="lt1"/>
                            </a:solidFill>
                            <a:latin typeface="Cambria Math"/>
                            <a:ea typeface="Cambria Math"/>
                            <a:sym typeface="Cambria Math"/>
                          </a:rPr>
                          <m:t xml:space="preserve">2</m:t>
                        </m:r>
                      </m:sup>
                    </m:sSup>
                    <m:r>
                      <a:rPr lang="en-IN" sz="6000" b="1" dirty="0">
                        <a:solidFill>
                          <a:schemeClr val="lt1"/>
                        </a:solidFill>
                        <a:latin typeface="Cambria Math"/>
                        <a:ea typeface="Cambria Math"/>
                        <a:sym typeface="Cambria Math"/>
                      </a:rPr>
                      <m:t xml:space="preserve"> </m:t>
                    </m:r>
                    <m:sSup>
                      <m:sSupPr/>
                      <m:e>
                        <m:r>
                          <a:rPr lang="en-IN" sz="6000" b="1" dirty="0">
                            <a:solidFill>
                              <a:schemeClr val="lt1"/>
                            </a:solidFill>
                            <a:latin typeface="Cambria Math"/>
                            <a:ea typeface="Cambria Math"/>
                            <a:sym typeface="Cambria Math"/>
                          </a:rPr>
                          <m:t xml:space="preserve">T</m:t>
                        </m:r>
                      </m:e>
                      <m:sup>
                        <m:r>
                          <a:rPr lang="en-IN" sz="6000" b="1" dirty="0">
                            <a:solidFill>
                              <a:schemeClr val="lt1"/>
                            </a:solidFill>
                            <a:latin typeface="Cambria Math"/>
                            <a:ea typeface="Cambria Math"/>
                            <a:sym typeface="Cambria Math"/>
                          </a:rPr>
                          <m:t xml:space="preserve">-2</m:t>
                        </m:r>
                      </m:sup>
                    </m:sSup>
                    <m:r>
                      <a:rPr lang="en-IN" sz="6000" b="1" dirty="0">
                        <a:solidFill>
                          <a:schemeClr val="lt1"/>
                        </a:solidFill>
                        <a:latin typeface="Cambria Math"/>
                        <a:ea typeface="Cambria Math"/>
                        <a:sym typeface="Cambria Math"/>
                      </a:rPr>
                      <m:t xml:space="preserve">] </m:t>
                    </m:r>
                  </m:oMath>
                </a14:m>
              </mc:Choice>
              <mc:Fallback>
                <a:r>
                  <a:rPr lang="en-IN" sz="6000" b="1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 [M L</a:t>
                </a:r>
                <a:r>
                  <a:rPr baseline="52000" lang="en-IN" sz="4320" b="1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2</a:t>
                </a:r>
                <a:r>
                  <a:rPr lang="en-IN" sz="6000" b="1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 T</a:t>
                </a:r>
                <a:r>
                  <a:rPr baseline="52000" lang="en-IN" sz="4320" b="1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-2</a:t>
                </a:r>
                <a:r>
                  <a:rPr lang="en-IN" sz="6000" b="1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] </a:t>
                </a:r>
              </mc:Fallback>
            </mc:AlternateContent>
            <a:endParaRPr sz="6000" b="1" dirty="0">
              <a:solidFill>
                <a:schemeClr val="lt1"/>
              </a:solidFill>
              <a:latin typeface="Cambria"/>
              <a:ea typeface="Cambria"/>
            </a:endParaRPr>
          </a:p>
        </p:txBody>
      </p:sp>
      <p:sp>
        <p:nvSpPr>
          <p:cNvPr id="18" name="Google Shape;130;p29">
            <a:extLst>
              <a:ext uri="{FF2B5EF4-FFF2-40B4-BE49-F238E27FC236}">
                <a16:creationId xmlns:a16="http://schemas.microsoft.com/office/drawing/2014/main" id="{7A900CAF-02A4-EA2C-D5AE-61E805D388DB}"/>
              </a:ext>
            </a:extLst>
          </p:cNvPr>
          <p:cNvSpPr txBox="1"/>
          <p:nvPr/>
        </p:nvSpPr>
        <p:spPr>
          <a:xfrm>
            <a:off x="3107605" y="9777875"/>
            <a:ext cx="32744401" cy="15973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algn="l" marL="0" indent="0">
              <a:buSzPts val="8400"/>
            </a:pPr>
            <mc:AlternateContent xmlns:mc="http://schemas.openxmlformats.org/markup-compatibility/2006">
              <mc:Choice xmlns:a14="http://schemas.microsoft.com/office/drawing/2010/main" Requires="a14">
                <a14:m xmlns:m="http://schemas.openxmlformats.org/officeDocument/2006/math">
                  <m:oMath>
                    <m:r>
                      <a:rPr lang="en-IN" sz="6000" b="1" dirty="0">
                        <a:solidFill>
                          <a:schemeClr val="lt1"/>
                        </a:solidFill>
                        <a:latin typeface="Cambria Math"/>
                        <a:ea typeface="Cambria Math"/>
                        <a:sym typeface="Cambria Math"/>
                      </a:rPr>
                      <m:t xml:space="preserve"> [M L </m:t>
                    </m:r>
                    <m:sSup>
                      <m:sSupPr/>
                      <m:e>
                        <m:r>
                          <a:rPr lang="en-IN" sz="6000" b="1" dirty="0">
                            <a:solidFill>
                              <a:schemeClr val="lt1"/>
                            </a:solidFill>
                            <a:latin typeface="Cambria Math"/>
                            <a:ea typeface="Cambria Math"/>
                            <a:sym typeface="Cambria Math"/>
                          </a:rPr>
                          <m:t xml:space="preserve">T</m:t>
                        </m:r>
                      </m:e>
                      <m:sup>
                        <m:r>
                          <a:rPr lang="en-IN" sz="6000" b="1" dirty="0">
                            <a:solidFill>
                              <a:schemeClr val="lt1"/>
                            </a:solidFill>
                            <a:latin typeface="Cambria Math"/>
                            <a:ea typeface="Cambria Math"/>
                            <a:sym typeface="Cambria Math"/>
                          </a:rPr>
                          <m:t xml:space="preserve">-1</m:t>
                        </m:r>
                      </m:sup>
                    </m:sSup>
                    <m:r>
                      <a:rPr lang="en-IN" sz="6000" b="1" dirty="0">
                        <a:solidFill>
                          <a:schemeClr val="lt1"/>
                        </a:solidFill>
                        <a:latin typeface="Cambria Math"/>
                        <a:ea typeface="Cambria Math"/>
                        <a:sym typeface="Cambria Math"/>
                      </a:rPr>
                      <m:t xml:space="preserve">] </m:t>
                    </m:r>
                  </m:oMath>
                </a14:m>
              </mc:Choice>
              <mc:Fallback>
                <a:r>
                  <a:rPr lang="en-IN" sz="6000" b="1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 [M L T</a:t>
                </a:r>
                <a:r>
                  <a:rPr baseline="52000" lang="en-IN" sz="4320" b="1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-1</a:t>
                </a:r>
                <a:r>
                  <a:rPr lang="en-IN" sz="6000" b="1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] </a:t>
                </a:r>
              </mc:Fallback>
            </mc:AlternateContent>
            <a:endParaRPr sz="6000" b="1" dirty="0">
              <a:solidFill>
                <a:schemeClr val="lt1"/>
              </a:solidFill>
              <a:latin typeface="Cambria"/>
              <a:ea typeface="Cambria"/>
            </a:endParaRPr>
          </a:p>
        </p:txBody>
      </p:sp>
      <p:sp>
        <p:nvSpPr>
          <p:cNvPr id="19" name="Google Shape;130;p29">
            <a:extLst>
              <a:ext uri="{FF2B5EF4-FFF2-40B4-BE49-F238E27FC236}">
                <a16:creationId xmlns:a16="http://schemas.microsoft.com/office/drawing/2014/main" id="{14CC97B5-99F4-9A71-2E1A-0ED3B3F0A5F1}"/>
              </a:ext>
            </a:extLst>
          </p:cNvPr>
          <p:cNvSpPr txBox="1"/>
          <p:nvPr/>
        </p:nvSpPr>
        <p:spPr>
          <a:xfrm>
            <a:off x="3107605" y="11913154"/>
            <a:ext cx="32744401" cy="15973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algn="l" marL="0" indent="0">
              <a:buSzPts val="8400"/>
            </a:pPr>
            <mc:AlternateContent xmlns:mc="http://schemas.openxmlformats.org/markup-compatibility/2006">
              <mc:Choice xmlns:a14="http://schemas.microsoft.com/office/drawing/2010/main" Requires="a14">
                <a14:m xmlns:m="http://schemas.openxmlformats.org/officeDocument/2006/math">
                  <m:oMath>
                    <m:r>
                      <a:rPr lang="en-IN" sz="6000" b="1" dirty="0">
                        <a:solidFill>
                          <a:schemeClr val="lt1"/>
                        </a:solidFill>
                        <a:latin typeface="Cambria Math"/>
                        <a:ea typeface="Cambria Math"/>
                        <a:sym typeface="Cambria Math"/>
                      </a:rPr>
                      <m:t xml:space="preserve"> [M </m:t>
                    </m:r>
                    <m:sSup>
                      <m:sSupPr/>
                      <m:e>
                        <m:r>
                          <a:rPr lang="en-IN" sz="6000" b="1" dirty="0">
                            <a:solidFill>
                              <a:schemeClr val="lt1"/>
                            </a:solidFill>
                            <a:latin typeface="Cambria Math"/>
                            <a:ea typeface="Cambria Math"/>
                            <a:sym typeface="Cambria Math"/>
                          </a:rPr>
                          <m:t xml:space="preserve">L</m:t>
                        </m:r>
                      </m:e>
                      <m:sup>
                        <m:r>
                          <a:rPr lang="en-IN" sz="6000" b="1" dirty="0">
                            <a:solidFill>
                              <a:schemeClr val="lt1"/>
                            </a:solidFill>
                            <a:latin typeface="Cambria Math"/>
                            <a:ea typeface="Cambria Math"/>
                            <a:sym typeface="Cambria Math"/>
                          </a:rPr>
                          <m:t xml:space="preserve">2</m:t>
                        </m:r>
                      </m:sup>
                    </m:sSup>
                    <m:r>
                      <a:rPr lang="en-IN" sz="6000" b="1" dirty="0">
                        <a:solidFill>
                          <a:schemeClr val="lt1"/>
                        </a:solidFill>
                        <a:latin typeface="Cambria Math"/>
                        <a:ea typeface="Cambria Math"/>
                        <a:sym typeface="Cambria Math"/>
                      </a:rPr>
                      <m:t xml:space="preserve"> </m:t>
                    </m:r>
                    <m:sSup>
                      <m:sSupPr/>
                      <m:e>
                        <m:r>
                          <a:rPr lang="en-IN" sz="6000" b="1" dirty="0">
                            <a:solidFill>
                              <a:schemeClr val="lt1"/>
                            </a:solidFill>
                            <a:latin typeface="Cambria Math"/>
                            <a:ea typeface="Cambria Math"/>
                            <a:sym typeface="Cambria Math"/>
                          </a:rPr>
                          <m:t xml:space="preserve">T</m:t>
                        </m:r>
                      </m:e>
                      <m:sup>
                        <m:r>
                          <a:rPr lang="en-IN" sz="6000" b="1" dirty="0">
                            <a:solidFill>
                              <a:schemeClr val="lt1"/>
                            </a:solidFill>
                            <a:latin typeface="Cambria Math"/>
                            <a:ea typeface="Cambria Math"/>
                            <a:sym typeface="Cambria Math"/>
                          </a:rPr>
                          <m:t xml:space="preserve">-1</m:t>
                        </m:r>
                      </m:sup>
                    </m:sSup>
                    <m:r>
                      <a:rPr lang="en-IN" sz="6000" b="1" dirty="0">
                        <a:solidFill>
                          <a:schemeClr val="lt1"/>
                        </a:solidFill>
                        <a:latin typeface="Cambria Math"/>
                        <a:ea typeface="Cambria Math"/>
                        <a:sym typeface="Cambria Math"/>
                      </a:rPr>
                      <m:t xml:space="preserve">] </m:t>
                    </m:r>
                  </m:oMath>
                </a14:m>
              </mc:Choice>
              <mc:Fallback>
                <a:r>
                  <a:rPr lang="en-IN" sz="6000" b="1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 [M L</a:t>
                </a:r>
                <a:r>
                  <a:rPr baseline="52000" lang="en-IN" sz="4320" b="1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2</a:t>
                </a:r>
                <a:r>
                  <a:rPr lang="en-IN" sz="6000" b="1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 T</a:t>
                </a:r>
                <a:r>
                  <a:rPr baseline="52000" lang="en-IN" sz="4320" b="1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-1</a:t>
                </a:r>
                <a:r>
                  <a:rPr lang="en-IN" sz="6000" b="1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] </a:t>
                </a:r>
              </mc:Fallback>
            </mc:AlternateContent>
            <a:endParaRPr sz="6000" b="1" dirty="0">
              <a:solidFill>
                <a:schemeClr val="lt1"/>
              </a:solidFill>
              <a:latin typeface="Cambria"/>
              <a:ea typeface="Cambria"/>
            </a:endParaRPr>
          </a:p>
        </p:txBody>
      </p:sp>
    </p:spTree>
  </p:cSld>
  <p:clrMapOvr>
    <a:masterClrMapping/>
  </p:clrMapOvr>
  <p:transition spd="slow">
    <p:push/>
  </p:transition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Google Shape;129;p29"/>
          <p:cNvSpPr txBox="1"/>
          <p:nvPr/>
        </p:nvSpPr>
        <p:spPr>
          <a:xfrm>
            <a:off x="1104806" y="2396709"/>
            <a:ext cx="34747200" cy="43891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algn="l" marL="0" lvl="0" indent="0">
              <a:buSzPts val="8400"/>
              <a:buFont typeface="Arial"/>
              <a:buNone/>
            </a:pPr>
            <a:r>
              <a:rPr lang="en-IN" sz="6000" b="1" dirty="0">
                <a:solidFill>
                  <a:schemeClr val="lt1"/>
                </a:solidFill>
                <a:latin typeface="Cambria"/>
                <a:ea typeface="Cambria"/>
                <a:sym typeface="Cambria"/>
              </a:rPr>
              <a:t>29. Given below are two statements: [27 Jan, 2024 (Shift-I)]</a:t>
            </a:r>
          </a:p>
          <a:p>
            <a:pPr algn="l" marL="0" lvl="0" indent="0">
              <a:buSzPts val="8400"/>
              <a:buFont typeface="Arial"/>
              <a:buNone/>
            </a:pPr>
            <a:r>
              <a:rPr lang="en-IN" sz="6000" b="1" dirty="0">
                <a:solidFill>
                  <a:schemeClr val="lt1"/>
                </a:solidFill>
                <a:latin typeface="Cambria"/>
                <a:ea typeface="Cambria"/>
                <a:sym typeface="Cambria"/>
              </a:rPr>
              <a:t>Statement-I: Planck's constant and angular momentum have same dimensions.</a:t>
            </a:r>
          </a:p>
          <a:p>
            <a:pPr algn="l" marL="0" lvl="0" indent="0">
              <a:buSzPts val="8400"/>
              <a:buFont typeface="Arial"/>
              <a:buNone/>
            </a:pPr>
            <a:r>
              <a:rPr lang="en-IN" sz="6000" b="1" dirty="0">
                <a:solidFill>
                  <a:schemeClr val="lt1"/>
                </a:solidFill>
                <a:latin typeface="Cambria"/>
                <a:ea typeface="Cambria"/>
                <a:sym typeface="Cambria"/>
              </a:rPr>
              <a:t>Statement-II: Linear momentum and moment of force have same dimensions.</a:t>
            </a:r>
          </a:p>
          <a:p>
            <a:pPr algn="l" marL="0" lvl="0" indent="0">
              <a:buSzPts val="8400"/>
              <a:buFont typeface="Arial"/>
              <a:buNone/>
            </a:pPr>
            <a:r>
              <a:rPr lang="en-IN" sz="6000" b="1" dirty="0">
                <a:solidFill>
                  <a:schemeClr val="lt1"/>
                </a:solidFill>
                <a:latin typeface="Cambria"/>
                <a:ea typeface="Cambria"/>
                <a:sym typeface="Cambria"/>
              </a:rPr>
              <a:t>In the light of the above statements, choose the correct answer from the options given below:</a:t>
            </a:r>
          </a:p>
        </p:txBody>
      </p:sp>
      <p:sp>
        <p:nvSpPr>
          <p:cNvPr id="3" name="Google Shape;130;p29"/>
          <p:cNvSpPr txBox="1"/>
          <p:nvPr/>
        </p:nvSpPr>
        <p:spPr>
          <a:xfrm>
            <a:off x="3107605" y="8396618"/>
            <a:ext cx="32744401" cy="15973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algn="l" marL="0" indent="0">
              <a:buSzPts val="8400"/>
            </a:pPr>
            <a:r>
              <a:rPr lang="en-IN" sz="6000" b="1" dirty="0">
                <a:solidFill>
                  <a:schemeClr val="lt1"/>
                </a:solidFill>
                <a:latin typeface="Cambria"/>
                <a:ea typeface="Cambria"/>
                <a:sym typeface="Cambria"/>
              </a:rPr>
              <a:t>Statement-I is true but Statement-II is false</a:t>
            </a:r>
            <a:endParaRPr sz="6000" b="1" dirty="0">
              <a:solidFill>
                <a:schemeClr val="lt1"/>
              </a:solidFill>
              <a:latin typeface="Cambria"/>
              <a:ea typeface="Cambria"/>
            </a:endParaRPr>
          </a:p>
        </p:txBody>
      </p:sp>
      <p:sp>
        <p:nvSpPr>
          <p:cNvPr id="4" name="Google Shape;131;p29"/>
          <p:cNvSpPr/>
          <p:nvPr/>
        </p:nvSpPr>
        <p:spPr>
          <a:xfrm>
            <a:off x="-1864528" y="681774"/>
            <a:ext cx="7081988" cy="1569660"/>
          </a:xfrm>
          <a:prstGeom prst="roundRect">
            <a:avLst>
              <a:gd name="adj" fmla="val 50000"/>
            </a:avLst>
          </a:prstGeom>
          <a:gradFill>
            <a:gsLst>
              <a:gs pos="0">
                <a:srgbClr val="07213C"/>
              </a:gs>
              <a:gs pos="50000">
                <a:srgbClr val="0A3258"/>
              </a:gs>
              <a:gs pos="100000">
                <a:srgbClr val="0E3B69"/>
              </a:gs>
            </a:gsLst>
            <a:lin ang="16200000" scaled="0"/>
          </a:gradFill>
          <a:ln w="57150" cap="flat" cmpd="sng">
            <a:solidFill>
              <a:schemeClr val="lt1"/>
            </a:solidFill>
            <a:prstDash val="solid"/>
            <a:round/>
            <a:headEnd type="none" w="sm" len="sm"/>
            <a:tailEnd type="none" w="sm" len="sm"/>
          </a:ln>
          <a:effectLst>
            <a:outerShdw blurRad="50800" dist="38100" dir="10800000" algn="r" rotWithShape="0">
              <a:srgbClr val="000000">
                <a:alpha val="40000"/>
              </a:srgb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algn="l" marL="0" marR="0" lvl="0" indent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8400" b="1" i="0" u="none" strike="noStrike" cap="none">
              <a:solidFill>
                <a:schemeClr val="lt1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5" name="Google Shape;132;p29"/>
          <p:cNvSpPr txBox="1"/>
          <p:nvPr/>
        </p:nvSpPr>
        <p:spPr>
          <a:xfrm>
            <a:off x="1039500" y="827049"/>
            <a:ext cx="4562190" cy="101562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algn="l">
              <a:buSzPts val="8400"/>
            </a:pPr>
            <a:r>
              <a:rPr lang="en-IN" sz="6000" b="1" dirty="0">
                <a:solidFill>
                  <a:schemeClr val="lt1"/>
                </a:solidFill>
                <a:latin typeface="Cambria"/>
                <a:ea typeface="Cambria"/>
                <a:sym typeface="Cambria"/>
              </a:rPr>
              <a:t>Question</a:t>
            </a:r>
            <a:endParaRPr sz="6000" b="1" dirty="0">
              <a:solidFill>
                <a:schemeClr val="lt1"/>
              </a:solidFill>
              <a:latin typeface="Cambria"/>
              <a:ea typeface="Cambria"/>
            </a:endParaRPr>
          </a:p>
        </p:txBody>
      </p:sp>
      <p:sp>
        <p:nvSpPr>
          <p:cNvPr id="6" name="Google Shape;133;p29"/>
          <p:cNvSpPr/>
          <p:nvPr/>
        </p:nvSpPr>
        <p:spPr>
          <a:xfrm>
            <a:off x="1039499" y="8105829"/>
            <a:ext cx="1597200" cy="1597200"/>
          </a:xfrm>
          <a:prstGeom prst="ellipse">
            <a:avLst/>
          </a:prstGeom>
          <a:gradFill>
            <a:gsLst>
              <a:gs pos="0">
                <a:srgbClr val="07213C"/>
              </a:gs>
              <a:gs pos="50000">
                <a:srgbClr val="0A3258"/>
              </a:gs>
              <a:gs pos="100000">
                <a:srgbClr val="0E3B69"/>
              </a:gs>
            </a:gsLst>
            <a:lin ang="16200000" scaled="0"/>
          </a:gradFill>
          <a:ln w="57150" cap="flat" cmpd="sng">
            <a:solidFill>
              <a:schemeClr val="lt1"/>
            </a:solidFill>
            <a:prstDash val="solid"/>
            <a:round/>
            <a:headEnd type="none" w="sm" len="sm"/>
            <a:tailEnd type="none" w="sm" len="sm"/>
          </a:ln>
          <a:effectLst>
            <a:outerShdw blurRad="50800" dist="38100" dir="10800000" algn="r" rotWithShape="0">
              <a:srgbClr val="000000">
                <a:alpha val="40000"/>
              </a:srgb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algn="l" marL="0" marR="0" lvl="0" indent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400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" name="Google Shape;134;p29"/>
          <p:cNvSpPr txBox="1"/>
          <p:nvPr/>
        </p:nvSpPr>
        <p:spPr>
          <a:xfrm>
            <a:off x="1104807" y="8304334"/>
            <a:ext cx="1466700" cy="116951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lvl="0" indent="0" algn="ctr">
              <a:buSzPts val="8400"/>
              <a:buFont typeface="Arial"/>
              <a:buNone/>
            </a:pPr>
            <a:r>
              <a:rPr lang="en-IN" sz="7000" b="1" dirty="0">
                <a:solidFill>
                  <a:schemeClr val="lt1"/>
                </a:solidFill>
                <a:latin typeface="Cambria"/>
                <a:ea typeface="Cambria"/>
                <a:sym typeface="Poppins"/>
              </a:rPr>
              <a:t>A</a:t>
            </a:r>
            <a:endParaRPr sz="7000" b="1" dirty="0">
              <a:solidFill>
                <a:schemeClr val="lt1"/>
              </a:solidFill>
              <a:latin typeface="Cambria"/>
              <a:ea typeface="Cambria"/>
            </a:endParaRPr>
          </a:p>
        </p:txBody>
      </p:sp>
      <p:grpSp>
        <p:nvGrpSpPr>
          <p:cNvPr id="8" name="Group 3">
            <a:extLst>
              <a:ext uri="{FF2B5EF4-FFF2-40B4-BE49-F238E27FC236}">
                <a16:creationId xmlns:a16="http://schemas.microsoft.com/office/drawing/2014/main" id="{E7A8D3A8-3CB4-6749-CCFA-38CA3F055B3C}"/>
              </a:ext>
            </a:extLst>
          </p:cNvPr>
          <p:cNvGrpSpPr/>
          <p:nvPr/>
        </p:nvGrpSpPr>
        <p:grpSpPr>
          <a:xfrm>
            <a:off x="1039499" y="10223169"/>
            <a:ext cx="1597200" cy="1597200"/>
            <a:chOff x="1039499" y="8887793"/>
            <a:chExt cx="1597200" cy="1597200"/>
          </a:xfrm>
        </p:grpSpPr>
        <p:sp>
          <p:nvSpPr>
            <p:cNvPr id="9" name="Google Shape;135;p29"/>
            <p:cNvSpPr/>
            <p:nvPr/>
          </p:nvSpPr>
          <p:spPr>
            <a:xfrm>
              <a:off x="1039499" y="8887793"/>
              <a:ext cx="1597200" cy="1597200"/>
            </a:xfrm>
            <a:prstGeom prst="ellipse">
              <a:avLst/>
            </a:prstGeom>
            <a:gradFill>
              <a:gsLst>
                <a:gs pos="0">
                  <a:srgbClr val="07213C"/>
                </a:gs>
                <a:gs pos="50000">
                  <a:srgbClr val="0A3258"/>
                </a:gs>
                <a:gs pos="100000">
                  <a:srgbClr val="0E3B69"/>
                </a:gs>
              </a:gsLst>
              <a:lin ang="16200000" scaled="0"/>
            </a:gradFill>
            <a:ln w="5715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  <a:effectLst>
              <a:outerShdw blurRad="50800" dist="38100" dir="10800000" algn="r" rotWithShape="0">
                <a:srgbClr val="000000">
                  <a:alpha val="40000"/>
                </a:srgbClr>
              </a:outerShdw>
            </a:effectLst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algn="l" marL="0" marR="0" lvl="0" indent="0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4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0" name="Google Shape;136;p29"/>
            <p:cNvSpPr txBox="1"/>
            <p:nvPr/>
          </p:nvSpPr>
          <p:spPr>
            <a:xfrm>
              <a:off x="1104806" y="9086298"/>
              <a:ext cx="1466700" cy="12006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pPr algn="ctr">
                <a:buSzPts val="8400"/>
              </a:pPr>
              <a:r>
                <a:rPr lang="en-IN" sz="7000" b="1" dirty="0">
                  <a:solidFill>
                    <a:schemeClr val="lt1"/>
                  </a:solidFill>
                  <a:latin typeface="Cambria"/>
                  <a:ea typeface="Cambria"/>
                  <a:sym typeface="Poppins"/>
                </a:rPr>
                <a:t>B</a:t>
              </a:r>
              <a:endParaRPr sz="7000" b="1" dirty="0">
                <a:solidFill>
                  <a:schemeClr val="lt1"/>
                </a:solidFill>
                <a:latin typeface="Cambria"/>
                <a:ea typeface="Cambria"/>
              </a:endParaRPr>
            </a:p>
          </p:txBody>
        </p:sp>
      </p:grpSp>
      <p:grpSp>
        <p:nvGrpSpPr>
          <p:cNvPr id="11" name="Group 2">
            <a:extLst>
              <a:ext uri="{FF2B5EF4-FFF2-40B4-BE49-F238E27FC236}">
                <a16:creationId xmlns:a16="http://schemas.microsoft.com/office/drawing/2014/main" id="{1929EFE0-7899-C986-6D22-F9305746025F}"/>
              </a:ext>
            </a:extLst>
          </p:cNvPr>
          <p:cNvGrpSpPr/>
          <p:nvPr/>
        </p:nvGrpSpPr>
        <p:grpSpPr>
          <a:xfrm>
            <a:off x="1039499" y="12340509"/>
            <a:ext cx="1597200" cy="1597200"/>
            <a:chOff x="1039499" y="11392904"/>
            <a:chExt cx="1597200" cy="1597200"/>
          </a:xfrm>
        </p:grpSpPr>
        <p:sp>
          <p:nvSpPr>
            <p:cNvPr id="12" name="Google Shape;137;p29"/>
            <p:cNvSpPr/>
            <p:nvPr/>
          </p:nvSpPr>
          <p:spPr>
            <a:xfrm>
              <a:off x="1039499" y="11392904"/>
              <a:ext cx="1597200" cy="1597200"/>
            </a:xfrm>
            <a:prstGeom prst="ellipse">
              <a:avLst/>
            </a:prstGeom>
            <a:gradFill>
              <a:gsLst>
                <a:gs pos="0">
                  <a:srgbClr val="07213C"/>
                </a:gs>
                <a:gs pos="50000">
                  <a:srgbClr val="0A3258"/>
                </a:gs>
                <a:gs pos="100000">
                  <a:srgbClr val="0E3B69"/>
                </a:gs>
              </a:gsLst>
              <a:lin ang="16200000" scaled="0"/>
            </a:gradFill>
            <a:ln w="5715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  <a:effectLst>
              <a:outerShdw blurRad="50800" dist="38100" dir="10800000" algn="r" rotWithShape="0">
                <a:srgbClr val="000000">
                  <a:alpha val="40000"/>
                </a:srgbClr>
              </a:outerShdw>
            </a:effectLst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algn="l" marL="0" marR="0" lvl="0" indent="0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4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3" name="Google Shape;138;p29"/>
            <p:cNvSpPr txBox="1"/>
            <p:nvPr/>
          </p:nvSpPr>
          <p:spPr>
            <a:xfrm>
              <a:off x="1104806" y="11591409"/>
              <a:ext cx="1466700" cy="12006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pPr algn="ctr">
                <a:buSzPts val="8400"/>
              </a:pPr>
              <a:r>
                <a:rPr lang="en-IN" sz="7000" b="1" dirty="0">
                  <a:solidFill>
                    <a:schemeClr val="lt1"/>
                  </a:solidFill>
                  <a:latin typeface="Cambria"/>
                  <a:ea typeface="Cambria"/>
                  <a:sym typeface="Poppins"/>
                </a:rPr>
                <a:t>C</a:t>
              </a:r>
              <a:endParaRPr sz="7000" b="1" dirty="0">
                <a:solidFill>
                  <a:schemeClr val="lt1"/>
                </a:solidFill>
                <a:latin typeface="Cambria"/>
                <a:ea typeface="Cambria"/>
              </a:endParaRPr>
            </a:p>
          </p:txBody>
        </p:sp>
      </p:grpSp>
      <p:grpSp>
        <p:nvGrpSpPr>
          <p:cNvPr id="14" name="Group 1">
            <a:extLst>
              <a:ext uri="{FF2B5EF4-FFF2-40B4-BE49-F238E27FC236}">
                <a16:creationId xmlns:a16="http://schemas.microsoft.com/office/drawing/2014/main" id="{2EFF441D-B1EA-669C-64B0-91C1D604A467}"/>
              </a:ext>
            </a:extLst>
          </p:cNvPr>
          <p:cNvGrpSpPr/>
          <p:nvPr/>
        </p:nvGrpSpPr>
        <p:grpSpPr>
          <a:xfrm>
            <a:off x="1039499" y="14457849"/>
            <a:ext cx="1597200" cy="1597200"/>
            <a:chOff x="1039499" y="13898015"/>
            <a:chExt cx="1597200" cy="1597200"/>
          </a:xfrm>
        </p:grpSpPr>
        <p:sp>
          <p:nvSpPr>
            <p:cNvPr id="15" name="Google Shape;139;p29"/>
            <p:cNvSpPr/>
            <p:nvPr/>
          </p:nvSpPr>
          <p:spPr>
            <a:xfrm>
              <a:off x="1039499" y="13898015"/>
              <a:ext cx="1597200" cy="1597200"/>
            </a:xfrm>
            <a:prstGeom prst="ellipse">
              <a:avLst/>
            </a:prstGeom>
            <a:gradFill>
              <a:gsLst>
                <a:gs pos="0">
                  <a:srgbClr val="07213C"/>
                </a:gs>
                <a:gs pos="50000">
                  <a:srgbClr val="0A3258"/>
                </a:gs>
                <a:gs pos="100000">
                  <a:srgbClr val="0E3B69"/>
                </a:gs>
              </a:gsLst>
              <a:lin ang="16200000" scaled="0"/>
            </a:gradFill>
            <a:ln w="5715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  <a:effectLst>
              <a:outerShdw blurRad="50800" dist="38100" dir="10800000" algn="r" rotWithShape="0">
                <a:srgbClr val="000000">
                  <a:alpha val="40000"/>
                </a:srgbClr>
              </a:outerShdw>
            </a:effectLst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algn="l" marL="0" marR="0" lvl="0" indent="0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4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6" name="Google Shape;140;p29"/>
            <p:cNvSpPr txBox="1"/>
            <p:nvPr/>
          </p:nvSpPr>
          <p:spPr>
            <a:xfrm>
              <a:off x="1104806" y="14096520"/>
              <a:ext cx="1466700" cy="12006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pPr algn="ctr">
                <a:buSzPts val="8400"/>
              </a:pPr>
              <a:r>
                <a:rPr lang="en-IN" sz="7000" b="1" dirty="0">
                  <a:solidFill>
                    <a:schemeClr val="lt1"/>
                  </a:solidFill>
                  <a:latin typeface="Cambria"/>
                  <a:ea typeface="Cambria"/>
                  <a:sym typeface="Poppins"/>
                </a:rPr>
                <a:t>D</a:t>
              </a:r>
              <a:endParaRPr sz="7000" b="1" dirty="0">
                <a:solidFill>
                  <a:schemeClr val="lt1"/>
                </a:solidFill>
                <a:latin typeface="Cambria"/>
                <a:ea typeface="Cambria"/>
              </a:endParaRPr>
            </a:p>
          </p:txBody>
        </p:sp>
      </p:grpSp>
      <p:sp>
        <p:nvSpPr>
          <p:cNvPr id="17" name="Google Shape;130;p29">
            <a:extLst>
              <a:ext uri="{FF2B5EF4-FFF2-40B4-BE49-F238E27FC236}">
                <a16:creationId xmlns:a16="http://schemas.microsoft.com/office/drawing/2014/main" id="{359EC1B9-8B0A-CB48-A9AA-6F6EAF44500B}"/>
              </a:ext>
            </a:extLst>
          </p:cNvPr>
          <p:cNvSpPr txBox="1"/>
          <p:nvPr/>
        </p:nvSpPr>
        <p:spPr>
          <a:xfrm>
            <a:off x="3107605" y="10453760"/>
            <a:ext cx="32744401" cy="15973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algn="l" marL="0" indent="0">
              <a:buSzPts val="8400"/>
            </a:pPr>
            <a:r>
              <a:rPr lang="en-IN" sz="6000" b="1" dirty="0">
                <a:solidFill>
                  <a:schemeClr val="lt1"/>
                </a:solidFill>
                <a:latin typeface="Cambria"/>
                <a:ea typeface="Cambria"/>
                <a:sym typeface="Cambria"/>
              </a:rPr>
              <a:t>Both Statement-I and Statement-II are false</a:t>
            </a:r>
            <a:endParaRPr sz="6000" b="1" dirty="0">
              <a:solidFill>
                <a:schemeClr val="lt1"/>
              </a:solidFill>
              <a:latin typeface="Cambria"/>
              <a:ea typeface="Cambria"/>
            </a:endParaRPr>
          </a:p>
        </p:txBody>
      </p:sp>
      <p:sp>
        <p:nvSpPr>
          <p:cNvPr id="18" name="Google Shape;130;p29">
            <a:extLst>
              <a:ext uri="{FF2B5EF4-FFF2-40B4-BE49-F238E27FC236}">
                <a16:creationId xmlns:a16="http://schemas.microsoft.com/office/drawing/2014/main" id="{7A900CAF-02A4-EA2C-D5AE-61E805D388DB}"/>
              </a:ext>
            </a:extLst>
          </p:cNvPr>
          <p:cNvSpPr txBox="1"/>
          <p:nvPr/>
        </p:nvSpPr>
        <p:spPr>
          <a:xfrm>
            <a:off x="3107605" y="12521075"/>
            <a:ext cx="32744401" cy="15973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algn="l" marL="0" indent="0">
              <a:buSzPts val="8400"/>
            </a:pPr>
            <a:r>
              <a:rPr lang="en-IN" sz="6000" b="1" dirty="0">
                <a:solidFill>
                  <a:schemeClr val="lt1"/>
                </a:solidFill>
                <a:latin typeface="Cambria"/>
                <a:ea typeface="Cambria"/>
                <a:sym typeface="Cambria"/>
              </a:rPr>
              <a:t>Both Statement-I and Statement-II are true</a:t>
            </a:r>
            <a:endParaRPr sz="6000" b="1" dirty="0">
              <a:solidFill>
                <a:schemeClr val="lt1"/>
              </a:solidFill>
              <a:latin typeface="Cambria"/>
              <a:ea typeface="Cambria"/>
            </a:endParaRPr>
          </a:p>
        </p:txBody>
      </p:sp>
      <p:sp>
        <p:nvSpPr>
          <p:cNvPr id="19" name="Google Shape;130;p29">
            <a:extLst>
              <a:ext uri="{FF2B5EF4-FFF2-40B4-BE49-F238E27FC236}">
                <a16:creationId xmlns:a16="http://schemas.microsoft.com/office/drawing/2014/main" id="{14CC97B5-99F4-9A71-2E1A-0ED3B3F0A5F1}"/>
              </a:ext>
            </a:extLst>
          </p:cNvPr>
          <p:cNvSpPr txBox="1"/>
          <p:nvPr/>
        </p:nvSpPr>
        <p:spPr>
          <a:xfrm>
            <a:off x="3107605" y="14656354"/>
            <a:ext cx="32744401" cy="15973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algn="l" marL="0" indent="0">
              <a:buSzPts val="8400"/>
            </a:pPr>
            <a:r>
              <a:rPr lang="en-IN" sz="6000" b="1" dirty="0">
                <a:solidFill>
                  <a:schemeClr val="lt1"/>
                </a:solidFill>
                <a:latin typeface="Cambria"/>
                <a:ea typeface="Cambria"/>
                <a:sym typeface="Cambria"/>
              </a:rPr>
              <a:t>Statement-I is false but Statement-II is true</a:t>
            </a:r>
            <a:endParaRPr sz="6000" b="1" dirty="0">
              <a:solidFill>
                <a:schemeClr val="lt1"/>
              </a:solidFill>
              <a:latin typeface="Cambria"/>
              <a:ea typeface="Cambria"/>
            </a:endParaRPr>
          </a:p>
        </p:txBody>
      </p:sp>
    </p:spTree>
  </p:cSld>
  <p:clrMapOvr>
    <a:masterClrMapping/>
  </p:clrMapOvr>
  <p:transition spd="slow">
    <p:push/>
  </p:transition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Google Shape;129;p29"/>
          <p:cNvSpPr txBox="1"/>
          <p:nvPr/>
        </p:nvSpPr>
        <p:spPr>
          <a:xfrm>
            <a:off x="1104806" y="2396709"/>
            <a:ext cx="34747200" cy="25603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algn="l" marL="0" lvl="0" indent="0">
              <a:buSzPts val="8400"/>
              <a:buFont typeface="Arial"/>
              <a:buNone/>
            </a:pPr>
            <a:r>
              <a:rPr lang="en-IN" sz="6000" b="1" dirty="0">
                <a:solidFill>
                  <a:schemeClr val="lt1"/>
                </a:solidFill>
                <a:latin typeface="Cambria"/>
                <a:ea typeface="Cambria"/>
                <a:sym typeface="Cambria"/>
              </a:rPr>
              <a:t>30. Match List-I with List-II. [30 Jan, 2024 (Shift-I)]</a:t>
            </a:r>
          </a:p>
          <a:p>
            <a:pPr algn="l" marL="0" lvl="0" indent="0">
              <a:buSzPts val="8400"/>
              <a:buFont typeface="Arial"/>
              <a:buNone/>
            </a:pPr>
            <a:r>
              <a:rPr lang="en-IN" sz="6000" b="1" dirty="0">
                <a:solidFill>
                  <a:schemeClr val="lt1"/>
                </a:solidFill>
                <a:latin typeface="Cambria"/>
                <a:ea typeface="Cambria"/>
                <a:sym typeface="Cambria"/>
              </a:rPr>
              <a:t>Choose the correct answer from the options given below:</a:t>
            </a:r>
          </a:p>
        </p:txBody>
      </p:sp>
      <p:sp>
        <p:nvSpPr>
          <p:cNvPr id="3" name="Google Shape;130;p29"/>
          <p:cNvSpPr txBox="1"/>
          <p:nvPr/>
        </p:nvSpPr>
        <p:spPr>
          <a:xfrm>
            <a:off x="3107605" y="11663909"/>
            <a:ext cx="32744401" cy="15973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algn="l" marL="0" indent="0">
              <a:buSzPts val="8400"/>
            </a:pPr>
            <a:r>
              <a:rPr lang="en-IN" sz="6000" b="1" dirty="0">
                <a:solidFill>
                  <a:schemeClr val="lt1"/>
                </a:solidFill>
                <a:latin typeface="Cambria"/>
                <a:ea typeface="Cambria"/>
                <a:sym typeface="Cambria"/>
              </a:rPr>
              <a:t>A-II, B-I, C-IV, D-III</a:t>
            </a:r>
            <a:endParaRPr sz="6000" b="1" dirty="0">
              <a:solidFill>
                <a:schemeClr val="lt1"/>
              </a:solidFill>
              <a:latin typeface="Cambria"/>
              <a:ea typeface="Cambria"/>
            </a:endParaRPr>
          </a:p>
        </p:txBody>
      </p:sp>
      <p:sp>
        <p:nvSpPr>
          <p:cNvPr id="4" name="Google Shape;131;p29"/>
          <p:cNvSpPr/>
          <p:nvPr/>
        </p:nvSpPr>
        <p:spPr>
          <a:xfrm>
            <a:off x="-1864528" y="681774"/>
            <a:ext cx="7081988" cy="1569660"/>
          </a:xfrm>
          <a:prstGeom prst="roundRect">
            <a:avLst>
              <a:gd name="adj" fmla="val 50000"/>
            </a:avLst>
          </a:prstGeom>
          <a:gradFill>
            <a:gsLst>
              <a:gs pos="0">
                <a:srgbClr val="07213C"/>
              </a:gs>
              <a:gs pos="50000">
                <a:srgbClr val="0A3258"/>
              </a:gs>
              <a:gs pos="100000">
                <a:srgbClr val="0E3B69"/>
              </a:gs>
            </a:gsLst>
            <a:lin ang="16200000" scaled="0"/>
          </a:gradFill>
          <a:ln w="57150" cap="flat" cmpd="sng">
            <a:solidFill>
              <a:schemeClr val="lt1"/>
            </a:solidFill>
            <a:prstDash val="solid"/>
            <a:round/>
            <a:headEnd type="none" w="sm" len="sm"/>
            <a:tailEnd type="none" w="sm" len="sm"/>
          </a:ln>
          <a:effectLst>
            <a:outerShdw blurRad="50800" dist="38100" dir="10800000" algn="r" rotWithShape="0">
              <a:srgbClr val="000000">
                <a:alpha val="40000"/>
              </a:srgb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algn="l" marL="0" marR="0" lvl="0" indent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8400" b="1" i="0" u="none" strike="noStrike" cap="none">
              <a:solidFill>
                <a:schemeClr val="lt1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5" name="Google Shape;132;p29"/>
          <p:cNvSpPr txBox="1"/>
          <p:nvPr/>
        </p:nvSpPr>
        <p:spPr>
          <a:xfrm>
            <a:off x="1039500" y="827049"/>
            <a:ext cx="4562190" cy="101562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algn="l">
              <a:buSzPts val="8400"/>
            </a:pPr>
            <a:r>
              <a:rPr lang="en-IN" sz="6000" b="1" dirty="0">
                <a:solidFill>
                  <a:schemeClr val="lt1"/>
                </a:solidFill>
                <a:latin typeface="Cambria"/>
                <a:ea typeface="Cambria"/>
                <a:sym typeface="Cambria"/>
              </a:rPr>
              <a:t>Question</a:t>
            </a:r>
            <a:endParaRPr sz="6000" b="1" dirty="0">
              <a:solidFill>
                <a:schemeClr val="lt1"/>
              </a:solidFill>
              <a:latin typeface="Cambria"/>
              <a:ea typeface="Cambria"/>
            </a:endParaRPr>
          </a:p>
        </p:txBody>
      </p:sp>
      <p:sp>
        <p:nvSpPr>
          <p:cNvPr id="6" name="Google Shape;133;p29"/>
          <p:cNvSpPr/>
          <p:nvPr/>
        </p:nvSpPr>
        <p:spPr>
          <a:xfrm>
            <a:off x="1039499" y="11373120"/>
            <a:ext cx="1597200" cy="1597200"/>
          </a:xfrm>
          <a:prstGeom prst="ellipse">
            <a:avLst/>
          </a:prstGeom>
          <a:gradFill>
            <a:gsLst>
              <a:gs pos="0">
                <a:srgbClr val="07213C"/>
              </a:gs>
              <a:gs pos="50000">
                <a:srgbClr val="0A3258"/>
              </a:gs>
              <a:gs pos="100000">
                <a:srgbClr val="0E3B69"/>
              </a:gs>
            </a:gsLst>
            <a:lin ang="16200000" scaled="0"/>
          </a:gradFill>
          <a:ln w="57150" cap="flat" cmpd="sng">
            <a:solidFill>
              <a:schemeClr val="lt1"/>
            </a:solidFill>
            <a:prstDash val="solid"/>
            <a:round/>
            <a:headEnd type="none" w="sm" len="sm"/>
            <a:tailEnd type="none" w="sm" len="sm"/>
          </a:ln>
          <a:effectLst>
            <a:outerShdw blurRad="50800" dist="38100" dir="10800000" algn="r" rotWithShape="0">
              <a:srgbClr val="000000">
                <a:alpha val="40000"/>
              </a:srgb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algn="l" marL="0" marR="0" lvl="0" indent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400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" name="Google Shape;134;p29"/>
          <p:cNvSpPr txBox="1"/>
          <p:nvPr/>
        </p:nvSpPr>
        <p:spPr>
          <a:xfrm>
            <a:off x="1104807" y="11571625"/>
            <a:ext cx="1466700" cy="116951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lvl="0" indent="0" algn="ctr">
              <a:buSzPts val="8400"/>
              <a:buFont typeface="Arial"/>
              <a:buNone/>
            </a:pPr>
            <a:r>
              <a:rPr lang="en-IN" sz="7000" b="1" dirty="0">
                <a:solidFill>
                  <a:schemeClr val="lt1"/>
                </a:solidFill>
                <a:latin typeface="Cambria"/>
                <a:ea typeface="Cambria"/>
                <a:sym typeface="Poppins"/>
              </a:rPr>
              <a:t>A</a:t>
            </a:r>
            <a:endParaRPr sz="7000" b="1" dirty="0">
              <a:solidFill>
                <a:schemeClr val="lt1"/>
              </a:solidFill>
              <a:latin typeface="Cambria"/>
              <a:ea typeface="Cambria"/>
            </a:endParaRPr>
          </a:p>
        </p:txBody>
      </p:sp>
      <p:grpSp>
        <p:nvGrpSpPr>
          <p:cNvPr id="8" name="Group 3">
            <a:extLst>
              <a:ext uri="{FF2B5EF4-FFF2-40B4-BE49-F238E27FC236}">
                <a16:creationId xmlns:a16="http://schemas.microsoft.com/office/drawing/2014/main" id="{E7A8D3A8-3CB4-6749-CCFA-38CA3F055B3C}"/>
              </a:ext>
            </a:extLst>
          </p:cNvPr>
          <p:cNvGrpSpPr/>
          <p:nvPr/>
        </p:nvGrpSpPr>
        <p:grpSpPr>
          <a:xfrm>
            <a:off x="1039499" y="13490460"/>
            <a:ext cx="1597200" cy="1597200"/>
            <a:chOff x="1039499" y="8887793"/>
            <a:chExt cx="1597200" cy="1597200"/>
          </a:xfrm>
        </p:grpSpPr>
        <p:sp>
          <p:nvSpPr>
            <p:cNvPr id="9" name="Google Shape;135;p29"/>
            <p:cNvSpPr/>
            <p:nvPr/>
          </p:nvSpPr>
          <p:spPr>
            <a:xfrm>
              <a:off x="1039499" y="8887793"/>
              <a:ext cx="1597200" cy="1597200"/>
            </a:xfrm>
            <a:prstGeom prst="ellipse">
              <a:avLst/>
            </a:prstGeom>
            <a:gradFill>
              <a:gsLst>
                <a:gs pos="0">
                  <a:srgbClr val="07213C"/>
                </a:gs>
                <a:gs pos="50000">
                  <a:srgbClr val="0A3258"/>
                </a:gs>
                <a:gs pos="100000">
                  <a:srgbClr val="0E3B69"/>
                </a:gs>
              </a:gsLst>
              <a:lin ang="16200000" scaled="0"/>
            </a:gradFill>
            <a:ln w="5715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  <a:effectLst>
              <a:outerShdw blurRad="50800" dist="38100" dir="10800000" algn="r" rotWithShape="0">
                <a:srgbClr val="000000">
                  <a:alpha val="40000"/>
                </a:srgbClr>
              </a:outerShdw>
            </a:effectLst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algn="l" marL="0" marR="0" lvl="0" indent="0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4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0" name="Google Shape;136;p29"/>
            <p:cNvSpPr txBox="1"/>
            <p:nvPr/>
          </p:nvSpPr>
          <p:spPr>
            <a:xfrm>
              <a:off x="1104806" y="9086298"/>
              <a:ext cx="1466700" cy="12006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pPr algn="ctr">
                <a:buSzPts val="8400"/>
              </a:pPr>
              <a:r>
                <a:rPr lang="en-IN" sz="7000" b="1" dirty="0">
                  <a:solidFill>
                    <a:schemeClr val="lt1"/>
                  </a:solidFill>
                  <a:latin typeface="Cambria"/>
                  <a:ea typeface="Cambria"/>
                  <a:sym typeface="Poppins"/>
                </a:rPr>
                <a:t>B</a:t>
              </a:r>
              <a:endParaRPr sz="7000" b="1" dirty="0">
                <a:solidFill>
                  <a:schemeClr val="lt1"/>
                </a:solidFill>
                <a:latin typeface="Cambria"/>
                <a:ea typeface="Cambria"/>
              </a:endParaRPr>
            </a:p>
          </p:txBody>
        </p:sp>
      </p:grpSp>
      <p:grpSp>
        <p:nvGrpSpPr>
          <p:cNvPr id="11" name="Group 2">
            <a:extLst>
              <a:ext uri="{FF2B5EF4-FFF2-40B4-BE49-F238E27FC236}">
                <a16:creationId xmlns:a16="http://schemas.microsoft.com/office/drawing/2014/main" id="{1929EFE0-7899-C986-6D22-F9305746025F}"/>
              </a:ext>
            </a:extLst>
          </p:cNvPr>
          <p:cNvGrpSpPr/>
          <p:nvPr/>
        </p:nvGrpSpPr>
        <p:grpSpPr>
          <a:xfrm>
            <a:off x="1039499" y="15607800"/>
            <a:ext cx="1597200" cy="1597200"/>
            <a:chOff x="1039499" y="11392904"/>
            <a:chExt cx="1597200" cy="1597200"/>
          </a:xfrm>
        </p:grpSpPr>
        <p:sp>
          <p:nvSpPr>
            <p:cNvPr id="12" name="Google Shape;137;p29"/>
            <p:cNvSpPr/>
            <p:nvPr/>
          </p:nvSpPr>
          <p:spPr>
            <a:xfrm>
              <a:off x="1039499" y="11392904"/>
              <a:ext cx="1597200" cy="1597200"/>
            </a:xfrm>
            <a:prstGeom prst="ellipse">
              <a:avLst/>
            </a:prstGeom>
            <a:gradFill>
              <a:gsLst>
                <a:gs pos="0">
                  <a:srgbClr val="07213C"/>
                </a:gs>
                <a:gs pos="50000">
                  <a:srgbClr val="0A3258"/>
                </a:gs>
                <a:gs pos="100000">
                  <a:srgbClr val="0E3B69"/>
                </a:gs>
              </a:gsLst>
              <a:lin ang="16200000" scaled="0"/>
            </a:gradFill>
            <a:ln w="5715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  <a:effectLst>
              <a:outerShdw blurRad="50800" dist="38100" dir="10800000" algn="r" rotWithShape="0">
                <a:srgbClr val="000000">
                  <a:alpha val="40000"/>
                </a:srgbClr>
              </a:outerShdw>
            </a:effectLst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algn="l" marL="0" marR="0" lvl="0" indent="0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4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3" name="Google Shape;138;p29"/>
            <p:cNvSpPr txBox="1"/>
            <p:nvPr/>
          </p:nvSpPr>
          <p:spPr>
            <a:xfrm>
              <a:off x="1104806" y="11591409"/>
              <a:ext cx="1466700" cy="12006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pPr algn="ctr">
                <a:buSzPts val="8400"/>
              </a:pPr>
              <a:r>
                <a:rPr lang="en-IN" sz="7000" b="1" dirty="0">
                  <a:solidFill>
                    <a:schemeClr val="lt1"/>
                  </a:solidFill>
                  <a:latin typeface="Cambria"/>
                  <a:ea typeface="Cambria"/>
                  <a:sym typeface="Poppins"/>
                </a:rPr>
                <a:t>C</a:t>
              </a:r>
              <a:endParaRPr sz="7000" b="1" dirty="0">
                <a:solidFill>
                  <a:schemeClr val="lt1"/>
                </a:solidFill>
                <a:latin typeface="Cambria"/>
                <a:ea typeface="Cambria"/>
              </a:endParaRPr>
            </a:p>
          </p:txBody>
        </p:sp>
      </p:grpSp>
      <p:grpSp>
        <p:nvGrpSpPr>
          <p:cNvPr id="14" name="Group 1">
            <a:extLst>
              <a:ext uri="{FF2B5EF4-FFF2-40B4-BE49-F238E27FC236}">
                <a16:creationId xmlns:a16="http://schemas.microsoft.com/office/drawing/2014/main" id="{2EFF441D-B1EA-669C-64B0-91C1D604A467}"/>
              </a:ext>
            </a:extLst>
          </p:cNvPr>
          <p:cNvGrpSpPr/>
          <p:nvPr/>
        </p:nvGrpSpPr>
        <p:grpSpPr>
          <a:xfrm>
            <a:off x="1039499" y="17725140"/>
            <a:ext cx="1597200" cy="1597200"/>
            <a:chOff x="1039499" y="13898015"/>
            <a:chExt cx="1597200" cy="1597200"/>
          </a:xfrm>
        </p:grpSpPr>
        <p:sp>
          <p:nvSpPr>
            <p:cNvPr id="15" name="Google Shape;139;p29"/>
            <p:cNvSpPr/>
            <p:nvPr/>
          </p:nvSpPr>
          <p:spPr>
            <a:xfrm>
              <a:off x="1039499" y="13898015"/>
              <a:ext cx="1597200" cy="1597200"/>
            </a:xfrm>
            <a:prstGeom prst="ellipse">
              <a:avLst/>
            </a:prstGeom>
            <a:gradFill>
              <a:gsLst>
                <a:gs pos="0">
                  <a:srgbClr val="07213C"/>
                </a:gs>
                <a:gs pos="50000">
                  <a:srgbClr val="0A3258"/>
                </a:gs>
                <a:gs pos="100000">
                  <a:srgbClr val="0E3B69"/>
                </a:gs>
              </a:gsLst>
              <a:lin ang="16200000" scaled="0"/>
            </a:gradFill>
            <a:ln w="5715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  <a:effectLst>
              <a:outerShdw blurRad="50800" dist="38100" dir="10800000" algn="r" rotWithShape="0">
                <a:srgbClr val="000000">
                  <a:alpha val="40000"/>
                </a:srgbClr>
              </a:outerShdw>
            </a:effectLst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algn="l" marL="0" marR="0" lvl="0" indent="0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4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6" name="Google Shape;140;p29"/>
            <p:cNvSpPr txBox="1"/>
            <p:nvPr/>
          </p:nvSpPr>
          <p:spPr>
            <a:xfrm>
              <a:off x="1104806" y="14096520"/>
              <a:ext cx="1466700" cy="12006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pPr algn="ctr">
                <a:buSzPts val="8400"/>
              </a:pPr>
              <a:r>
                <a:rPr lang="en-IN" sz="7000" b="1" dirty="0">
                  <a:solidFill>
                    <a:schemeClr val="lt1"/>
                  </a:solidFill>
                  <a:latin typeface="Cambria"/>
                  <a:ea typeface="Cambria"/>
                  <a:sym typeface="Poppins"/>
                </a:rPr>
                <a:t>D</a:t>
              </a:r>
              <a:endParaRPr sz="7000" b="1" dirty="0">
                <a:solidFill>
                  <a:schemeClr val="lt1"/>
                </a:solidFill>
                <a:latin typeface="Cambria"/>
                <a:ea typeface="Cambria"/>
              </a:endParaRPr>
            </a:p>
          </p:txBody>
        </p:sp>
      </p:grpSp>
      <p:sp>
        <p:nvSpPr>
          <p:cNvPr id="17" name="Google Shape;130;p29">
            <a:extLst>
              <a:ext uri="{FF2B5EF4-FFF2-40B4-BE49-F238E27FC236}">
                <a16:creationId xmlns:a16="http://schemas.microsoft.com/office/drawing/2014/main" id="{359EC1B9-8B0A-CB48-A9AA-6F6EAF44500B}"/>
              </a:ext>
            </a:extLst>
          </p:cNvPr>
          <p:cNvSpPr txBox="1"/>
          <p:nvPr/>
        </p:nvSpPr>
        <p:spPr>
          <a:xfrm>
            <a:off x="3107605" y="13721051"/>
            <a:ext cx="32744401" cy="15973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algn="l" marL="0" indent="0">
              <a:buSzPts val="8400"/>
            </a:pPr>
            <a:r>
              <a:rPr lang="en-IN" sz="6000" b="1" dirty="0">
                <a:solidFill>
                  <a:schemeClr val="lt1"/>
                </a:solidFill>
                <a:latin typeface="Cambria"/>
                <a:ea typeface="Cambria"/>
                <a:sym typeface="Cambria"/>
              </a:rPr>
              <a:t>A-I, B-II, C-III, D-IV</a:t>
            </a:r>
            <a:endParaRPr sz="6000" b="1" dirty="0">
              <a:solidFill>
                <a:schemeClr val="lt1"/>
              </a:solidFill>
              <a:latin typeface="Cambria"/>
              <a:ea typeface="Cambria"/>
            </a:endParaRPr>
          </a:p>
        </p:txBody>
      </p:sp>
      <p:sp>
        <p:nvSpPr>
          <p:cNvPr id="18" name="Google Shape;130;p29">
            <a:extLst>
              <a:ext uri="{FF2B5EF4-FFF2-40B4-BE49-F238E27FC236}">
                <a16:creationId xmlns:a16="http://schemas.microsoft.com/office/drawing/2014/main" id="{7A900CAF-02A4-EA2C-D5AE-61E805D388DB}"/>
              </a:ext>
            </a:extLst>
          </p:cNvPr>
          <p:cNvSpPr txBox="1"/>
          <p:nvPr/>
        </p:nvSpPr>
        <p:spPr>
          <a:xfrm>
            <a:off x="3107605" y="15788366"/>
            <a:ext cx="32744401" cy="15973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algn="l" marL="0" indent="0">
              <a:buSzPts val="8400"/>
            </a:pPr>
            <a:r>
              <a:rPr lang="en-IN" sz="6000" b="1" dirty="0">
                <a:solidFill>
                  <a:schemeClr val="lt1"/>
                </a:solidFill>
                <a:latin typeface="Cambria"/>
                <a:ea typeface="Cambria"/>
                <a:sym typeface="Cambria"/>
              </a:rPr>
              <a:t>A-III, B-IV, C-II, D-I</a:t>
            </a:r>
            <a:endParaRPr sz="6000" b="1" dirty="0">
              <a:solidFill>
                <a:schemeClr val="lt1"/>
              </a:solidFill>
              <a:latin typeface="Cambria"/>
              <a:ea typeface="Cambria"/>
            </a:endParaRPr>
          </a:p>
        </p:txBody>
      </p:sp>
      <p:sp>
        <p:nvSpPr>
          <p:cNvPr id="19" name="Google Shape;130;p29">
            <a:extLst>
              <a:ext uri="{FF2B5EF4-FFF2-40B4-BE49-F238E27FC236}">
                <a16:creationId xmlns:a16="http://schemas.microsoft.com/office/drawing/2014/main" id="{14CC97B5-99F4-9A71-2E1A-0ED3B3F0A5F1}"/>
              </a:ext>
            </a:extLst>
          </p:cNvPr>
          <p:cNvSpPr txBox="1"/>
          <p:nvPr/>
        </p:nvSpPr>
        <p:spPr>
          <a:xfrm>
            <a:off x="3107605" y="17923645"/>
            <a:ext cx="32744401" cy="15973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algn="l" marL="0" indent="0">
              <a:buSzPts val="8400"/>
            </a:pPr>
            <a:r>
              <a:rPr lang="en-IN" sz="6000" b="1" dirty="0">
                <a:solidFill>
                  <a:schemeClr val="lt1"/>
                </a:solidFill>
                <a:latin typeface="Cambria"/>
                <a:ea typeface="Cambria"/>
                <a:sym typeface="Cambria"/>
              </a:rPr>
              <a:t>A-IV, B-III, C-II, D-I</a:t>
            </a:r>
            <a:endParaRPr sz="6000" b="1" dirty="0">
              <a:solidFill>
                <a:schemeClr val="lt1"/>
              </a:solidFill>
              <a:latin typeface="Cambria"/>
              <a:ea typeface="Cambria"/>
            </a:endParaRPr>
          </a:p>
        </p:txBody>
      </p:sp>
      <p:graphicFrame>
        <p:nvGraphicFramePr>
          <p:cNvPr id="20" name="ContentTable"/>
          <p:cNvGraphicFramePr>
            <a:graphicFrameLocks noGrp="1"/>
          </p:cNvGraphicFramePr>
          <p:nvPr/>
        </p:nvGraphicFramePr>
        <p:xfrm>
          <a:off x="1104806" y="5477029"/>
          <a:ext cx="34747200" cy="4576091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7373600"/>
                <a:gridCol w="17373600"/>
              </a:tblGrid>
              <a:tr h="915219">
                <a:tc>
                  <a:txBody>
                    <a:bodyPr/>
                    <a:lstStyle/>
                    <a:p>
                      <a:pPr algn="l" marL="0" marR="0" lvl="0" indent="0" rtl="0">
                        <a:lnSpc>
                          <a:spcPct val="110000"/>
                        </a:lnSpc>
                        <a:spcBef>
                          <a:spcPts val="60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buNone/>
                      </a:pPr>
                      <a:r>
                        <a:rPr lang="en-IN" sz="4000" b="1" i="0" u="none" strike="noStrike" cap="none" dirty="0">
                          <a:solidFill>
                            <a:schemeClr val="tx1"/>
                          </a:solidFill>
                          <a:latin typeface="Cambria"/>
                          <a:ea typeface="Cambria"/>
                          <a:sym typeface="Arial"/>
                        </a:rPr>
                        <a:t>List-I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marL="0" marR="0" lvl="0" indent="0" rtl="0">
                        <a:lnSpc>
                          <a:spcPct val="110000"/>
                        </a:lnSpc>
                        <a:spcBef>
                          <a:spcPts val="60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buNone/>
                      </a:pPr>
                      <a:r>
                        <a:rPr lang="en-IN" sz="4000" b="1" i="0" u="none" strike="noStrike" cap="none" dirty="0">
                          <a:solidFill>
                            <a:schemeClr val="tx1"/>
                          </a:solidFill>
                          <a:latin typeface="Cambria"/>
                          <a:ea typeface="Cambria"/>
                          <a:sym typeface="Arial"/>
                        </a:rPr>
                        <a:t>List-II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915218">
                <a:tc>
                  <a:txBody>
                    <a:bodyPr/>
                    <a:lstStyle/>
                    <a:p>
                      <a:pPr algn="l" marL="0" marR="0" lvl="0" indent="0" defTabSz="914400" rtl="0" eaLnBrk="1" fontAlgn="auto" latinLnBrk="0" hangingPunct="1">
                        <a:lnSpc>
                          <a:spcPct val="110000"/>
                        </a:lnSpc>
                        <a:spcBef>
                          <a:spcPts val="60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kumimoji="0" lang="en-IN" sz="4000" b="0" i="0" u="none" strike="noStrike" kern="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Cambria"/>
                          <a:ea typeface="Cambria"/>
                          <a:cs typeface="+mn-cs"/>
                          <a:sym typeface="Arial"/>
                        </a:rPr>
                        <a:t>A. Coefficient of viscosity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marL="0" marR="0" lvl="0" indent="0" defTabSz="914400" rtl="0" eaLnBrk="1" fontAlgn="auto" latinLnBrk="0" hangingPunct="1">
                        <a:lnSpc>
                          <a:spcPct val="110000"/>
                        </a:lnSpc>
                        <a:spcBef>
                          <a:spcPts val="60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kumimoji="0" lang="en-IN" sz="4000" b="0" i="0" u="none" strike="noStrike" kern="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Cambria"/>
                          <a:ea typeface="Cambria"/>
                          <a:cs typeface="+mn-cs"/>
                          <a:sym typeface="Arial"/>
                        </a:rPr>
                        <a:t>I. </a:t>
                      </a:r>
                      <mc:AlternateContent xmlns:mc="http://schemas.openxmlformats.org/markup-compatibility/2006">
                        <mc:Choice xmlns:a14="http://schemas.microsoft.com/office/drawing/2010/main" Requires="a14">
                          <a14:m xmlns:m="http://schemas.openxmlformats.org/officeDocument/2006/math">
                            <m:oMath>
                              <m:r>
                                <a:rPr kumimoji="0" lang="en-IN" sz="4000" b="0" i="0" u="none" strike="noStrike" kern="0" cap="none" spc="0" normalizeH="0" baseline="0" noProof="0" dirty="0">
                                  <a:ln>
                                    <a:noFill/>
                                  </a:ln>
                                  <a:solidFill>
                                    <a:srgbClr val="000000"/>
                                  </a:solidFill>
                                  <a:effectLst/>
                                  <a:uLnTx/>
                                  <a:uFillTx/>
                                  <a:latin typeface="Cambria Math"/>
                                  <a:ea typeface="Cambria Math"/>
                                  <a:cs typeface="Cambria Math"/>
                                  <a:sym typeface="Cambria Math"/>
                                </a:rPr>
                                <m:t xml:space="preserve"> [M </m:t>
                              </m:r>
                              <m:sSup>
                                <m:sSupPr/>
                                <m:e>
                                  <m:r>
                                    <a:rPr kumimoji="0" lang="en-IN" sz="4000" b="0" i="0" u="none" strike="noStrike" kern="0" cap="none" spc="0" normalizeH="0" baseline="0" noProof="0" dirty="0">
                                      <a:ln>
                                        <a:noFill/>
                                      </a:ln>
                                      <a:solidFill>
                                        <a:srgbClr val="000000"/>
                                      </a:solidFill>
                                      <a:effectLst/>
                                      <a:uLnTx/>
                                      <a:uFillTx/>
                                      <a:latin typeface="Cambria Math"/>
                                      <a:ea typeface="Cambria Math"/>
                                      <a:cs typeface="Cambria Math"/>
                                      <a:sym typeface="Cambria Math"/>
                                    </a:rPr>
                                    <m:t xml:space="preserve">L</m:t>
                                  </m:r>
                                </m:e>
                                <m:sup>
                                  <m:r>
                                    <a:rPr kumimoji="0" lang="en-IN" sz="4000" b="0" i="0" u="none" strike="noStrike" kern="0" cap="none" spc="0" normalizeH="0" baseline="0" noProof="0" dirty="0">
                                      <a:ln>
                                        <a:noFill/>
                                      </a:ln>
                                      <a:solidFill>
                                        <a:srgbClr val="000000"/>
                                      </a:solidFill>
                                      <a:effectLst/>
                                      <a:uLnTx/>
                                      <a:uFillTx/>
                                      <a:latin typeface="Cambria Math"/>
                                      <a:ea typeface="Cambria Math"/>
                                      <a:cs typeface="Cambria Math"/>
                                      <a:sym typeface="Cambria Math"/>
                                    </a:rPr>
                                    <m:t xml:space="preserve">2</m:t>
                                  </m:r>
                                </m:sup>
                              </m:sSup>
                              <m:r>
                                <a:rPr kumimoji="0" lang="en-IN" sz="4000" b="0" i="0" u="none" strike="noStrike" kern="0" cap="none" spc="0" normalizeH="0" baseline="0" noProof="0" dirty="0">
                                  <a:ln>
                                    <a:noFill/>
                                  </a:ln>
                                  <a:solidFill>
                                    <a:srgbClr val="000000"/>
                                  </a:solidFill>
                                  <a:effectLst/>
                                  <a:uLnTx/>
                                  <a:uFillTx/>
                                  <a:latin typeface="Cambria Math"/>
                                  <a:ea typeface="Cambria Math"/>
                                  <a:cs typeface="Cambria Math"/>
                                  <a:sym typeface="Cambria Math"/>
                                </a:rPr>
                                <m:t xml:space="preserve"> </m:t>
                              </m:r>
                              <m:sSup>
                                <m:sSupPr/>
                                <m:e>
                                  <m:r>
                                    <a:rPr kumimoji="0" lang="en-IN" sz="4000" b="0" i="0" u="none" strike="noStrike" kern="0" cap="none" spc="0" normalizeH="0" baseline="0" noProof="0" dirty="0">
                                      <a:ln>
                                        <a:noFill/>
                                      </a:ln>
                                      <a:solidFill>
                                        <a:srgbClr val="000000"/>
                                      </a:solidFill>
                                      <a:effectLst/>
                                      <a:uLnTx/>
                                      <a:uFillTx/>
                                      <a:latin typeface="Cambria Math"/>
                                      <a:ea typeface="Cambria Math"/>
                                      <a:cs typeface="Cambria Math"/>
                                      <a:sym typeface="Cambria Math"/>
                                    </a:rPr>
                                    <m:t xml:space="preserve">T</m:t>
                                  </m:r>
                                </m:e>
                                <m:sup>
                                  <m:r>
                                    <a:rPr kumimoji="0" lang="en-IN" sz="4000" b="0" i="0" u="none" strike="noStrike" kern="0" cap="none" spc="0" normalizeH="0" baseline="0" noProof="0" dirty="0">
                                      <a:ln>
                                        <a:noFill/>
                                      </a:ln>
                                      <a:solidFill>
                                        <a:srgbClr val="000000"/>
                                      </a:solidFill>
                                      <a:effectLst/>
                                      <a:uLnTx/>
                                      <a:uFillTx/>
                                      <a:latin typeface="Cambria Math"/>
                                      <a:ea typeface="Cambria Math"/>
                                      <a:cs typeface="Cambria Math"/>
                                      <a:sym typeface="Cambria Math"/>
                                    </a:rPr>
                                    <m:t xml:space="preserve">-2</m:t>
                                  </m:r>
                                </m:sup>
                              </m:sSup>
                              <m:r>
                                <a:rPr kumimoji="0" lang="en-IN" sz="4000" b="0" i="0" u="none" strike="noStrike" kern="0" cap="none" spc="0" normalizeH="0" baseline="0" noProof="0" dirty="0">
                                  <a:ln>
                                    <a:noFill/>
                                  </a:ln>
                                  <a:solidFill>
                                    <a:srgbClr val="000000"/>
                                  </a:solidFill>
                                  <a:effectLst/>
                                  <a:uLnTx/>
                                  <a:uFillTx/>
                                  <a:latin typeface="Cambria Math"/>
                                  <a:ea typeface="Cambria Math"/>
                                  <a:cs typeface="Cambria Math"/>
                                  <a:sym typeface="Cambria Math"/>
                                </a:rPr>
                                <m:t xml:space="preserve">] </m:t>
                              </m:r>
                            </m:oMath>
                          </a14:m>
                        </mc:Choice>
                        <mc:Fallback>
                          <a:r>
                            <a:rPr kumimoji="0" lang="en-IN" sz="4000" b="0" i="0" u="none" strike="noStrike" kern="0" cap="none" spc="0" normalizeH="0" baseline="0" noProof="0" dirty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uLnTx/>
                              <a:uFillTx/>
                              <a:latin typeface="Cambria"/>
                              <a:ea typeface="Cambria"/>
                              <a:cs typeface="+mn-cs"/>
                              <a:sym typeface="Arial"/>
                            </a:rPr>
                            <a:t> [M L</a:t>
                          </a:r>
                          <a:r>
                            <a:rPr kumimoji="0" lang="en-IN" sz="2880" b="0" i="0" u="none" strike="noStrike" kern="0" cap="none" spc="0" normalizeH="0" baseline="52000" noProof="0" dirty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uLnTx/>
                              <a:uFillTx/>
                              <a:latin typeface="Cambria"/>
                              <a:ea typeface="Cambria"/>
                              <a:cs typeface="+mn-cs"/>
                              <a:sym typeface="Arial"/>
                            </a:rPr>
                            <a:t>2</a:t>
                          </a:r>
                          <a:r>
                            <a:rPr kumimoji="0" lang="en-IN" sz="4000" b="0" i="0" u="none" strike="noStrike" kern="0" cap="none" spc="0" normalizeH="0" baseline="0" noProof="0" dirty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uLnTx/>
                              <a:uFillTx/>
                              <a:latin typeface="Cambria"/>
                              <a:ea typeface="Cambria"/>
                              <a:cs typeface="+mn-cs"/>
                              <a:sym typeface="Arial"/>
                            </a:rPr>
                            <a:t> T</a:t>
                          </a:r>
                          <a:r>
                            <a:rPr kumimoji="0" lang="en-IN" sz="2880" b="0" i="0" u="none" strike="noStrike" kern="0" cap="none" spc="0" normalizeH="0" baseline="52000" noProof="0" dirty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uLnTx/>
                              <a:uFillTx/>
                              <a:latin typeface="Cambria"/>
                              <a:ea typeface="Cambria"/>
                              <a:cs typeface="+mn-cs"/>
                              <a:sym typeface="Arial"/>
                            </a:rPr>
                            <a:t>-2</a:t>
                          </a:r>
                          <a:r>
                            <a:rPr kumimoji="0" lang="en-IN" sz="4000" b="0" i="0" u="none" strike="noStrike" kern="0" cap="none" spc="0" normalizeH="0" baseline="0" noProof="0" dirty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uLnTx/>
                              <a:uFillTx/>
                              <a:latin typeface="Cambria"/>
                              <a:ea typeface="Cambria"/>
                              <a:cs typeface="+mn-cs"/>
                              <a:sym typeface="Arial"/>
                            </a:rPr>
                            <a:t>] </a:t>
                          </a:r>
                        </mc:Fallback>
                      </mc:AlternateContent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915218">
                <a:tc>
                  <a:txBody>
                    <a:bodyPr/>
                    <a:lstStyle/>
                    <a:p>
                      <a:pPr algn="l" marL="0" marR="0" lvl="0" indent="0" defTabSz="914400" rtl="0" eaLnBrk="1" fontAlgn="auto" latinLnBrk="0" hangingPunct="1">
                        <a:lnSpc>
                          <a:spcPct val="110000"/>
                        </a:lnSpc>
                        <a:spcBef>
                          <a:spcPts val="60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kumimoji="0" lang="en-IN" sz="4000" b="0" i="0" u="none" strike="noStrike" kern="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Cambria"/>
                          <a:ea typeface="Cambria"/>
                          <a:cs typeface="+mn-cs"/>
                          <a:sym typeface="Arial"/>
                        </a:rPr>
                        <a:t>B. Surface Tension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marL="0" marR="0" lvl="0" indent="0" defTabSz="914400" rtl="0" eaLnBrk="1" fontAlgn="auto" latinLnBrk="0" hangingPunct="1">
                        <a:lnSpc>
                          <a:spcPct val="110000"/>
                        </a:lnSpc>
                        <a:spcBef>
                          <a:spcPts val="60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kumimoji="0" lang="en-IN" sz="4000" b="0" i="0" u="none" strike="noStrike" kern="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Cambria"/>
                          <a:ea typeface="Cambria"/>
                          <a:cs typeface="+mn-cs"/>
                          <a:sym typeface="Arial"/>
                        </a:rPr>
                        <a:t>II. </a:t>
                      </a:r>
                      <mc:AlternateContent xmlns:mc="http://schemas.openxmlformats.org/markup-compatibility/2006">
                        <mc:Choice xmlns:a14="http://schemas.microsoft.com/office/drawing/2010/main" Requires="a14">
                          <a14:m xmlns:m="http://schemas.openxmlformats.org/officeDocument/2006/math">
                            <m:oMath>
                              <m:r>
                                <a:rPr kumimoji="0" lang="en-IN" sz="4000" b="0" i="0" u="none" strike="noStrike" kern="0" cap="none" spc="0" normalizeH="0" baseline="0" noProof="0" dirty="0">
                                  <a:ln>
                                    <a:noFill/>
                                  </a:ln>
                                  <a:solidFill>
                                    <a:srgbClr val="000000"/>
                                  </a:solidFill>
                                  <a:effectLst/>
                                  <a:uLnTx/>
                                  <a:uFillTx/>
                                  <a:latin typeface="Cambria Math"/>
                                  <a:ea typeface="Cambria Math"/>
                                  <a:cs typeface="Cambria Math"/>
                                  <a:sym typeface="Cambria Math"/>
                                </a:rPr>
                                <m:t xml:space="preserve"> [M </m:t>
                              </m:r>
                              <m:sSup>
                                <m:sSupPr/>
                                <m:e>
                                  <m:r>
                                    <a:rPr kumimoji="0" lang="en-IN" sz="4000" b="0" i="0" u="none" strike="noStrike" kern="0" cap="none" spc="0" normalizeH="0" baseline="0" noProof="0" dirty="0">
                                      <a:ln>
                                        <a:noFill/>
                                      </a:ln>
                                      <a:solidFill>
                                        <a:srgbClr val="000000"/>
                                      </a:solidFill>
                                      <a:effectLst/>
                                      <a:uLnTx/>
                                      <a:uFillTx/>
                                      <a:latin typeface="Cambria Math"/>
                                      <a:ea typeface="Cambria Math"/>
                                      <a:cs typeface="Cambria Math"/>
                                      <a:sym typeface="Cambria Math"/>
                                    </a:rPr>
                                    <m:t xml:space="preserve">L</m:t>
                                  </m:r>
                                </m:e>
                                <m:sup>
                                  <m:r>
                                    <a:rPr kumimoji="0" lang="en-IN" sz="4000" b="0" i="0" u="none" strike="noStrike" kern="0" cap="none" spc="0" normalizeH="0" baseline="0" noProof="0" dirty="0">
                                      <a:ln>
                                        <a:noFill/>
                                      </a:ln>
                                      <a:solidFill>
                                        <a:srgbClr val="000000"/>
                                      </a:solidFill>
                                      <a:effectLst/>
                                      <a:uLnTx/>
                                      <a:uFillTx/>
                                      <a:latin typeface="Cambria Math"/>
                                      <a:ea typeface="Cambria Math"/>
                                      <a:cs typeface="Cambria Math"/>
                                      <a:sym typeface="Cambria Math"/>
                                    </a:rPr>
                                    <m:t xml:space="preserve">2</m:t>
                                  </m:r>
                                </m:sup>
                              </m:sSup>
                              <m:r>
                                <a:rPr kumimoji="0" lang="en-IN" sz="4000" b="0" i="0" u="none" strike="noStrike" kern="0" cap="none" spc="0" normalizeH="0" baseline="0" noProof="0" dirty="0">
                                  <a:ln>
                                    <a:noFill/>
                                  </a:ln>
                                  <a:solidFill>
                                    <a:srgbClr val="000000"/>
                                  </a:solidFill>
                                  <a:effectLst/>
                                  <a:uLnTx/>
                                  <a:uFillTx/>
                                  <a:latin typeface="Cambria Math"/>
                                  <a:ea typeface="Cambria Math"/>
                                  <a:cs typeface="Cambria Math"/>
                                  <a:sym typeface="Cambria Math"/>
                                </a:rPr>
                                <m:t xml:space="preserve"> </m:t>
                              </m:r>
                              <m:sSup>
                                <m:sSupPr/>
                                <m:e>
                                  <m:r>
                                    <a:rPr kumimoji="0" lang="en-IN" sz="4000" b="0" i="0" u="none" strike="noStrike" kern="0" cap="none" spc="0" normalizeH="0" baseline="0" noProof="0" dirty="0">
                                      <a:ln>
                                        <a:noFill/>
                                      </a:ln>
                                      <a:solidFill>
                                        <a:srgbClr val="000000"/>
                                      </a:solidFill>
                                      <a:effectLst/>
                                      <a:uLnTx/>
                                      <a:uFillTx/>
                                      <a:latin typeface="Cambria Math"/>
                                      <a:ea typeface="Cambria Math"/>
                                      <a:cs typeface="Cambria Math"/>
                                      <a:sym typeface="Cambria Math"/>
                                    </a:rPr>
                                    <m:t xml:space="preserve">T</m:t>
                                  </m:r>
                                </m:e>
                                <m:sup>
                                  <m:r>
                                    <a:rPr kumimoji="0" lang="en-IN" sz="4000" b="0" i="0" u="none" strike="noStrike" kern="0" cap="none" spc="0" normalizeH="0" baseline="0" noProof="0" dirty="0">
                                      <a:ln>
                                        <a:noFill/>
                                      </a:ln>
                                      <a:solidFill>
                                        <a:srgbClr val="000000"/>
                                      </a:solidFill>
                                      <a:effectLst/>
                                      <a:uLnTx/>
                                      <a:uFillTx/>
                                      <a:latin typeface="Cambria Math"/>
                                      <a:ea typeface="Cambria Math"/>
                                      <a:cs typeface="Cambria Math"/>
                                      <a:sym typeface="Cambria Math"/>
                                    </a:rPr>
                                    <m:t xml:space="preserve">-1</m:t>
                                  </m:r>
                                </m:sup>
                              </m:sSup>
                              <m:r>
                                <a:rPr kumimoji="0" lang="en-IN" sz="4000" b="0" i="0" u="none" strike="noStrike" kern="0" cap="none" spc="0" normalizeH="0" baseline="0" noProof="0" dirty="0">
                                  <a:ln>
                                    <a:noFill/>
                                  </a:ln>
                                  <a:solidFill>
                                    <a:srgbClr val="000000"/>
                                  </a:solidFill>
                                  <a:effectLst/>
                                  <a:uLnTx/>
                                  <a:uFillTx/>
                                  <a:latin typeface="Cambria Math"/>
                                  <a:ea typeface="Cambria Math"/>
                                  <a:cs typeface="Cambria Math"/>
                                  <a:sym typeface="Cambria Math"/>
                                </a:rPr>
                                <m:t xml:space="preserve">] </m:t>
                              </m:r>
                            </m:oMath>
                          </a14:m>
                        </mc:Choice>
                        <mc:Fallback>
                          <a:r>
                            <a:rPr kumimoji="0" lang="en-IN" sz="4000" b="0" i="0" u="none" strike="noStrike" kern="0" cap="none" spc="0" normalizeH="0" baseline="0" noProof="0" dirty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uLnTx/>
                              <a:uFillTx/>
                              <a:latin typeface="Cambria"/>
                              <a:ea typeface="Cambria"/>
                              <a:cs typeface="+mn-cs"/>
                              <a:sym typeface="Arial"/>
                            </a:rPr>
                            <a:t> [M L</a:t>
                          </a:r>
                          <a:r>
                            <a:rPr kumimoji="0" lang="en-IN" sz="2880" b="0" i="0" u="none" strike="noStrike" kern="0" cap="none" spc="0" normalizeH="0" baseline="52000" noProof="0" dirty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uLnTx/>
                              <a:uFillTx/>
                              <a:latin typeface="Cambria"/>
                              <a:ea typeface="Cambria"/>
                              <a:cs typeface="+mn-cs"/>
                              <a:sym typeface="Arial"/>
                            </a:rPr>
                            <a:t>2</a:t>
                          </a:r>
                          <a:r>
                            <a:rPr kumimoji="0" lang="en-IN" sz="4000" b="0" i="0" u="none" strike="noStrike" kern="0" cap="none" spc="0" normalizeH="0" baseline="0" noProof="0" dirty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uLnTx/>
                              <a:uFillTx/>
                              <a:latin typeface="Cambria"/>
                              <a:ea typeface="Cambria"/>
                              <a:cs typeface="+mn-cs"/>
                              <a:sym typeface="Arial"/>
                            </a:rPr>
                            <a:t> T</a:t>
                          </a:r>
                          <a:r>
                            <a:rPr kumimoji="0" lang="en-IN" sz="2880" b="0" i="0" u="none" strike="noStrike" kern="0" cap="none" spc="0" normalizeH="0" baseline="52000" noProof="0" dirty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uLnTx/>
                              <a:uFillTx/>
                              <a:latin typeface="Cambria"/>
                              <a:ea typeface="Cambria"/>
                              <a:cs typeface="+mn-cs"/>
                              <a:sym typeface="Arial"/>
                            </a:rPr>
                            <a:t>-1</a:t>
                          </a:r>
                          <a:r>
                            <a:rPr kumimoji="0" lang="en-IN" sz="4000" b="0" i="0" u="none" strike="noStrike" kern="0" cap="none" spc="0" normalizeH="0" baseline="0" noProof="0" dirty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uLnTx/>
                              <a:uFillTx/>
                              <a:latin typeface="Cambria"/>
                              <a:ea typeface="Cambria"/>
                              <a:cs typeface="+mn-cs"/>
                              <a:sym typeface="Arial"/>
                            </a:rPr>
                            <a:t>] </a:t>
                          </a:r>
                        </mc:Fallback>
                      </mc:AlternateContent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915218">
                <a:tc>
                  <a:txBody>
                    <a:bodyPr/>
                    <a:lstStyle/>
                    <a:p>
                      <a:pPr algn="l" marL="0" marR="0" lvl="0" indent="0" defTabSz="914400" rtl="0" eaLnBrk="1" fontAlgn="auto" latinLnBrk="0" hangingPunct="1">
                        <a:lnSpc>
                          <a:spcPct val="110000"/>
                        </a:lnSpc>
                        <a:spcBef>
                          <a:spcPts val="60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kumimoji="0" lang="en-IN" sz="4000" b="0" i="0" u="none" strike="noStrike" kern="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Cambria"/>
                          <a:ea typeface="Cambria"/>
                          <a:cs typeface="+mn-cs"/>
                          <a:sym typeface="Arial"/>
                        </a:rPr>
                        <a:t>C. Angular momentum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marL="0" marR="0" lvl="0" indent="0" defTabSz="914400" rtl="0" eaLnBrk="1" fontAlgn="auto" latinLnBrk="0" hangingPunct="1">
                        <a:lnSpc>
                          <a:spcPct val="110000"/>
                        </a:lnSpc>
                        <a:spcBef>
                          <a:spcPts val="60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kumimoji="0" lang="en-IN" sz="4000" b="0" i="0" u="none" strike="noStrike" kern="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Cambria"/>
                          <a:ea typeface="Cambria"/>
                          <a:cs typeface="+mn-cs"/>
                          <a:sym typeface="Arial"/>
                        </a:rPr>
                        <a:t>III. </a:t>
                      </a:r>
                      <mc:AlternateContent xmlns:mc="http://schemas.openxmlformats.org/markup-compatibility/2006">
                        <mc:Choice xmlns:a14="http://schemas.microsoft.com/office/drawing/2010/main" Requires="a14">
                          <a14:m xmlns:m="http://schemas.openxmlformats.org/officeDocument/2006/math">
                            <m:oMath>
                              <m:r>
                                <a:rPr kumimoji="0" lang="en-IN" sz="4000" b="0" i="0" u="none" strike="noStrike" kern="0" cap="none" spc="0" normalizeH="0" baseline="0" noProof="0" dirty="0">
                                  <a:ln>
                                    <a:noFill/>
                                  </a:ln>
                                  <a:solidFill>
                                    <a:srgbClr val="000000"/>
                                  </a:solidFill>
                                  <a:effectLst/>
                                  <a:uLnTx/>
                                  <a:uFillTx/>
                                  <a:latin typeface="Cambria Math"/>
                                  <a:ea typeface="Cambria Math"/>
                                  <a:cs typeface="Cambria Math"/>
                                  <a:sym typeface="Cambria Math"/>
                                </a:rPr>
                                <m:t xml:space="preserve"> [M </m:t>
                              </m:r>
                              <m:sSup>
                                <m:sSupPr/>
                                <m:e>
                                  <m:r>
                                    <a:rPr kumimoji="0" lang="en-IN" sz="4000" b="0" i="0" u="none" strike="noStrike" kern="0" cap="none" spc="0" normalizeH="0" baseline="0" noProof="0" dirty="0">
                                      <a:ln>
                                        <a:noFill/>
                                      </a:ln>
                                      <a:solidFill>
                                        <a:srgbClr val="000000"/>
                                      </a:solidFill>
                                      <a:effectLst/>
                                      <a:uLnTx/>
                                      <a:uFillTx/>
                                      <a:latin typeface="Cambria Math"/>
                                      <a:ea typeface="Cambria Math"/>
                                      <a:cs typeface="Cambria Math"/>
                                      <a:sym typeface="Cambria Math"/>
                                    </a:rPr>
                                    <m:t xml:space="preserve">L</m:t>
                                  </m:r>
                                </m:e>
                                <m:sup>
                                  <m:r>
                                    <a:rPr kumimoji="0" lang="en-IN" sz="4000" b="0" i="0" u="none" strike="noStrike" kern="0" cap="none" spc="0" normalizeH="0" baseline="0" noProof="0" dirty="0">
                                      <a:ln>
                                        <a:noFill/>
                                      </a:ln>
                                      <a:solidFill>
                                        <a:srgbClr val="000000"/>
                                      </a:solidFill>
                                      <a:effectLst/>
                                      <a:uLnTx/>
                                      <a:uFillTx/>
                                      <a:latin typeface="Cambria Math"/>
                                      <a:ea typeface="Cambria Math"/>
                                      <a:cs typeface="Cambria Math"/>
                                      <a:sym typeface="Cambria Math"/>
                                    </a:rPr>
                                    <m:t xml:space="preserve">-1</m:t>
                                  </m:r>
                                </m:sup>
                              </m:sSup>
                              <m:r>
                                <a:rPr kumimoji="0" lang="en-IN" sz="4000" b="0" i="0" u="none" strike="noStrike" kern="0" cap="none" spc="0" normalizeH="0" baseline="0" noProof="0" dirty="0">
                                  <a:ln>
                                    <a:noFill/>
                                  </a:ln>
                                  <a:solidFill>
                                    <a:srgbClr val="000000"/>
                                  </a:solidFill>
                                  <a:effectLst/>
                                  <a:uLnTx/>
                                  <a:uFillTx/>
                                  <a:latin typeface="Cambria Math"/>
                                  <a:ea typeface="Cambria Math"/>
                                  <a:cs typeface="Cambria Math"/>
                                  <a:sym typeface="Cambria Math"/>
                                </a:rPr>
                                <m:t xml:space="preserve"> </m:t>
                              </m:r>
                              <m:sSup>
                                <m:sSupPr/>
                                <m:e>
                                  <m:r>
                                    <a:rPr kumimoji="0" lang="en-IN" sz="4000" b="0" i="0" u="none" strike="noStrike" kern="0" cap="none" spc="0" normalizeH="0" baseline="0" noProof="0" dirty="0">
                                      <a:ln>
                                        <a:noFill/>
                                      </a:ln>
                                      <a:solidFill>
                                        <a:srgbClr val="000000"/>
                                      </a:solidFill>
                                      <a:effectLst/>
                                      <a:uLnTx/>
                                      <a:uFillTx/>
                                      <a:latin typeface="Cambria Math"/>
                                      <a:ea typeface="Cambria Math"/>
                                      <a:cs typeface="Cambria Math"/>
                                      <a:sym typeface="Cambria Math"/>
                                    </a:rPr>
                                    <m:t xml:space="preserve">T</m:t>
                                  </m:r>
                                </m:e>
                                <m:sup>
                                  <m:r>
                                    <a:rPr kumimoji="0" lang="en-IN" sz="4000" b="0" i="0" u="none" strike="noStrike" kern="0" cap="none" spc="0" normalizeH="0" baseline="0" noProof="0" dirty="0">
                                      <a:ln>
                                        <a:noFill/>
                                      </a:ln>
                                      <a:solidFill>
                                        <a:srgbClr val="000000"/>
                                      </a:solidFill>
                                      <a:effectLst/>
                                      <a:uLnTx/>
                                      <a:uFillTx/>
                                      <a:latin typeface="Cambria Math"/>
                                      <a:ea typeface="Cambria Math"/>
                                      <a:cs typeface="Cambria Math"/>
                                      <a:sym typeface="Cambria Math"/>
                                    </a:rPr>
                                    <m:t xml:space="preserve">-1</m:t>
                                  </m:r>
                                </m:sup>
                              </m:sSup>
                              <m:r>
                                <a:rPr kumimoji="0" lang="en-IN" sz="4000" b="0" i="0" u="none" strike="noStrike" kern="0" cap="none" spc="0" normalizeH="0" baseline="0" noProof="0" dirty="0">
                                  <a:ln>
                                    <a:noFill/>
                                  </a:ln>
                                  <a:solidFill>
                                    <a:srgbClr val="000000"/>
                                  </a:solidFill>
                                  <a:effectLst/>
                                  <a:uLnTx/>
                                  <a:uFillTx/>
                                  <a:latin typeface="Cambria Math"/>
                                  <a:ea typeface="Cambria Math"/>
                                  <a:cs typeface="Cambria Math"/>
                                  <a:sym typeface="Cambria Math"/>
                                </a:rPr>
                                <m:t xml:space="preserve">] </m:t>
                              </m:r>
                            </m:oMath>
                          </a14:m>
                        </mc:Choice>
                        <mc:Fallback>
                          <a:r>
                            <a:rPr kumimoji="0" lang="en-IN" sz="4000" b="0" i="0" u="none" strike="noStrike" kern="0" cap="none" spc="0" normalizeH="0" baseline="0" noProof="0" dirty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uLnTx/>
                              <a:uFillTx/>
                              <a:latin typeface="Cambria"/>
                              <a:ea typeface="Cambria"/>
                              <a:cs typeface="+mn-cs"/>
                              <a:sym typeface="Arial"/>
                            </a:rPr>
                            <a:t> [M L</a:t>
                          </a:r>
                          <a:r>
                            <a:rPr kumimoji="0" lang="en-IN" sz="2880" b="0" i="0" u="none" strike="noStrike" kern="0" cap="none" spc="0" normalizeH="0" baseline="52000" noProof="0" dirty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uLnTx/>
                              <a:uFillTx/>
                              <a:latin typeface="Cambria"/>
                              <a:ea typeface="Cambria"/>
                              <a:cs typeface="+mn-cs"/>
                              <a:sym typeface="Arial"/>
                            </a:rPr>
                            <a:t>-1</a:t>
                          </a:r>
                          <a:r>
                            <a:rPr kumimoji="0" lang="en-IN" sz="4000" b="0" i="0" u="none" strike="noStrike" kern="0" cap="none" spc="0" normalizeH="0" baseline="0" noProof="0" dirty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uLnTx/>
                              <a:uFillTx/>
                              <a:latin typeface="Cambria"/>
                              <a:ea typeface="Cambria"/>
                              <a:cs typeface="+mn-cs"/>
                              <a:sym typeface="Arial"/>
                            </a:rPr>
                            <a:t> T</a:t>
                          </a:r>
                          <a:r>
                            <a:rPr kumimoji="0" lang="en-IN" sz="2880" b="0" i="0" u="none" strike="noStrike" kern="0" cap="none" spc="0" normalizeH="0" baseline="52000" noProof="0" dirty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uLnTx/>
                              <a:uFillTx/>
                              <a:latin typeface="Cambria"/>
                              <a:ea typeface="Cambria"/>
                              <a:cs typeface="+mn-cs"/>
                              <a:sym typeface="Arial"/>
                            </a:rPr>
                            <a:t>-1</a:t>
                          </a:r>
                          <a:r>
                            <a:rPr kumimoji="0" lang="en-IN" sz="4000" b="0" i="0" u="none" strike="noStrike" kern="0" cap="none" spc="0" normalizeH="0" baseline="0" noProof="0" dirty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uLnTx/>
                              <a:uFillTx/>
                              <a:latin typeface="Cambria"/>
                              <a:ea typeface="Cambria"/>
                              <a:cs typeface="+mn-cs"/>
                              <a:sym typeface="Arial"/>
                            </a:rPr>
                            <a:t>] </a:t>
                          </a:r>
                        </mc:Fallback>
                      </mc:AlternateContent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915218">
                <a:tc>
                  <a:txBody>
                    <a:bodyPr/>
                    <a:lstStyle/>
                    <a:p>
                      <a:pPr algn="l" marL="0" marR="0" lvl="0" indent="0" defTabSz="914400" rtl="0" eaLnBrk="1" fontAlgn="auto" latinLnBrk="0" hangingPunct="1">
                        <a:lnSpc>
                          <a:spcPct val="110000"/>
                        </a:lnSpc>
                        <a:spcBef>
                          <a:spcPts val="60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kumimoji="0" lang="en-IN" sz="4000" b="0" i="0" u="none" strike="noStrike" kern="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Cambria"/>
                          <a:ea typeface="Cambria"/>
                          <a:cs typeface="+mn-cs"/>
                          <a:sym typeface="Arial"/>
                        </a:rPr>
                        <a:t>D. Rotational kinetic energy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marL="0" marR="0" lvl="0" indent="0" defTabSz="914400" rtl="0" eaLnBrk="1" fontAlgn="auto" latinLnBrk="0" hangingPunct="1">
                        <a:lnSpc>
                          <a:spcPct val="110000"/>
                        </a:lnSpc>
                        <a:spcBef>
                          <a:spcPts val="60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kumimoji="0" lang="en-IN" sz="4000" b="0" i="0" u="none" strike="noStrike" kern="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Cambria"/>
                          <a:ea typeface="Cambria"/>
                          <a:cs typeface="+mn-cs"/>
                          <a:sym typeface="Arial"/>
                        </a:rPr>
                        <a:t>IV. </a:t>
                      </a:r>
                      <mc:AlternateContent xmlns:mc="http://schemas.openxmlformats.org/markup-compatibility/2006">
                        <mc:Choice xmlns:a14="http://schemas.microsoft.com/office/drawing/2010/main" Requires="a14">
                          <a14:m xmlns:m="http://schemas.openxmlformats.org/officeDocument/2006/math">
                            <m:oMath>
                              <m:r>
                                <a:rPr kumimoji="0" lang="en-IN" sz="4000" b="0" i="0" u="none" strike="noStrike" kern="0" cap="none" spc="0" normalizeH="0" baseline="0" noProof="0" dirty="0">
                                  <a:ln>
                                    <a:noFill/>
                                  </a:ln>
                                  <a:solidFill>
                                    <a:srgbClr val="000000"/>
                                  </a:solidFill>
                                  <a:effectLst/>
                                  <a:uLnTx/>
                                  <a:uFillTx/>
                                  <a:latin typeface="Cambria Math"/>
                                  <a:ea typeface="Cambria Math"/>
                                  <a:cs typeface="Cambria Math"/>
                                  <a:sym typeface="Cambria Math"/>
                                </a:rPr>
                                <m:t xml:space="preserve"> [M </m:t>
                              </m:r>
                              <m:sSup>
                                <m:sSupPr/>
                                <m:e>
                                  <m:r>
                                    <a:rPr kumimoji="0" lang="en-IN" sz="4000" b="0" i="0" u="none" strike="noStrike" kern="0" cap="none" spc="0" normalizeH="0" baseline="0" noProof="0" dirty="0">
                                      <a:ln>
                                        <a:noFill/>
                                      </a:ln>
                                      <a:solidFill>
                                        <a:srgbClr val="000000"/>
                                      </a:solidFill>
                                      <a:effectLst/>
                                      <a:uLnTx/>
                                      <a:uFillTx/>
                                      <a:latin typeface="Cambria Math"/>
                                      <a:ea typeface="Cambria Math"/>
                                      <a:cs typeface="Cambria Math"/>
                                      <a:sym typeface="Cambria Math"/>
                                    </a:rPr>
                                    <m:t xml:space="preserve">L</m:t>
                                  </m:r>
                                </m:e>
                                <m:sup>
                                  <m:r>
                                    <a:rPr kumimoji="0" lang="en-IN" sz="4000" b="0" i="0" u="none" strike="noStrike" kern="0" cap="none" spc="0" normalizeH="0" baseline="0" noProof="0" dirty="0">
                                      <a:ln>
                                        <a:noFill/>
                                      </a:ln>
                                      <a:solidFill>
                                        <a:srgbClr val="000000"/>
                                      </a:solidFill>
                                      <a:effectLst/>
                                      <a:uLnTx/>
                                      <a:uFillTx/>
                                      <a:latin typeface="Cambria Math"/>
                                      <a:ea typeface="Cambria Math"/>
                                      <a:cs typeface="Cambria Math"/>
                                      <a:sym typeface="Cambria Math"/>
                                    </a:rPr>
                                    <m:t xml:space="preserve">0</m:t>
                                  </m:r>
                                </m:sup>
                              </m:sSup>
                              <m:r>
                                <a:rPr kumimoji="0" lang="en-IN" sz="4000" b="0" i="0" u="none" strike="noStrike" kern="0" cap="none" spc="0" normalizeH="0" baseline="0" noProof="0" dirty="0">
                                  <a:ln>
                                    <a:noFill/>
                                  </a:ln>
                                  <a:solidFill>
                                    <a:srgbClr val="000000"/>
                                  </a:solidFill>
                                  <a:effectLst/>
                                  <a:uLnTx/>
                                  <a:uFillTx/>
                                  <a:latin typeface="Cambria Math"/>
                                  <a:ea typeface="Cambria Math"/>
                                  <a:cs typeface="Cambria Math"/>
                                  <a:sym typeface="Cambria Math"/>
                                </a:rPr>
                                <m:t xml:space="preserve"> </m:t>
                              </m:r>
                              <m:sSup>
                                <m:sSupPr/>
                                <m:e>
                                  <m:r>
                                    <a:rPr kumimoji="0" lang="en-IN" sz="4000" b="0" i="0" u="none" strike="noStrike" kern="0" cap="none" spc="0" normalizeH="0" baseline="0" noProof="0" dirty="0">
                                      <a:ln>
                                        <a:noFill/>
                                      </a:ln>
                                      <a:solidFill>
                                        <a:srgbClr val="000000"/>
                                      </a:solidFill>
                                      <a:effectLst/>
                                      <a:uLnTx/>
                                      <a:uFillTx/>
                                      <a:latin typeface="Cambria Math"/>
                                      <a:ea typeface="Cambria Math"/>
                                      <a:cs typeface="Cambria Math"/>
                                      <a:sym typeface="Cambria Math"/>
                                    </a:rPr>
                                    <m:t xml:space="preserve">T</m:t>
                                  </m:r>
                                </m:e>
                                <m:sup>
                                  <m:r>
                                    <a:rPr kumimoji="0" lang="en-IN" sz="4000" b="0" i="0" u="none" strike="noStrike" kern="0" cap="none" spc="0" normalizeH="0" baseline="0" noProof="0" dirty="0">
                                      <a:ln>
                                        <a:noFill/>
                                      </a:ln>
                                      <a:solidFill>
                                        <a:srgbClr val="000000"/>
                                      </a:solidFill>
                                      <a:effectLst/>
                                      <a:uLnTx/>
                                      <a:uFillTx/>
                                      <a:latin typeface="Cambria Math"/>
                                      <a:ea typeface="Cambria Math"/>
                                      <a:cs typeface="Cambria Math"/>
                                      <a:sym typeface="Cambria Math"/>
                                    </a:rPr>
                                    <m:t xml:space="preserve">-2</m:t>
                                  </m:r>
                                </m:sup>
                              </m:sSup>
                              <m:r>
                                <a:rPr kumimoji="0" lang="en-IN" sz="4000" b="0" i="0" u="none" strike="noStrike" kern="0" cap="none" spc="0" normalizeH="0" baseline="0" noProof="0" dirty="0">
                                  <a:ln>
                                    <a:noFill/>
                                  </a:ln>
                                  <a:solidFill>
                                    <a:srgbClr val="000000"/>
                                  </a:solidFill>
                                  <a:effectLst/>
                                  <a:uLnTx/>
                                  <a:uFillTx/>
                                  <a:latin typeface="Cambria Math"/>
                                  <a:ea typeface="Cambria Math"/>
                                  <a:cs typeface="Cambria Math"/>
                                  <a:sym typeface="Cambria Math"/>
                                </a:rPr>
                                <m:t xml:space="preserve">] </m:t>
                              </m:r>
                            </m:oMath>
                          </a14:m>
                        </mc:Choice>
                        <mc:Fallback>
                          <a:r>
                            <a:rPr kumimoji="0" lang="en-IN" sz="4000" b="0" i="0" u="none" strike="noStrike" kern="0" cap="none" spc="0" normalizeH="0" baseline="0" noProof="0" dirty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uLnTx/>
                              <a:uFillTx/>
                              <a:latin typeface="Cambria"/>
                              <a:ea typeface="Cambria"/>
                              <a:cs typeface="+mn-cs"/>
                              <a:sym typeface="Arial"/>
                            </a:rPr>
                            <a:t> [M L</a:t>
                          </a:r>
                          <a:r>
                            <a:rPr kumimoji="0" lang="en-IN" sz="2880" b="0" i="0" u="none" strike="noStrike" kern="0" cap="none" spc="0" normalizeH="0" baseline="52000" noProof="0" dirty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uLnTx/>
                              <a:uFillTx/>
                              <a:latin typeface="Cambria"/>
                              <a:ea typeface="Cambria"/>
                              <a:cs typeface="+mn-cs"/>
                              <a:sym typeface="Arial"/>
                            </a:rPr>
                            <a:t>0</a:t>
                          </a:r>
                          <a:r>
                            <a:rPr kumimoji="0" lang="en-IN" sz="4000" b="0" i="0" u="none" strike="noStrike" kern="0" cap="none" spc="0" normalizeH="0" baseline="0" noProof="0" dirty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uLnTx/>
                              <a:uFillTx/>
                              <a:latin typeface="Cambria"/>
                              <a:ea typeface="Cambria"/>
                              <a:cs typeface="+mn-cs"/>
                              <a:sym typeface="Arial"/>
                            </a:rPr>
                            <a:t> T</a:t>
                          </a:r>
                          <a:r>
                            <a:rPr kumimoji="0" lang="en-IN" sz="2880" b="0" i="0" u="none" strike="noStrike" kern="0" cap="none" spc="0" normalizeH="0" baseline="52000" noProof="0" dirty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uLnTx/>
                              <a:uFillTx/>
                              <a:latin typeface="Cambria"/>
                              <a:ea typeface="Cambria"/>
                              <a:cs typeface="+mn-cs"/>
                              <a:sym typeface="Arial"/>
                            </a:rPr>
                            <a:t>-2</a:t>
                          </a:r>
                          <a:r>
                            <a:rPr kumimoji="0" lang="en-IN" sz="4000" b="0" i="0" u="none" strike="noStrike" kern="0" cap="none" spc="0" normalizeH="0" baseline="0" noProof="0" dirty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uLnTx/>
                              <a:uFillTx/>
                              <a:latin typeface="Cambria"/>
                              <a:ea typeface="Cambria"/>
                              <a:cs typeface="+mn-cs"/>
                              <a:sym typeface="Arial"/>
                            </a:rPr>
                            <a:t>] </a:t>
                          </a:r>
                        </mc:Fallback>
                      </mc:AlternateContent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</p:spTree>
  </p:cSld>
  <p:clrMapOvr>
    <a:masterClrMapping/>
  </p:clrMapOvr>
  <p:transition spd="slow">
    <p:push/>
  </p:transition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Google Shape;129;p29"/>
          <p:cNvSpPr txBox="1"/>
          <p:nvPr/>
        </p:nvSpPr>
        <p:spPr>
          <a:xfrm>
            <a:off x="1104806" y="2396709"/>
            <a:ext cx="34747200" cy="25603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algn="l" marL="0" lvl="0" indent="0">
              <a:buSzPts val="8400"/>
              <a:buFont typeface="Arial"/>
              <a:buNone/>
            </a:pPr>
            <a:r>
              <a:rPr lang="en-IN" sz="6000" b="1" dirty="0">
                <a:solidFill>
                  <a:schemeClr val="lt1"/>
                </a:solidFill>
                <a:latin typeface="Cambria"/>
                <a:ea typeface="Cambria"/>
                <a:sym typeface="Cambria"/>
              </a:rPr>
              <a:t>31. Match List-I with List-II.</a:t>
            </a:r>
          </a:p>
          <a:p>
            <a:pPr algn="l" marL="0" lvl="0" indent="0">
              <a:buSzPts val="8400"/>
              <a:buFont typeface="Arial"/>
              <a:buNone/>
            </a:pPr>
            <a:r>
              <a:rPr lang="en-IN" sz="6000" b="1" dirty="0">
                <a:solidFill>
                  <a:schemeClr val="lt1"/>
                </a:solidFill>
                <a:latin typeface="Cambria"/>
                <a:ea typeface="Cambria"/>
                <a:sym typeface="Cambria"/>
              </a:rPr>
              <a:t>Choose the correct answer from the options given below: [25 Jan, 2023 (Shift-II)]</a:t>
            </a:r>
          </a:p>
        </p:txBody>
      </p:sp>
      <p:sp>
        <p:nvSpPr>
          <p:cNvPr id="3" name="Google Shape;130;p29"/>
          <p:cNvSpPr txBox="1"/>
          <p:nvPr/>
        </p:nvSpPr>
        <p:spPr>
          <a:xfrm>
            <a:off x="3107605" y="11663909"/>
            <a:ext cx="32744401" cy="15973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algn="l" marL="0" indent="0">
              <a:buSzPts val="8400"/>
            </a:pPr>
            <a:r>
              <a:rPr lang="en-IN" sz="6000" b="1" dirty="0">
                <a:solidFill>
                  <a:schemeClr val="lt1"/>
                </a:solidFill>
                <a:latin typeface="Cambria"/>
                <a:ea typeface="Cambria"/>
                <a:sym typeface="Cambria"/>
              </a:rPr>
              <a:t>A-II, B-III, C-IV, D-I</a:t>
            </a:r>
            <a:endParaRPr sz="6000" b="1" dirty="0">
              <a:solidFill>
                <a:schemeClr val="lt1"/>
              </a:solidFill>
              <a:latin typeface="Cambria"/>
              <a:ea typeface="Cambria"/>
            </a:endParaRPr>
          </a:p>
        </p:txBody>
      </p:sp>
      <p:sp>
        <p:nvSpPr>
          <p:cNvPr id="4" name="Google Shape;131;p29"/>
          <p:cNvSpPr/>
          <p:nvPr/>
        </p:nvSpPr>
        <p:spPr>
          <a:xfrm>
            <a:off x="-1864528" y="681774"/>
            <a:ext cx="7081988" cy="1569660"/>
          </a:xfrm>
          <a:prstGeom prst="roundRect">
            <a:avLst>
              <a:gd name="adj" fmla="val 50000"/>
            </a:avLst>
          </a:prstGeom>
          <a:gradFill>
            <a:gsLst>
              <a:gs pos="0">
                <a:srgbClr val="07213C"/>
              </a:gs>
              <a:gs pos="50000">
                <a:srgbClr val="0A3258"/>
              </a:gs>
              <a:gs pos="100000">
                <a:srgbClr val="0E3B69"/>
              </a:gs>
            </a:gsLst>
            <a:lin ang="16200000" scaled="0"/>
          </a:gradFill>
          <a:ln w="57150" cap="flat" cmpd="sng">
            <a:solidFill>
              <a:schemeClr val="lt1"/>
            </a:solidFill>
            <a:prstDash val="solid"/>
            <a:round/>
            <a:headEnd type="none" w="sm" len="sm"/>
            <a:tailEnd type="none" w="sm" len="sm"/>
          </a:ln>
          <a:effectLst>
            <a:outerShdw blurRad="50800" dist="38100" dir="10800000" algn="r" rotWithShape="0">
              <a:srgbClr val="000000">
                <a:alpha val="40000"/>
              </a:srgb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algn="l" marL="0" marR="0" lvl="0" indent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8400" b="1" i="0" u="none" strike="noStrike" cap="none">
              <a:solidFill>
                <a:schemeClr val="lt1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5" name="Google Shape;132;p29"/>
          <p:cNvSpPr txBox="1"/>
          <p:nvPr/>
        </p:nvSpPr>
        <p:spPr>
          <a:xfrm>
            <a:off x="1039500" y="827049"/>
            <a:ext cx="4562190" cy="101562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algn="l">
              <a:buSzPts val="8400"/>
            </a:pPr>
            <a:r>
              <a:rPr lang="en-IN" sz="6000" b="1" dirty="0">
                <a:solidFill>
                  <a:schemeClr val="lt1"/>
                </a:solidFill>
                <a:latin typeface="Cambria"/>
                <a:ea typeface="Cambria"/>
                <a:sym typeface="Cambria"/>
              </a:rPr>
              <a:t>Question</a:t>
            </a:r>
            <a:endParaRPr sz="6000" b="1" dirty="0">
              <a:solidFill>
                <a:schemeClr val="lt1"/>
              </a:solidFill>
              <a:latin typeface="Cambria"/>
              <a:ea typeface="Cambria"/>
            </a:endParaRPr>
          </a:p>
        </p:txBody>
      </p:sp>
      <p:sp>
        <p:nvSpPr>
          <p:cNvPr id="6" name="Google Shape;133;p29"/>
          <p:cNvSpPr/>
          <p:nvPr/>
        </p:nvSpPr>
        <p:spPr>
          <a:xfrm>
            <a:off x="1039499" y="11373120"/>
            <a:ext cx="1597200" cy="1597200"/>
          </a:xfrm>
          <a:prstGeom prst="ellipse">
            <a:avLst/>
          </a:prstGeom>
          <a:gradFill>
            <a:gsLst>
              <a:gs pos="0">
                <a:srgbClr val="07213C"/>
              </a:gs>
              <a:gs pos="50000">
                <a:srgbClr val="0A3258"/>
              </a:gs>
              <a:gs pos="100000">
                <a:srgbClr val="0E3B69"/>
              </a:gs>
            </a:gsLst>
            <a:lin ang="16200000" scaled="0"/>
          </a:gradFill>
          <a:ln w="57150" cap="flat" cmpd="sng">
            <a:solidFill>
              <a:schemeClr val="lt1"/>
            </a:solidFill>
            <a:prstDash val="solid"/>
            <a:round/>
            <a:headEnd type="none" w="sm" len="sm"/>
            <a:tailEnd type="none" w="sm" len="sm"/>
          </a:ln>
          <a:effectLst>
            <a:outerShdw blurRad="50800" dist="38100" dir="10800000" algn="r" rotWithShape="0">
              <a:srgbClr val="000000">
                <a:alpha val="40000"/>
              </a:srgb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algn="l" marL="0" marR="0" lvl="0" indent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400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" name="Google Shape;134;p29"/>
          <p:cNvSpPr txBox="1"/>
          <p:nvPr/>
        </p:nvSpPr>
        <p:spPr>
          <a:xfrm>
            <a:off x="1104807" y="11571625"/>
            <a:ext cx="1466700" cy="116951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lvl="0" indent="0" algn="ctr">
              <a:buSzPts val="8400"/>
              <a:buFont typeface="Arial"/>
              <a:buNone/>
            </a:pPr>
            <a:r>
              <a:rPr lang="en-IN" sz="7000" b="1" dirty="0">
                <a:solidFill>
                  <a:schemeClr val="lt1"/>
                </a:solidFill>
                <a:latin typeface="Cambria"/>
                <a:ea typeface="Cambria"/>
                <a:sym typeface="Poppins"/>
              </a:rPr>
              <a:t>A</a:t>
            </a:r>
            <a:endParaRPr sz="7000" b="1" dirty="0">
              <a:solidFill>
                <a:schemeClr val="lt1"/>
              </a:solidFill>
              <a:latin typeface="Cambria"/>
              <a:ea typeface="Cambria"/>
            </a:endParaRPr>
          </a:p>
        </p:txBody>
      </p:sp>
      <p:grpSp>
        <p:nvGrpSpPr>
          <p:cNvPr id="8" name="Group 3">
            <a:extLst>
              <a:ext uri="{FF2B5EF4-FFF2-40B4-BE49-F238E27FC236}">
                <a16:creationId xmlns:a16="http://schemas.microsoft.com/office/drawing/2014/main" id="{E7A8D3A8-3CB4-6749-CCFA-38CA3F055B3C}"/>
              </a:ext>
            </a:extLst>
          </p:cNvPr>
          <p:cNvGrpSpPr/>
          <p:nvPr/>
        </p:nvGrpSpPr>
        <p:grpSpPr>
          <a:xfrm>
            <a:off x="1039499" y="13490460"/>
            <a:ext cx="1597200" cy="1597200"/>
            <a:chOff x="1039499" y="8887793"/>
            <a:chExt cx="1597200" cy="1597200"/>
          </a:xfrm>
        </p:grpSpPr>
        <p:sp>
          <p:nvSpPr>
            <p:cNvPr id="9" name="Google Shape;135;p29"/>
            <p:cNvSpPr/>
            <p:nvPr/>
          </p:nvSpPr>
          <p:spPr>
            <a:xfrm>
              <a:off x="1039499" y="8887793"/>
              <a:ext cx="1597200" cy="1597200"/>
            </a:xfrm>
            <a:prstGeom prst="ellipse">
              <a:avLst/>
            </a:prstGeom>
            <a:gradFill>
              <a:gsLst>
                <a:gs pos="0">
                  <a:srgbClr val="07213C"/>
                </a:gs>
                <a:gs pos="50000">
                  <a:srgbClr val="0A3258"/>
                </a:gs>
                <a:gs pos="100000">
                  <a:srgbClr val="0E3B69"/>
                </a:gs>
              </a:gsLst>
              <a:lin ang="16200000" scaled="0"/>
            </a:gradFill>
            <a:ln w="5715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  <a:effectLst>
              <a:outerShdw blurRad="50800" dist="38100" dir="10800000" algn="r" rotWithShape="0">
                <a:srgbClr val="000000">
                  <a:alpha val="40000"/>
                </a:srgbClr>
              </a:outerShdw>
            </a:effectLst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algn="l" marL="0" marR="0" lvl="0" indent="0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4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0" name="Google Shape;136;p29"/>
            <p:cNvSpPr txBox="1"/>
            <p:nvPr/>
          </p:nvSpPr>
          <p:spPr>
            <a:xfrm>
              <a:off x="1104806" y="9086298"/>
              <a:ext cx="1466700" cy="12006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pPr algn="ctr">
                <a:buSzPts val="8400"/>
              </a:pPr>
              <a:r>
                <a:rPr lang="en-IN" sz="7000" b="1" dirty="0">
                  <a:solidFill>
                    <a:schemeClr val="lt1"/>
                  </a:solidFill>
                  <a:latin typeface="Cambria"/>
                  <a:ea typeface="Cambria"/>
                  <a:sym typeface="Poppins"/>
                </a:rPr>
                <a:t>B</a:t>
              </a:r>
              <a:endParaRPr sz="7000" b="1" dirty="0">
                <a:solidFill>
                  <a:schemeClr val="lt1"/>
                </a:solidFill>
                <a:latin typeface="Cambria"/>
                <a:ea typeface="Cambria"/>
              </a:endParaRPr>
            </a:p>
          </p:txBody>
        </p:sp>
      </p:grpSp>
      <p:grpSp>
        <p:nvGrpSpPr>
          <p:cNvPr id="11" name="Group 2">
            <a:extLst>
              <a:ext uri="{FF2B5EF4-FFF2-40B4-BE49-F238E27FC236}">
                <a16:creationId xmlns:a16="http://schemas.microsoft.com/office/drawing/2014/main" id="{1929EFE0-7899-C986-6D22-F9305746025F}"/>
              </a:ext>
            </a:extLst>
          </p:cNvPr>
          <p:cNvGrpSpPr/>
          <p:nvPr/>
        </p:nvGrpSpPr>
        <p:grpSpPr>
          <a:xfrm>
            <a:off x="1039499" y="15607800"/>
            <a:ext cx="1597200" cy="1597200"/>
            <a:chOff x="1039499" y="11392904"/>
            <a:chExt cx="1597200" cy="1597200"/>
          </a:xfrm>
        </p:grpSpPr>
        <p:sp>
          <p:nvSpPr>
            <p:cNvPr id="12" name="Google Shape;137;p29"/>
            <p:cNvSpPr/>
            <p:nvPr/>
          </p:nvSpPr>
          <p:spPr>
            <a:xfrm>
              <a:off x="1039499" y="11392904"/>
              <a:ext cx="1597200" cy="1597200"/>
            </a:xfrm>
            <a:prstGeom prst="ellipse">
              <a:avLst/>
            </a:prstGeom>
            <a:gradFill>
              <a:gsLst>
                <a:gs pos="0">
                  <a:srgbClr val="07213C"/>
                </a:gs>
                <a:gs pos="50000">
                  <a:srgbClr val="0A3258"/>
                </a:gs>
                <a:gs pos="100000">
                  <a:srgbClr val="0E3B69"/>
                </a:gs>
              </a:gsLst>
              <a:lin ang="16200000" scaled="0"/>
            </a:gradFill>
            <a:ln w="5715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  <a:effectLst>
              <a:outerShdw blurRad="50800" dist="38100" dir="10800000" algn="r" rotWithShape="0">
                <a:srgbClr val="000000">
                  <a:alpha val="40000"/>
                </a:srgbClr>
              </a:outerShdw>
            </a:effectLst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algn="l" marL="0" marR="0" lvl="0" indent="0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4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3" name="Google Shape;138;p29"/>
            <p:cNvSpPr txBox="1"/>
            <p:nvPr/>
          </p:nvSpPr>
          <p:spPr>
            <a:xfrm>
              <a:off x="1104806" y="11591409"/>
              <a:ext cx="1466700" cy="12006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pPr algn="ctr">
                <a:buSzPts val="8400"/>
              </a:pPr>
              <a:r>
                <a:rPr lang="en-IN" sz="7000" b="1" dirty="0">
                  <a:solidFill>
                    <a:schemeClr val="lt1"/>
                  </a:solidFill>
                  <a:latin typeface="Cambria"/>
                  <a:ea typeface="Cambria"/>
                  <a:sym typeface="Poppins"/>
                </a:rPr>
                <a:t>C</a:t>
              </a:r>
              <a:endParaRPr sz="7000" b="1" dirty="0">
                <a:solidFill>
                  <a:schemeClr val="lt1"/>
                </a:solidFill>
                <a:latin typeface="Cambria"/>
                <a:ea typeface="Cambria"/>
              </a:endParaRPr>
            </a:p>
          </p:txBody>
        </p:sp>
      </p:grpSp>
      <p:grpSp>
        <p:nvGrpSpPr>
          <p:cNvPr id="14" name="Group 1">
            <a:extLst>
              <a:ext uri="{FF2B5EF4-FFF2-40B4-BE49-F238E27FC236}">
                <a16:creationId xmlns:a16="http://schemas.microsoft.com/office/drawing/2014/main" id="{2EFF441D-B1EA-669C-64B0-91C1D604A467}"/>
              </a:ext>
            </a:extLst>
          </p:cNvPr>
          <p:cNvGrpSpPr/>
          <p:nvPr/>
        </p:nvGrpSpPr>
        <p:grpSpPr>
          <a:xfrm>
            <a:off x="1039499" y="17725140"/>
            <a:ext cx="1597200" cy="1597200"/>
            <a:chOff x="1039499" y="13898015"/>
            <a:chExt cx="1597200" cy="1597200"/>
          </a:xfrm>
        </p:grpSpPr>
        <p:sp>
          <p:nvSpPr>
            <p:cNvPr id="15" name="Google Shape;139;p29"/>
            <p:cNvSpPr/>
            <p:nvPr/>
          </p:nvSpPr>
          <p:spPr>
            <a:xfrm>
              <a:off x="1039499" y="13898015"/>
              <a:ext cx="1597200" cy="1597200"/>
            </a:xfrm>
            <a:prstGeom prst="ellipse">
              <a:avLst/>
            </a:prstGeom>
            <a:gradFill>
              <a:gsLst>
                <a:gs pos="0">
                  <a:srgbClr val="07213C"/>
                </a:gs>
                <a:gs pos="50000">
                  <a:srgbClr val="0A3258"/>
                </a:gs>
                <a:gs pos="100000">
                  <a:srgbClr val="0E3B69"/>
                </a:gs>
              </a:gsLst>
              <a:lin ang="16200000" scaled="0"/>
            </a:gradFill>
            <a:ln w="5715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  <a:effectLst>
              <a:outerShdw blurRad="50800" dist="38100" dir="10800000" algn="r" rotWithShape="0">
                <a:srgbClr val="000000">
                  <a:alpha val="40000"/>
                </a:srgbClr>
              </a:outerShdw>
            </a:effectLst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algn="l" marL="0" marR="0" lvl="0" indent="0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4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6" name="Google Shape;140;p29"/>
            <p:cNvSpPr txBox="1"/>
            <p:nvPr/>
          </p:nvSpPr>
          <p:spPr>
            <a:xfrm>
              <a:off x="1104806" y="14096520"/>
              <a:ext cx="1466700" cy="12006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pPr algn="ctr">
                <a:buSzPts val="8400"/>
              </a:pPr>
              <a:r>
                <a:rPr lang="en-IN" sz="7000" b="1" dirty="0">
                  <a:solidFill>
                    <a:schemeClr val="lt1"/>
                  </a:solidFill>
                  <a:latin typeface="Cambria"/>
                  <a:ea typeface="Cambria"/>
                  <a:sym typeface="Poppins"/>
                </a:rPr>
                <a:t>D</a:t>
              </a:r>
              <a:endParaRPr sz="7000" b="1" dirty="0">
                <a:solidFill>
                  <a:schemeClr val="lt1"/>
                </a:solidFill>
                <a:latin typeface="Cambria"/>
                <a:ea typeface="Cambria"/>
              </a:endParaRPr>
            </a:p>
          </p:txBody>
        </p:sp>
      </p:grpSp>
      <p:sp>
        <p:nvSpPr>
          <p:cNvPr id="17" name="Google Shape;130;p29">
            <a:extLst>
              <a:ext uri="{FF2B5EF4-FFF2-40B4-BE49-F238E27FC236}">
                <a16:creationId xmlns:a16="http://schemas.microsoft.com/office/drawing/2014/main" id="{359EC1B9-8B0A-CB48-A9AA-6F6EAF44500B}"/>
              </a:ext>
            </a:extLst>
          </p:cNvPr>
          <p:cNvSpPr txBox="1"/>
          <p:nvPr/>
        </p:nvSpPr>
        <p:spPr>
          <a:xfrm>
            <a:off x="3107605" y="13721051"/>
            <a:ext cx="32744401" cy="15973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algn="l" marL="0" indent="0">
              <a:buSzPts val="8400"/>
            </a:pPr>
            <a:r>
              <a:rPr lang="en-IN" sz="6000" b="1" dirty="0">
                <a:solidFill>
                  <a:schemeClr val="lt1"/>
                </a:solidFill>
                <a:latin typeface="Cambria"/>
                <a:ea typeface="Cambria"/>
                <a:sym typeface="Cambria"/>
              </a:rPr>
              <a:t>A-III, B-I, C-II, D-IV</a:t>
            </a:r>
            <a:endParaRPr sz="6000" b="1" dirty="0">
              <a:solidFill>
                <a:schemeClr val="lt1"/>
              </a:solidFill>
              <a:latin typeface="Cambria"/>
              <a:ea typeface="Cambria"/>
            </a:endParaRPr>
          </a:p>
        </p:txBody>
      </p:sp>
      <p:sp>
        <p:nvSpPr>
          <p:cNvPr id="18" name="Google Shape;130;p29">
            <a:extLst>
              <a:ext uri="{FF2B5EF4-FFF2-40B4-BE49-F238E27FC236}">
                <a16:creationId xmlns:a16="http://schemas.microsoft.com/office/drawing/2014/main" id="{7A900CAF-02A4-EA2C-D5AE-61E805D388DB}"/>
              </a:ext>
            </a:extLst>
          </p:cNvPr>
          <p:cNvSpPr txBox="1"/>
          <p:nvPr/>
        </p:nvSpPr>
        <p:spPr>
          <a:xfrm>
            <a:off x="3107605" y="15788366"/>
            <a:ext cx="32744401" cy="15973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algn="l" marL="0" indent="0">
              <a:buSzPts val="8400"/>
            </a:pPr>
            <a:r>
              <a:rPr lang="en-IN" sz="6000" b="1" dirty="0">
                <a:solidFill>
                  <a:schemeClr val="lt1"/>
                </a:solidFill>
                <a:latin typeface="Cambria"/>
                <a:ea typeface="Cambria"/>
                <a:sym typeface="Cambria"/>
              </a:rPr>
              <a:t>A-I, B-III, C-IV, D-II</a:t>
            </a:r>
            <a:endParaRPr sz="6000" b="1" dirty="0">
              <a:solidFill>
                <a:schemeClr val="lt1"/>
              </a:solidFill>
              <a:latin typeface="Cambria"/>
              <a:ea typeface="Cambria"/>
            </a:endParaRPr>
          </a:p>
        </p:txBody>
      </p:sp>
      <p:sp>
        <p:nvSpPr>
          <p:cNvPr id="19" name="Google Shape;130;p29">
            <a:extLst>
              <a:ext uri="{FF2B5EF4-FFF2-40B4-BE49-F238E27FC236}">
                <a16:creationId xmlns:a16="http://schemas.microsoft.com/office/drawing/2014/main" id="{14CC97B5-99F4-9A71-2E1A-0ED3B3F0A5F1}"/>
              </a:ext>
            </a:extLst>
          </p:cNvPr>
          <p:cNvSpPr txBox="1"/>
          <p:nvPr/>
        </p:nvSpPr>
        <p:spPr>
          <a:xfrm>
            <a:off x="3107605" y="17923645"/>
            <a:ext cx="32744401" cy="15973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algn="l" marL="0" indent="0">
              <a:buSzPts val="8400"/>
            </a:pPr>
            <a:r>
              <a:rPr lang="en-IN" sz="6000" b="1" dirty="0">
                <a:solidFill>
                  <a:schemeClr val="lt1"/>
                </a:solidFill>
                <a:latin typeface="Cambria"/>
                <a:ea typeface="Cambria"/>
                <a:sym typeface="Cambria"/>
              </a:rPr>
              <a:t>A-I, B-II, C-III, D-IV</a:t>
            </a:r>
            <a:endParaRPr sz="6000" b="1" dirty="0">
              <a:solidFill>
                <a:schemeClr val="lt1"/>
              </a:solidFill>
              <a:latin typeface="Cambria"/>
              <a:ea typeface="Cambria"/>
            </a:endParaRPr>
          </a:p>
        </p:txBody>
      </p:sp>
      <p:graphicFrame>
        <p:nvGraphicFramePr>
          <p:cNvPr id="20" name="ContentTable"/>
          <p:cNvGraphicFramePr>
            <a:graphicFrameLocks noGrp="1"/>
          </p:cNvGraphicFramePr>
          <p:nvPr/>
        </p:nvGraphicFramePr>
        <p:xfrm>
          <a:off x="1104806" y="5477029"/>
          <a:ext cx="34747200" cy="4576091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7373600"/>
                <a:gridCol w="17373600"/>
              </a:tblGrid>
              <a:tr h="915219">
                <a:tc>
                  <a:txBody>
                    <a:bodyPr/>
                    <a:lstStyle/>
                    <a:p>
                      <a:pPr algn="l" marL="0" marR="0" lvl="0" indent="0" rtl="0">
                        <a:lnSpc>
                          <a:spcPct val="110000"/>
                        </a:lnSpc>
                        <a:spcBef>
                          <a:spcPts val="60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buNone/>
                      </a:pPr>
                      <a:r>
                        <a:rPr lang="en-IN" sz="4000" b="1" i="0" u="none" strike="noStrike" cap="none" dirty="0">
                          <a:solidFill>
                            <a:schemeClr val="tx1"/>
                          </a:solidFill>
                          <a:latin typeface="Cambria"/>
                          <a:ea typeface="Cambria"/>
                          <a:sym typeface="Arial"/>
                        </a:rPr>
                        <a:t>List-I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marL="0" marR="0" lvl="0" indent="0" rtl="0">
                        <a:lnSpc>
                          <a:spcPct val="110000"/>
                        </a:lnSpc>
                        <a:spcBef>
                          <a:spcPts val="60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buNone/>
                      </a:pPr>
                      <a:r>
                        <a:rPr lang="en-IN" sz="4000" b="1" i="0" u="none" strike="noStrike" cap="none" dirty="0">
                          <a:solidFill>
                            <a:schemeClr val="tx1"/>
                          </a:solidFill>
                          <a:latin typeface="Cambria"/>
                          <a:ea typeface="Cambria"/>
                          <a:sym typeface="Arial"/>
                        </a:rPr>
                        <a:t>List-I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915218">
                <a:tc>
                  <a:txBody>
                    <a:bodyPr/>
                    <a:lstStyle/>
                    <a:p>
                      <a:pPr algn="l" marL="0" marR="0" lvl="0" indent="0" defTabSz="914400" rtl="0" eaLnBrk="1" fontAlgn="auto" latinLnBrk="0" hangingPunct="1">
                        <a:lnSpc>
                          <a:spcPct val="110000"/>
                        </a:lnSpc>
                        <a:spcBef>
                          <a:spcPts val="60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kumimoji="0" lang="en-IN" sz="4000" b="0" i="0" u="none" strike="noStrike" kern="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Cambria"/>
                          <a:ea typeface="Cambria"/>
                          <a:cs typeface="+mn-cs"/>
                          <a:sym typeface="Arial"/>
                        </a:rPr>
                        <a:t>A. Young's Modulus (Y)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marL="0" marR="0" lvl="0" indent="0" defTabSz="914400" rtl="0" eaLnBrk="1" fontAlgn="auto" latinLnBrk="0" hangingPunct="1">
                        <a:lnSpc>
                          <a:spcPct val="110000"/>
                        </a:lnSpc>
                        <a:spcBef>
                          <a:spcPts val="60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kumimoji="0" lang="en-IN" sz="4000" b="0" i="0" u="none" strike="noStrike" kern="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Cambria"/>
                          <a:ea typeface="Cambria"/>
                          <a:cs typeface="+mn-cs"/>
                          <a:sym typeface="Arial"/>
                        </a:rPr>
                        <a:t>I. </a:t>
                      </a:r>
                      <mc:AlternateContent xmlns:mc="http://schemas.openxmlformats.org/markup-compatibility/2006">
                        <mc:Choice xmlns:a14="http://schemas.microsoft.com/office/drawing/2010/main" Requires="a14">
                          <a14:m xmlns:m="http://schemas.openxmlformats.org/officeDocument/2006/math">
                            <m:oMath>
                              <m:r>
                                <a:rPr kumimoji="0" lang="en-IN" sz="4000" b="0" i="0" u="none" strike="noStrike" kern="0" cap="none" spc="0" normalizeH="0" baseline="0" noProof="0" dirty="0">
                                  <a:ln>
                                    <a:noFill/>
                                  </a:ln>
                                  <a:solidFill>
                                    <a:srgbClr val="000000"/>
                                  </a:solidFill>
                                  <a:effectLst/>
                                  <a:uLnTx/>
                                  <a:uFillTx/>
                                  <a:latin typeface="Cambria Math"/>
                                  <a:ea typeface="Cambria Math"/>
                                  <a:cs typeface="Cambria Math"/>
                                  <a:sym typeface="Cambria Math"/>
                                </a:rPr>
                                <m:t xml:space="preserve"> [M</m:t>
                              </m:r>
                              <m:sSup>
                                <m:sSupPr/>
                                <m:e>
                                  <m:r>
                                    <a:rPr kumimoji="0" lang="en-IN" sz="4000" b="0" i="0" u="none" strike="noStrike" kern="0" cap="none" spc="0" normalizeH="0" baseline="0" noProof="0" dirty="0">
                                      <a:ln>
                                        <a:noFill/>
                                      </a:ln>
                                      <a:solidFill>
                                        <a:srgbClr val="000000"/>
                                      </a:solidFill>
                                      <a:effectLst/>
                                      <a:uLnTx/>
                                      <a:uFillTx/>
                                      <a:latin typeface="Cambria Math"/>
                                      <a:ea typeface="Cambria Math"/>
                                      <a:cs typeface="Cambria Math"/>
                                      <a:sym typeface="Cambria Math"/>
                                    </a:rPr>
                                    <m:t xml:space="preserve">L</m:t>
                                  </m:r>
                                </m:e>
                                <m:sup>
                                  <m:r>
                                    <a:rPr kumimoji="0" lang="en-IN" sz="4000" b="0" i="0" u="none" strike="noStrike" kern="0" cap="none" spc="0" normalizeH="0" baseline="0" noProof="0" dirty="0">
                                      <a:ln>
                                        <a:noFill/>
                                      </a:ln>
                                      <a:solidFill>
                                        <a:srgbClr val="000000"/>
                                      </a:solidFill>
                                      <a:effectLst/>
                                      <a:uLnTx/>
                                      <a:uFillTx/>
                                      <a:latin typeface="Cambria Math"/>
                                      <a:ea typeface="Cambria Math"/>
                                      <a:cs typeface="Cambria Math"/>
                                      <a:sym typeface="Cambria Math"/>
                                    </a:rPr>
                                    <m:t xml:space="preserve">-1</m:t>
                                  </m:r>
                                </m:sup>
                              </m:sSup>
                              <m:r>
                                <a:rPr kumimoji="0" lang="en-IN" sz="4000" b="0" i="0" u="none" strike="noStrike" kern="0" cap="none" spc="0" normalizeH="0" baseline="0" noProof="0" dirty="0">
                                  <a:ln>
                                    <a:noFill/>
                                  </a:ln>
                                  <a:solidFill>
                                    <a:srgbClr val="000000"/>
                                  </a:solidFill>
                                  <a:effectLst/>
                                  <a:uLnTx/>
                                  <a:uFillTx/>
                                  <a:latin typeface="Cambria Math"/>
                                  <a:ea typeface="Cambria Math"/>
                                  <a:cs typeface="Cambria Math"/>
                                  <a:sym typeface="Cambria Math"/>
                                </a:rPr>
                                <m:t xml:space="preserve"> </m:t>
                              </m:r>
                              <m:sSup>
                                <m:sSupPr/>
                                <m:e>
                                  <m:r>
                                    <a:rPr kumimoji="0" lang="en-IN" sz="4000" b="0" i="0" u="none" strike="noStrike" kern="0" cap="none" spc="0" normalizeH="0" baseline="0" noProof="0" dirty="0">
                                      <a:ln>
                                        <a:noFill/>
                                      </a:ln>
                                      <a:solidFill>
                                        <a:srgbClr val="000000"/>
                                      </a:solidFill>
                                      <a:effectLst/>
                                      <a:uLnTx/>
                                      <a:uFillTx/>
                                      <a:latin typeface="Cambria Math"/>
                                      <a:ea typeface="Cambria Math"/>
                                      <a:cs typeface="Cambria Math"/>
                                      <a:sym typeface="Cambria Math"/>
                                    </a:rPr>
                                    <m:t xml:space="preserve">T</m:t>
                                  </m:r>
                                </m:e>
                                <m:sup>
                                  <m:r>
                                    <a:rPr kumimoji="0" lang="en-IN" sz="4000" b="0" i="0" u="none" strike="noStrike" kern="0" cap="none" spc="0" normalizeH="0" baseline="0" noProof="0" dirty="0">
                                      <a:ln>
                                        <a:noFill/>
                                      </a:ln>
                                      <a:solidFill>
                                        <a:srgbClr val="000000"/>
                                      </a:solidFill>
                                      <a:effectLst/>
                                      <a:uLnTx/>
                                      <a:uFillTx/>
                                      <a:latin typeface="Cambria Math"/>
                                      <a:ea typeface="Cambria Math"/>
                                      <a:cs typeface="Cambria Math"/>
                                      <a:sym typeface="Cambria Math"/>
                                    </a:rPr>
                                    <m:t xml:space="preserve">-1</m:t>
                                  </m:r>
                                </m:sup>
                              </m:sSup>
                              <m:r>
                                <a:rPr kumimoji="0" lang="en-IN" sz="4000" b="0" i="0" u="none" strike="noStrike" kern="0" cap="none" spc="0" normalizeH="0" baseline="0" noProof="0" dirty="0">
                                  <a:ln>
                                    <a:noFill/>
                                  </a:ln>
                                  <a:solidFill>
                                    <a:srgbClr val="000000"/>
                                  </a:solidFill>
                                  <a:effectLst/>
                                  <a:uLnTx/>
                                  <a:uFillTx/>
                                  <a:latin typeface="Cambria Math"/>
                                  <a:ea typeface="Cambria Math"/>
                                  <a:cs typeface="Cambria Math"/>
                                  <a:sym typeface="Cambria Math"/>
                                </a:rPr>
                                <m:t xml:space="preserve">] </m:t>
                              </m:r>
                            </m:oMath>
                          </a14:m>
                        </mc:Choice>
                        <mc:Fallback>
                          <a:r>
                            <a:rPr kumimoji="0" lang="en-IN" sz="4000" b="0" i="0" u="none" strike="noStrike" kern="0" cap="none" spc="0" normalizeH="0" baseline="0" noProof="0" dirty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uLnTx/>
                              <a:uFillTx/>
                              <a:latin typeface="Cambria"/>
                              <a:ea typeface="Cambria"/>
                              <a:cs typeface="+mn-cs"/>
                              <a:sym typeface="Arial"/>
                            </a:rPr>
                            <a:t> [ML</a:t>
                          </a:r>
                          <a:r>
                            <a:rPr kumimoji="0" lang="en-IN" sz="2880" b="0" i="0" u="none" strike="noStrike" kern="0" cap="none" spc="0" normalizeH="0" baseline="52000" noProof="0" dirty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uLnTx/>
                              <a:uFillTx/>
                              <a:latin typeface="Cambria"/>
                              <a:ea typeface="Cambria"/>
                              <a:cs typeface="+mn-cs"/>
                              <a:sym typeface="Arial"/>
                            </a:rPr>
                            <a:t>-1</a:t>
                          </a:r>
                          <a:r>
                            <a:rPr kumimoji="0" lang="en-IN" sz="4000" b="0" i="0" u="none" strike="noStrike" kern="0" cap="none" spc="0" normalizeH="0" baseline="0" noProof="0" dirty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uLnTx/>
                              <a:uFillTx/>
                              <a:latin typeface="Cambria"/>
                              <a:ea typeface="Cambria"/>
                              <a:cs typeface="+mn-cs"/>
                              <a:sym typeface="Arial"/>
                            </a:rPr>
                            <a:t> T</a:t>
                          </a:r>
                          <a:r>
                            <a:rPr kumimoji="0" lang="en-IN" sz="2880" b="0" i="0" u="none" strike="noStrike" kern="0" cap="none" spc="0" normalizeH="0" baseline="52000" noProof="0" dirty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uLnTx/>
                              <a:uFillTx/>
                              <a:latin typeface="Cambria"/>
                              <a:ea typeface="Cambria"/>
                              <a:cs typeface="+mn-cs"/>
                              <a:sym typeface="Arial"/>
                            </a:rPr>
                            <a:t>-1</a:t>
                          </a:r>
                          <a:r>
                            <a:rPr kumimoji="0" lang="en-IN" sz="4000" b="0" i="0" u="none" strike="noStrike" kern="0" cap="none" spc="0" normalizeH="0" baseline="0" noProof="0" dirty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uLnTx/>
                              <a:uFillTx/>
                              <a:latin typeface="Cambria"/>
                              <a:ea typeface="Cambria"/>
                              <a:cs typeface="+mn-cs"/>
                              <a:sym typeface="Arial"/>
                            </a:rPr>
                            <a:t>] </a:t>
                          </a:r>
                        </mc:Fallback>
                      </mc:AlternateContent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915218">
                <a:tc>
                  <a:txBody>
                    <a:bodyPr/>
                    <a:lstStyle/>
                    <a:p>
                      <a:pPr algn="l" marL="0" marR="0" lvl="0" indent="0" defTabSz="914400" rtl="0" eaLnBrk="1" fontAlgn="auto" latinLnBrk="0" hangingPunct="1">
                        <a:lnSpc>
                          <a:spcPct val="110000"/>
                        </a:lnSpc>
                        <a:spcBef>
                          <a:spcPts val="60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kumimoji="0" lang="en-IN" sz="4000" b="0" i="0" u="none" strike="noStrike" kern="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Cambria"/>
                          <a:ea typeface="Cambria"/>
                          <a:cs typeface="+mn-cs"/>
                          <a:sym typeface="Arial"/>
                        </a:rPr>
                        <a:t>B. Coefficient of Viscosity (</a:t>
                      </a:r>
                      <mc:AlternateContent xmlns:mc="http://schemas.openxmlformats.org/markup-compatibility/2006">
                        <mc:Choice xmlns:a14="http://schemas.microsoft.com/office/drawing/2010/main" Requires="a14">
                          <a14:m xmlns:m="http://schemas.openxmlformats.org/officeDocument/2006/math">
                            <m:oMath>
                              <m:r>
                                <a:rPr kumimoji="0" lang="en-IN" sz="4000" b="0" i="0" u="none" strike="noStrike" kern="0" cap="none" spc="0" normalizeH="0" baseline="0" noProof="0" dirty="0">
                                  <a:ln>
                                    <a:noFill/>
                                  </a:ln>
                                  <a:solidFill>
                                    <a:srgbClr val="000000"/>
                                  </a:solidFill>
                                  <a:effectLst/>
                                  <a:uLnTx/>
                                  <a:uFillTx/>
                                  <a:latin typeface="Cambria Math"/>
                                  <a:ea typeface="Cambria Math"/>
                                  <a:cs typeface="Cambria Math"/>
                                  <a:sym typeface="Cambria Math"/>
                                </a:rPr>
                                <m:t xml:space="preserve"> η </m:t>
                              </m:r>
                            </m:oMath>
                          </a14:m>
                        </mc:Choice>
                        <mc:Fallback>
                          <a:r>
                            <a:rPr kumimoji="0" lang="en-IN" sz="4000" b="0" i="0" u="none" strike="noStrike" kern="0" cap="none" spc="0" normalizeH="0" baseline="0" noProof="0" dirty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uLnTx/>
                              <a:uFillTx/>
                              <a:latin typeface="Cambria"/>
                              <a:ea typeface="Cambria"/>
                              <a:cs typeface="+mn-cs"/>
                              <a:sym typeface="Arial"/>
                            </a:rPr>
                            <a:t> </a:t>
                          </a:r>
                          <a:r>
                            <a:rPr kumimoji="0" lang="en-IN" sz="4000" b="0" i="0" u="none" strike="noStrike" kern="0" cap="none" spc="0" normalizeH="0" baseline="0" noProof="0" dirty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uLnTx/>
                              <a:uFillTx/>
                              <a:latin typeface="Arial"/>
                              <a:ea typeface="Arial"/>
                              <a:cs typeface="Arial"/>
                              <a:sym typeface="Arial"/>
                            </a:rPr>
                            <a:t>η</a:t>
                          </a:r>
                          <a:r>
                            <a:rPr kumimoji="0" lang="en-IN" sz="4000" b="0" i="0" u="none" strike="noStrike" kern="0" cap="none" spc="0" normalizeH="0" baseline="0" noProof="0" dirty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uLnTx/>
                              <a:uFillTx/>
                              <a:latin typeface="Cambria"/>
                              <a:ea typeface="Cambria"/>
                              <a:cs typeface="+mn-cs"/>
                              <a:sym typeface="Arial"/>
                            </a:rPr>
                            <a:t> </a:t>
                          </a:r>
                        </mc:Fallback>
                      </mc:AlternateContent>
                      <a:r>
                        <a:rPr kumimoji="0" lang="en-IN" sz="4000" b="0" i="0" u="none" strike="noStrike" kern="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Cambria"/>
                          <a:ea typeface="Cambria"/>
                          <a:cs typeface="+mn-cs"/>
                          <a:sym typeface="Arial"/>
                        </a:rPr>
                        <a:t>)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marL="0" marR="0" lvl="0" indent="0" defTabSz="914400" rtl="0" eaLnBrk="1" fontAlgn="auto" latinLnBrk="0" hangingPunct="1">
                        <a:lnSpc>
                          <a:spcPct val="110000"/>
                        </a:lnSpc>
                        <a:spcBef>
                          <a:spcPts val="60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kumimoji="0" lang="en-IN" sz="4000" b="0" i="0" u="none" strike="noStrike" kern="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Cambria"/>
                          <a:ea typeface="Cambria"/>
                          <a:cs typeface="+mn-cs"/>
                          <a:sym typeface="Arial"/>
                        </a:rPr>
                        <a:t>II. </a:t>
                      </a:r>
                      <mc:AlternateContent xmlns:mc="http://schemas.openxmlformats.org/markup-compatibility/2006">
                        <mc:Choice xmlns:a14="http://schemas.microsoft.com/office/drawing/2010/main" Requires="a14">
                          <a14:m xmlns:m="http://schemas.openxmlformats.org/officeDocument/2006/math">
                            <m:oMath>
                              <m:r>
                                <a:rPr kumimoji="0" lang="en-IN" sz="4000" b="0" i="0" u="none" strike="noStrike" kern="0" cap="none" spc="0" normalizeH="0" baseline="0" noProof="0" dirty="0">
                                  <a:ln>
                                    <a:noFill/>
                                  </a:ln>
                                  <a:solidFill>
                                    <a:srgbClr val="000000"/>
                                  </a:solidFill>
                                  <a:effectLst/>
                                  <a:uLnTx/>
                                  <a:uFillTx/>
                                  <a:latin typeface="Cambria Math"/>
                                  <a:ea typeface="Cambria Math"/>
                                  <a:cs typeface="Cambria Math"/>
                                  <a:sym typeface="Cambria Math"/>
                                </a:rPr>
                                <m:t xml:space="preserve"> [M</m:t>
                              </m:r>
                              <m:sSup>
                                <m:sSupPr/>
                                <m:e>
                                  <m:r>
                                    <a:rPr kumimoji="0" lang="en-IN" sz="4000" b="0" i="0" u="none" strike="noStrike" kern="0" cap="none" spc="0" normalizeH="0" baseline="0" noProof="0" dirty="0">
                                      <a:ln>
                                        <a:noFill/>
                                      </a:ln>
                                      <a:solidFill>
                                        <a:srgbClr val="000000"/>
                                      </a:solidFill>
                                      <a:effectLst/>
                                      <a:uLnTx/>
                                      <a:uFillTx/>
                                      <a:latin typeface="Cambria Math"/>
                                      <a:ea typeface="Cambria Math"/>
                                      <a:cs typeface="Cambria Math"/>
                                      <a:sym typeface="Cambria Math"/>
                                    </a:rPr>
                                    <m:t xml:space="preserve">L</m:t>
                                  </m:r>
                                </m:e>
                                <m:sup>
                                  <m:r>
                                    <a:rPr kumimoji="0" lang="en-IN" sz="4000" b="0" i="0" u="none" strike="noStrike" kern="0" cap="none" spc="0" normalizeH="0" baseline="0" noProof="0" dirty="0">
                                      <a:ln>
                                        <a:noFill/>
                                      </a:ln>
                                      <a:solidFill>
                                        <a:srgbClr val="000000"/>
                                      </a:solidFill>
                                      <a:effectLst/>
                                      <a:uLnTx/>
                                      <a:uFillTx/>
                                      <a:latin typeface="Cambria Math"/>
                                      <a:ea typeface="Cambria Math"/>
                                      <a:cs typeface="Cambria Math"/>
                                      <a:sym typeface="Cambria Math"/>
                                    </a:rPr>
                                    <m:t xml:space="preserve">2</m:t>
                                  </m:r>
                                </m:sup>
                              </m:sSup>
                              <m:r>
                                <a:rPr kumimoji="0" lang="en-IN" sz="4000" b="0" i="0" u="none" strike="noStrike" kern="0" cap="none" spc="0" normalizeH="0" baseline="0" noProof="0" dirty="0">
                                  <a:ln>
                                    <a:noFill/>
                                  </a:ln>
                                  <a:solidFill>
                                    <a:srgbClr val="000000"/>
                                  </a:solidFill>
                                  <a:effectLst/>
                                  <a:uLnTx/>
                                  <a:uFillTx/>
                                  <a:latin typeface="Cambria Math"/>
                                  <a:ea typeface="Cambria Math"/>
                                  <a:cs typeface="Cambria Math"/>
                                  <a:sym typeface="Cambria Math"/>
                                </a:rPr>
                                <m:t xml:space="preserve"> </m:t>
                              </m:r>
                              <m:sSup>
                                <m:sSupPr/>
                                <m:e>
                                  <m:r>
                                    <a:rPr kumimoji="0" lang="en-IN" sz="4000" b="0" i="0" u="none" strike="noStrike" kern="0" cap="none" spc="0" normalizeH="0" baseline="0" noProof="0" dirty="0">
                                      <a:ln>
                                        <a:noFill/>
                                      </a:ln>
                                      <a:solidFill>
                                        <a:srgbClr val="000000"/>
                                      </a:solidFill>
                                      <a:effectLst/>
                                      <a:uLnTx/>
                                      <a:uFillTx/>
                                      <a:latin typeface="Cambria Math"/>
                                      <a:ea typeface="Cambria Math"/>
                                      <a:cs typeface="Cambria Math"/>
                                      <a:sym typeface="Cambria Math"/>
                                    </a:rPr>
                                    <m:t xml:space="preserve">T</m:t>
                                  </m:r>
                                </m:e>
                                <m:sup>
                                  <m:r>
                                    <a:rPr kumimoji="0" lang="en-IN" sz="4000" b="0" i="0" u="none" strike="noStrike" kern="0" cap="none" spc="0" normalizeH="0" baseline="0" noProof="0" dirty="0">
                                      <a:ln>
                                        <a:noFill/>
                                      </a:ln>
                                      <a:solidFill>
                                        <a:srgbClr val="000000"/>
                                      </a:solidFill>
                                      <a:effectLst/>
                                      <a:uLnTx/>
                                      <a:uFillTx/>
                                      <a:latin typeface="Cambria Math"/>
                                      <a:ea typeface="Cambria Math"/>
                                      <a:cs typeface="Cambria Math"/>
                                      <a:sym typeface="Cambria Math"/>
                                    </a:rPr>
                                    <m:t xml:space="preserve">-1</m:t>
                                  </m:r>
                                </m:sup>
                              </m:sSup>
                              <m:r>
                                <a:rPr kumimoji="0" lang="en-IN" sz="4000" b="0" i="0" u="none" strike="noStrike" kern="0" cap="none" spc="0" normalizeH="0" baseline="0" noProof="0" dirty="0">
                                  <a:ln>
                                    <a:noFill/>
                                  </a:ln>
                                  <a:solidFill>
                                    <a:srgbClr val="000000"/>
                                  </a:solidFill>
                                  <a:effectLst/>
                                  <a:uLnTx/>
                                  <a:uFillTx/>
                                  <a:latin typeface="Cambria Math"/>
                                  <a:ea typeface="Cambria Math"/>
                                  <a:cs typeface="Cambria Math"/>
                                  <a:sym typeface="Cambria Math"/>
                                </a:rPr>
                                <m:t xml:space="preserve">] </m:t>
                              </m:r>
                            </m:oMath>
                          </a14:m>
                        </mc:Choice>
                        <mc:Fallback>
                          <a:r>
                            <a:rPr kumimoji="0" lang="en-IN" sz="4000" b="0" i="0" u="none" strike="noStrike" kern="0" cap="none" spc="0" normalizeH="0" baseline="0" noProof="0" dirty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uLnTx/>
                              <a:uFillTx/>
                              <a:latin typeface="Cambria"/>
                              <a:ea typeface="Cambria"/>
                              <a:cs typeface="+mn-cs"/>
                              <a:sym typeface="Arial"/>
                            </a:rPr>
                            <a:t> [ML</a:t>
                          </a:r>
                          <a:r>
                            <a:rPr kumimoji="0" lang="en-IN" sz="2880" b="0" i="0" u="none" strike="noStrike" kern="0" cap="none" spc="0" normalizeH="0" baseline="52000" noProof="0" dirty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uLnTx/>
                              <a:uFillTx/>
                              <a:latin typeface="Cambria"/>
                              <a:ea typeface="Cambria"/>
                              <a:cs typeface="+mn-cs"/>
                              <a:sym typeface="Arial"/>
                            </a:rPr>
                            <a:t>2</a:t>
                          </a:r>
                          <a:r>
                            <a:rPr kumimoji="0" lang="en-IN" sz="4000" b="0" i="0" u="none" strike="noStrike" kern="0" cap="none" spc="0" normalizeH="0" baseline="0" noProof="0" dirty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uLnTx/>
                              <a:uFillTx/>
                              <a:latin typeface="Cambria"/>
                              <a:ea typeface="Cambria"/>
                              <a:cs typeface="+mn-cs"/>
                              <a:sym typeface="Arial"/>
                            </a:rPr>
                            <a:t> T</a:t>
                          </a:r>
                          <a:r>
                            <a:rPr kumimoji="0" lang="en-IN" sz="2880" b="0" i="0" u="none" strike="noStrike" kern="0" cap="none" spc="0" normalizeH="0" baseline="52000" noProof="0" dirty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uLnTx/>
                              <a:uFillTx/>
                              <a:latin typeface="Cambria"/>
                              <a:ea typeface="Cambria"/>
                              <a:cs typeface="+mn-cs"/>
                              <a:sym typeface="Arial"/>
                            </a:rPr>
                            <a:t>-1</a:t>
                          </a:r>
                          <a:r>
                            <a:rPr kumimoji="0" lang="en-IN" sz="4000" b="0" i="0" u="none" strike="noStrike" kern="0" cap="none" spc="0" normalizeH="0" baseline="0" noProof="0" dirty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uLnTx/>
                              <a:uFillTx/>
                              <a:latin typeface="Cambria"/>
                              <a:ea typeface="Cambria"/>
                              <a:cs typeface="+mn-cs"/>
                              <a:sym typeface="Arial"/>
                            </a:rPr>
                            <a:t>] </a:t>
                          </a:r>
                        </mc:Fallback>
                      </mc:AlternateContent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915218">
                <a:tc>
                  <a:txBody>
                    <a:bodyPr/>
                    <a:lstStyle/>
                    <a:p>
                      <a:pPr algn="l" marL="0" marR="0" lvl="0" indent="0" defTabSz="914400" rtl="0" eaLnBrk="1" fontAlgn="auto" latinLnBrk="0" hangingPunct="1">
                        <a:lnSpc>
                          <a:spcPct val="110000"/>
                        </a:lnSpc>
                        <a:spcBef>
                          <a:spcPts val="60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kumimoji="0" lang="en-IN" sz="4000" b="0" i="0" u="none" strike="noStrike" kern="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Cambria"/>
                          <a:ea typeface="Cambria"/>
                          <a:cs typeface="+mn-cs"/>
                          <a:sym typeface="Arial"/>
                        </a:rPr>
                        <a:t>C. Planck's Constant (h)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marL="0" marR="0" lvl="0" indent="0" defTabSz="914400" rtl="0" eaLnBrk="1" fontAlgn="auto" latinLnBrk="0" hangingPunct="1">
                        <a:lnSpc>
                          <a:spcPct val="110000"/>
                        </a:lnSpc>
                        <a:spcBef>
                          <a:spcPts val="60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kumimoji="0" lang="en-IN" sz="4000" b="0" i="0" u="none" strike="noStrike" kern="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Cambria"/>
                          <a:ea typeface="Cambria"/>
                          <a:cs typeface="+mn-cs"/>
                          <a:sym typeface="Arial"/>
                        </a:rPr>
                        <a:t>III. </a:t>
                      </a:r>
                      <mc:AlternateContent xmlns:mc="http://schemas.openxmlformats.org/markup-compatibility/2006">
                        <mc:Choice xmlns:a14="http://schemas.microsoft.com/office/drawing/2010/main" Requires="a14">
                          <a14:m xmlns:m="http://schemas.openxmlformats.org/officeDocument/2006/math">
                            <m:oMath>
                              <m:r>
                                <a:rPr kumimoji="0" lang="en-IN" sz="4000" b="0" i="0" u="none" strike="noStrike" kern="0" cap="none" spc="0" normalizeH="0" baseline="0" noProof="0" dirty="0">
                                  <a:ln>
                                    <a:noFill/>
                                  </a:ln>
                                  <a:solidFill>
                                    <a:srgbClr val="000000"/>
                                  </a:solidFill>
                                  <a:effectLst/>
                                  <a:uLnTx/>
                                  <a:uFillTx/>
                                  <a:latin typeface="Cambria Math"/>
                                  <a:ea typeface="Cambria Math"/>
                                  <a:cs typeface="Cambria Math"/>
                                  <a:sym typeface="Cambria Math"/>
                                </a:rPr>
                                <m:t xml:space="preserve"> [M</m:t>
                              </m:r>
                              <m:sSup>
                                <m:sSupPr/>
                                <m:e>
                                  <m:r>
                                    <a:rPr kumimoji="0" lang="en-IN" sz="4000" b="0" i="0" u="none" strike="noStrike" kern="0" cap="none" spc="0" normalizeH="0" baseline="0" noProof="0" dirty="0">
                                      <a:ln>
                                        <a:noFill/>
                                      </a:ln>
                                      <a:solidFill>
                                        <a:srgbClr val="000000"/>
                                      </a:solidFill>
                                      <a:effectLst/>
                                      <a:uLnTx/>
                                      <a:uFillTx/>
                                      <a:latin typeface="Cambria Math"/>
                                      <a:ea typeface="Cambria Math"/>
                                      <a:cs typeface="Cambria Math"/>
                                      <a:sym typeface="Cambria Math"/>
                                    </a:rPr>
                                    <m:t xml:space="preserve">L</m:t>
                                  </m:r>
                                </m:e>
                                <m:sup>
                                  <m:r>
                                    <a:rPr kumimoji="0" lang="en-IN" sz="4000" b="0" i="0" u="none" strike="noStrike" kern="0" cap="none" spc="0" normalizeH="0" baseline="0" noProof="0" dirty="0">
                                      <a:ln>
                                        <a:noFill/>
                                      </a:ln>
                                      <a:solidFill>
                                        <a:srgbClr val="000000"/>
                                      </a:solidFill>
                                      <a:effectLst/>
                                      <a:uLnTx/>
                                      <a:uFillTx/>
                                      <a:latin typeface="Cambria Math"/>
                                      <a:ea typeface="Cambria Math"/>
                                      <a:cs typeface="Cambria Math"/>
                                      <a:sym typeface="Cambria Math"/>
                                    </a:rPr>
                                    <m:t xml:space="preserve">-1</m:t>
                                  </m:r>
                                </m:sup>
                              </m:sSup>
                              <m:r>
                                <a:rPr kumimoji="0" lang="en-IN" sz="4000" b="0" i="0" u="none" strike="noStrike" kern="0" cap="none" spc="0" normalizeH="0" baseline="0" noProof="0" dirty="0">
                                  <a:ln>
                                    <a:noFill/>
                                  </a:ln>
                                  <a:solidFill>
                                    <a:srgbClr val="000000"/>
                                  </a:solidFill>
                                  <a:effectLst/>
                                  <a:uLnTx/>
                                  <a:uFillTx/>
                                  <a:latin typeface="Cambria Math"/>
                                  <a:ea typeface="Cambria Math"/>
                                  <a:cs typeface="Cambria Math"/>
                                  <a:sym typeface="Cambria Math"/>
                                </a:rPr>
                                <m:t xml:space="preserve"> </m:t>
                              </m:r>
                              <m:sSup>
                                <m:sSupPr/>
                                <m:e>
                                  <m:r>
                                    <a:rPr kumimoji="0" lang="en-IN" sz="4000" b="0" i="0" u="none" strike="noStrike" kern="0" cap="none" spc="0" normalizeH="0" baseline="0" noProof="0" dirty="0">
                                      <a:ln>
                                        <a:noFill/>
                                      </a:ln>
                                      <a:solidFill>
                                        <a:srgbClr val="000000"/>
                                      </a:solidFill>
                                      <a:effectLst/>
                                      <a:uLnTx/>
                                      <a:uFillTx/>
                                      <a:latin typeface="Cambria Math"/>
                                      <a:ea typeface="Cambria Math"/>
                                      <a:cs typeface="Cambria Math"/>
                                      <a:sym typeface="Cambria Math"/>
                                    </a:rPr>
                                    <m:t xml:space="preserve">T</m:t>
                                  </m:r>
                                </m:e>
                                <m:sup>
                                  <m:r>
                                    <a:rPr kumimoji="0" lang="en-IN" sz="4000" b="0" i="0" u="none" strike="noStrike" kern="0" cap="none" spc="0" normalizeH="0" baseline="0" noProof="0" dirty="0">
                                      <a:ln>
                                        <a:noFill/>
                                      </a:ln>
                                      <a:solidFill>
                                        <a:srgbClr val="000000"/>
                                      </a:solidFill>
                                      <a:effectLst/>
                                      <a:uLnTx/>
                                      <a:uFillTx/>
                                      <a:latin typeface="Cambria Math"/>
                                      <a:ea typeface="Cambria Math"/>
                                      <a:cs typeface="Cambria Math"/>
                                      <a:sym typeface="Cambria Math"/>
                                    </a:rPr>
                                    <m:t xml:space="preserve">-2</m:t>
                                  </m:r>
                                </m:sup>
                              </m:sSup>
                              <m:r>
                                <a:rPr kumimoji="0" lang="en-IN" sz="4000" b="0" i="0" u="none" strike="noStrike" kern="0" cap="none" spc="0" normalizeH="0" baseline="0" noProof="0" dirty="0">
                                  <a:ln>
                                    <a:noFill/>
                                  </a:ln>
                                  <a:solidFill>
                                    <a:srgbClr val="000000"/>
                                  </a:solidFill>
                                  <a:effectLst/>
                                  <a:uLnTx/>
                                  <a:uFillTx/>
                                  <a:latin typeface="Cambria Math"/>
                                  <a:ea typeface="Cambria Math"/>
                                  <a:cs typeface="Cambria Math"/>
                                  <a:sym typeface="Cambria Math"/>
                                </a:rPr>
                                <m:t xml:space="preserve">] </m:t>
                              </m:r>
                            </m:oMath>
                          </a14:m>
                        </mc:Choice>
                        <mc:Fallback>
                          <a:r>
                            <a:rPr kumimoji="0" lang="en-IN" sz="4000" b="0" i="0" u="none" strike="noStrike" kern="0" cap="none" spc="0" normalizeH="0" baseline="0" noProof="0" dirty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uLnTx/>
                              <a:uFillTx/>
                              <a:latin typeface="Cambria"/>
                              <a:ea typeface="Cambria"/>
                              <a:cs typeface="+mn-cs"/>
                              <a:sym typeface="Arial"/>
                            </a:rPr>
                            <a:t> [ML</a:t>
                          </a:r>
                          <a:r>
                            <a:rPr kumimoji="0" lang="en-IN" sz="2880" b="0" i="0" u="none" strike="noStrike" kern="0" cap="none" spc="0" normalizeH="0" baseline="52000" noProof="0" dirty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uLnTx/>
                              <a:uFillTx/>
                              <a:latin typeface="Cambria"/>
                              <a:ea typeface="Cambria"/>
                              <a:cs typeface="+mn-cs"/>
                              <a:sym typeface="Arial"/>
                            </a:rPr>
                            <a:t>-1</a:t>
                          </a:r>
                          <a:r>
                            <a:rPr kumimoji="0" lang="en-IN" sz="4000" b="0" i="0" u="none" strike="noStrike" kern="0" cap="none" spc="0" normalizeH="0" baseline="0" noProof="0" dirty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uLnTx/>
                              <a:uFillTx/>
                              <a:latin typeface="Cambria"/>
                              <a:ea typeface="Cambria"/>
                              <a:cs typeface="+mn-cs"/>
                              <a:sym typeface="Arial"/>
                            </a:rPr>
                            <a:t> T</a:t>
                          </a:r>
                          <a:r>
                            <a:rPr kumimoji="0" lang="en-IN" sz="2880" b="0" i="0" u="none" strike="noStrike" kern="0" cap="none" spc="0" normalizeH="0" baseline="52000" noProof="0" dirty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uLnTx/>
                              <a:uFillTx/>
                              <a:latin typeface="Cambria"/>
                              <a:ea typeface="Cambria"/>
                              <a:cs typeface="+mn-cs"/>
                              <a:sym typeface="Arial"/>
                            </a:rPr>
                            <a:t>-2</a:t>
                          </a:r>
                          <a:r>
                            <a:rPr kumimoji="0" lang="en-IN" sz="4000" b="0" i="0" u="none" strike="noStrike" kern="0" cap="none" spc="0" normalizeH="0" baseline="0" noProof="0" dirty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uLnTx/>
                              <a:uFillTx/>
                              <a:latin typeface="Cambria"/>
                              <a:ea typeface="Cambria"/>
                              <a:cs typeface="+mn-cs"/>
                              <a:sym typeface="Arial"/>
                            </a:rPr>
                            <a:t>] </a:t>
                          </a:r>
                        </mc:Fallback>
                      </mc:AlternateContent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915218">
                <a:tc>
                  <a:txBody>
                    <a:bodyPr/>
                    <a:lstStyle/>
                    <a:p>
                      <a:pPr algn="l" marL="0" marR="0" lvl="0" indent="0" defTabSz="914400" rtl="0" eaLnBrk="1" fontAlgn="auto" latinLnBrk="0" hangingPunct="1">
                        <a:lnSpc>
                          <a:spcPct val="110000"/>
                        </a:lnSpc>
                        <a:spcBef>
                          <a:spcPts val="60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kumimoji="0" lang="en-IN" sz="4000" b="0" i="0" u="none" strike="noStrike" kern="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Cambria"/>
                          <a:ea typeface="Cambria"/>
                          <a:cs typeface="+mn-cs"/>
                          <a:sym typeface="Arial"/>
                        </a:rPr>
                        <a:t>D. Work Function (</a:t>
                      </a:r>
                      <mc:AlternateContent xmlns:mc="http://schemas.openxmlformats.org/markup-compatibility/2006">
                        <mc:Choice xmlns:a14="http://schemas.microsoft.com/office/drawing/2010/main" Requires="a14">
                          <a14:m xmlns:m="http://schemas.openxmlformats.org/officeDocument/2006/math">
                            <m:oMath>
                              <m:r>
                                <a:rPr kumimoji="0" lang="en-IN" sz="4000" b="0" i="0" u="none" strike="noStrike" kern="0" cap="none" spc="0" normalizeH="0" baseline="0" noProof="0" dirty="0">
                                  <a:ln>
                                    <a:noFill/>
                                  </a:ln>
                                  <a:solidFill>
                                    <a:srgbClr val="000000"/>
                                  </a:solidFill>
                                  <a:effectLst/>
                                  <a:uLnTx/>
                                  <a:uFillTx/>
                                  <a:latin typeface="Cambria Math"/>
                                  <a:ea typeface="Cambria Math"/>
                                  <a:cs typeface="Cambria Math"/>
                                  <a:sym typeface="Cambria Math"/>
                                </a:rPr>
                                <m:t xml:space="preserve"> φ </m:t>
                              </m:r>
                            </m:oMath>
                          </a14:m>
                        </mc:Choice>
                        <mc:Fallback>
                          <a:r>
                            <a:rPr kumimoji="0" lang="en-IN" sz="4000" b="0" i="0" u="none" strike="noStrike" kern="0" cap="none" spc="0" normalizeH="0" baseline="0" noProof="0" dirty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uLnTx/>
                              <a:uFillTx/>
                              <a:latin typeface="Cambria"/>
                              <a:ea typeface="Cambria"/>
                              <a:cs typeface="+mn-cs"/>
                              <a:sym typeface="Arial"/>
                            </a:rPr>
                            <a:t> </a:t>
                          </a:r>
                          <a:r>
                            <a:rPr kumimoji="0" lang="en-IN" sz="4000" b="0" i="0" u="none" strike="noStrike" kern="0" cap="none" spc="0" normalizeH="0" baseline="0" noProof="0" dirty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uLnTx/>
                              <a:uFillTx/>
                              <a:latin typeface="Arial"/>
                              <a:ea typeface="Arial"/>
                              <a:cs typeface="Arial"/>
                              <a:sym typeface="Arial"/>
                            </a:rPr>
                            <a:t>φ</a:t>
                          </a:r>
                          <a:r>
                            <a:rPr kumimoji="0" lang="en-IN" sz="4000" b="0" i="0" u="none" strike="noStrike" kern="0" cap="none" spc="0" normalizeH="0" baseline="0" noProof="0" dirty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uLnTx/>
                              <a:uFillTx/>
                              <a:latin typeface="Cambria"/>
                              <a:ea typeface="Cambria"/>
                              <a:cs typeface="+mn-cs"/>
                              <a:sym typeface="Arial"/>
                            </a:rPr>
                            <a:t> </a:t>
                          </a:r>
                        </mc:Fallback>
                      </mc:AlternateContent>
                      <a:r>
                        <a:rPr kumimoji="0" lang="en-IN" sz="4000" b="0" i="0" u="none" strike="noStrike" kern="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Cambria"/>
                          <a:ea typeface="Cambria"/>
                          <a:cs typeface="+mn-cs"/>
                          <a:sym typeface="Arial"/>
                        </a:rPr>
                        <a:t>)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marL="0" marR="0" lvl="0" indent="0" defTabSz="914400" rtl="0" eaLnBrk="1" fontAlgn="auto" latinLnBrk="0" hangingPunct="1">
                        <a:lnSpc>
                          <a:spcPct val="110000"/>
                        </a:lnSpc>
                        <a:spcBef>
                          <a:spcPts val="60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kumimoji="0" lang="en-IN" sz="4000" b="0" i="0" u="none" strike="noStrike" kern="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Cambria"/>
                          <a:ea typeface="Cambria"/>
                          <a:cs typeface="+mn-cs"/>
                          <a:sym typeface="Arial"/>
                        </a:rPr>
                        <a:t>IV. </a:t>
                      </a:r>
                      <mc:AlternateContent xmlns:mc="http://schemas.openxmlformats.org/markup-compatibility/2006">
                        <mc:Choice xmlns:a14="http://schemas.microsoft.com/office/drawing/2010/main" Requires="a14">
                          <a14:m xmlns:m="http://schemas.openxmlformats.org/officeDocument/2006/math">
                            <m:oMath>
                              <m:r>
                                <a:rPr kumimoji="0" lang="en-IN" sz="4000" b="0" i="0" u="none" strike="noStrike" kern="0" cap="none" spc="0" normalizeH="0" baseline="0" noProof="0" dirty="0">
                                  <a:ln>
                                    <a:noFill/>
                                  </a:ln>
                                  <a:solidFill>
                                    <a:srgbClr val="000000"/>
                                  </a:solidFill>
                                  <a:effectLst/>
                                  <a:uLnTx/>
                                  <a:uFillTx/>
                                  <a:latin typeface="Cambria Math"/>
                                  <a:ea typeface="Cambria Math"/>
                                  <a:cs typeface="Cambria Math"/>
                                  <a:sym typeface="Cambria Math"/>
                                </a:rPr>
                                <m:t xml:space="preserve"> [M</m:t>
                              </m:r>
                              <m:sSup>
                                <m:sSupPr/>
                                <m:e>
                                  <m:r>
                                    <a:rPr kumimoji="0" lang="en-IN" sz="4000" b="0" i="0" u="none" strike="noStrike" kern="0" cap="none" spc="0" normalizeH="0" baseline="0" noProof="0" dirty="0">
                                      <a:ln>
                                        <a:noFill/>
                                      </a:ln>
                                      <a:solidFill>
                                        <a:srgbClr val="000000"/>
                                      </a:solidFill>
                                      <a:effectLst/>
                                      <a:uLnTx/>
                                      <a:uFillTx/>
                                      <a:latin typeface="Cambria Math"/>
                                      <a:ea typeface="Cambria Math"/>
                                      <a:cs typeface="Cambria Math"/>
                                      <a:sym typeface="Cambria Math"/>
                                    </a:rPr>
                                    <m:t xml:space="preserve">L</m:t>
                                  </m:r>
                                </m:e>
                                <m:sup>
                                  <m:r>
                                    <a:rPr kumimoji="0" lang="en-IN" sz="4000" b="0" i="0" u="none" strike="noStrike" kern="0" cap="none" spc="0" normalizeH="0" baseline="0" noProof="0" dirty="0">
                                      <a:ln>
                                        <a:noFill/>
                                      </a:ln>
                                      <a:solidFill>
                                        <a:srgbClr val="000000"/>
                                      </a:solidFill>
                                      <a:effectLst/>
                                      <a:uLnTx/>
                                      <a:uFillTx/>
                                      <a:latin typeface="Cambria Math"/>
                                      <a:ea typeface="Cambria Math"/>
                                      <a:cs typeface="Cambria Math"/>
                                      <a:sym typeface="Cambria Math"/>
                                    </a:rPr>
                                    <m:t xml:space="preserve">2</m:t>
                                  </m:r>
                                </m:sup>
                              </m:sSup>
                              <m:r>
                                <a:rPr kumimoji="0" lang="en-IN" sz="4000" b="0" i="0" u="none" strike="noStrike" kern="0" cap="none" spc="0" normalizeH="0" baseline="0" noProof="0" dirty="0">
                                  <a:ln>
                                    <a:noFill/>
                                  </a:ln>
                                  <a:solidFill>
                                    <a:srgbClr val="000000"/>
                                  </a:solidFill>
                                  <a:effectLst/>
                                  <a:uLnTx/>
                                  <a:uFillTx/>
                                  <a:latin typeface="Cambria Math"/>
                                  <a:ea typeface="Cambria Math"/>
                                  <a:cs typeface="Cambria Math"/>
                                  <a:sym typeface="Cambria Math"/>
                                </a:rPr>
                                <m:t xml:space="preserve"> </m:t>
                              </m:r>
                              <m:sSup>
                                <m:sSupPr/>
                                <m:e>
                                  <m:r>
                                    <a:rPr kumimoji="0" lang="en-IN" sz="4000" b="0" i="0" u="none" strike="noStrike" kern="0" cap="none" spc="0" normalizeH="0" baseline="0" noProof="0" dirty="0">
                                      <a:ln>
                                        <a:noFill/>
                                      </a:ln>
                                      <a:solidFill>
                                        <a:srgbClr val="000000"/>
                                      </a:solidFill>
                                      <a:effectLst/>
                                      <a:uLnTx/>
                                      <a:uFillTx/>
                                      <a:latin typeface="Cambria Math"/>
                                      <a:ea typeface="Cambria Math"/>
                                      <a:cs typeface="Cambria Math"/>
                                      <a:sym typeface="Cambria Math"/>
                                    </a:rPr>
                                    <m:t xml:space="preserve">T</m:t>
                                  </m:r>
                                </m:e>
                                <m:sup>
                                  <m:r>
                                    <a:rPr kumimoji="0" lang="en-IN" sz="4000" b="0" i="0" u="none" strike="noStrike" kern="0" cap="none" spc="0" normalizeH="0" baseline="0" noProof="0" dirty="0">
                                      <a:ln>
                                        <a:noFill/>
                                      </a:ln>
                                      <a:solidFill>
                                        <a:srgbClr val="000000"/>
                                      </a:solidFill>
                                      <a:effectLst/>
                                      <a:uLnTx/>
                                      <a:uFillTx/>
                                      <a:latin typeface="Cambria Math"/>
                                      <a:ea typeface="Cambria Math"/>
                                      <a:cs typeface="Cambria Math"/>
                                      <a:sym typeface="Cambria Math"/>
                                    </a:rPr>
                                    <m:t xml:space="preserve">-2</m:t>
                                  </m:r>
                                </m:sup>
                              </m:sSup>
                              <m:r>
                                <a:rPr kumimoji="0" lang="en-IN" sz="4000" b="0" i="0" u="none" strike="noStrike" kern="0" cap="none" spc="0" normalizeH="0" baseline="0" noProof="0" dirty="0">
                                  <a:ln>
                                    <a:noFill/>
                                  </a:ln>
                                  <a:solidFill>
                                    <a:srgbClr val="000000"/>
                                  </a:solidFill>
                                  <a:effectLst/>
                                  <a:uLnTx/>
                                  <a:uFillTx/>
                                  <a:latin typeface="Cambria Math"/>
                                  <a:ea typeface="Cambria Math"/>
                                  <a:cs typeface="Cambria Math"/>
                                  <a:sym typeface="Cambria Math"/>
                                </a:rPr>
                                <m:t xml:space="preserve">] </m:t>
                              </m:r>
                            </m:oMath>
                          </a14:m>
                        </mc:Choice>
                        <mc:Fallback>
                          <a:r>
                            <a:rPr kumimoji="0" lang="en-IN" sz="4000" b="0" i="0" u="none" strike="noStrike" kern="0" cap="none" spc="0" normalizeH="0" baseline="0" noProof="0" dirty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uLnTx/>
                              <a:uFillTx/>
                              <a:latin typeface="Cambria"/>
                              <a:ea typeface="Cambria"/>
                              <a:cs typeface="+mn-cs"/>
                              <a:sym typeface="Arial"/>
                            </a:rPr>
                            <a:t> [ML</a:t>
                          </a:r>
                          <a:r>
                            <a:rPr kumimoji="0" lang="en-IN" sz="2880" b="0" i="0" u="none" strike="noStrike" kern="0" cap="none" spc="0" normalizeH="0" baseline="52000" noProof="0" dirty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uLnTx/>
                              <a:uFillTx/>
                              <a:latin typeface="Cambria"/>
                              <a:ea typeface="Cambria"/>
                              <a:cs typeface="+mn-cs"/>
                              <a:sym typeface="Arial"/>
                            </a:rPr>
                            <a:t>2</a:t>
                          </a:r>
                          <a:r>
                            <a:rPr kumimoji="0" lang="en-IN" sz="4000" b="0" i="0" u="none" strike="noStrike" kern="0" cap="none" spc="0" normalizeH="0" baseline="0" noProof="0" dirty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uLnTx/>
                              <a:uFillTx/>
                              <a:latin typeface="Cambria"/>
                              <a:ea typeface="Cambria"/>
                              <a:cs typeface="+mn-cs"/>
                              <a:sym typeface="Arial"/>
                            </a:rPr>
                            <a:t> T</a:t>
                          </a:r>
                          <a:r>
                            <a:rPr kumimoji="0" lang="en-IN" sz="2880" b="0" i="0" u="none" strike="noStrike" kern="0" cap="none" spc="0" normalizeH="0" baseline="52000" noProof="0" dirty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uLnTx/>
                              <a:uFillTx/>
                              <a:latin typeface="Cambria"/>
                              <a:ea typeface="Cambria"/>
                              <a:cs typeface="+mn-cs"/>
                              <a:sym typeface="Arial"/>
                            </a:rPr>
                            <a:t>-2</a:t>
                          </a:r>
                          <a:r>
                            <a:rPr kumimoji="0" lang="en-IN" sz="4000" b="0" i="0" u="none" strike="noStrike" kern="0" cap="none" spc="0" normalizeH="0" baseline="0" noProof="0" dirty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uLnTx/>
                              <a:uFillTx/>
                              <a:latin typeface="Cambria"/>
                              <a:ea typeface="Cambria"/>
                              <a:cs typeface="+mn-cs"/>
                              <a:sym typeface="Arial"/>
                            </a:rPr>
                            <a:t>] </a:t>
                          </a:r>
                        </mc:Fallback>
                      </mc:AlternateContent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</p:spTree>
  </p:cSld>
  <p:clrMapOvr>
    <a:masterClrMapping/>
  </p:clrMapOvr>
  <p:transition spd="slow">
    <p:push/>
  </p:transition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Google Shape;129;p29"/>
          <p:cNvSpPr txBox="1"/>
          <p:nvPr/>
        </p:nvSpPr>
        <p:spPr>
          <a:xfrm>
            <a:off x="1104806" y="2396709"/>
            <a:ext cx="34747200" cy="25603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algn="l" marL="0" lvl="0" indent="0">
              <a:buSzPts val="8400"/>
              <a:buFont typeface="Arial"/>
              <a:buNone/>
            </a:pPr>
            <a:r>
              <a:rPr lang="en-IN" sz="6000" b="1" dirty="0">
                <a:solidFill>
                  <a:schemeClr val="lt1"/>
                </a:solidFill>
                <a:latin typeface="Cambria"/>
                <a:ea typeface="Cambria"/>
                <a:sym typeface="Cambria"/>
              </a:rPr>
              <a:t>32. Match List-I with List-II: [29 Jan, 2023 (Shift-I)]</a:t>
            </a:r>
          </a:p>
          <a:p>
            <a:pPr algn="l" marL="0" lvl="0" indent="0">
              <a:buSzPts val="8400"/>
              <a:buFont typeface="Arial"/>
              <a:buNone/>
            </a:pPr>
            <a:r>
              <a:rPr lang="en-IN" sz="6000" b="1" dirty="0">
                <a:solidFill>
                  <a:schemeClr val="lt1"/>
                </a:solidFill>
                <a:latin typeface="Cambria"/>
                <a:ea typeface="Cambria"/>
                <a:sym typeface="Cambria"/>
              </a:rPr>
              <a:t>Choose the correct answer from the options given below:</a:t>
            </a:r>
          </a:p>
        </p:txBody>
      </p:sp>
      <p:sp>
        <p:nvSpPr>
          <p:cNvPr id="3" name="Google Shape;130;p29"/>
          <p:cNvSpPr txBox="1"/>
          <p:nvPr/>
        </p:nvSpPr>
        <p:spPr>
          <a:xfrm>
            <a:off x="3107605" y="11663909"/>
            <a:ext cx="32744401" cy="15973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algn="l" marL="0" indent="0">
              <a:buSzPts val="8400"/>
            </a:pPr>
            <a:r>
              <a:rPr lang="en-IN" sz="6000" b="1" dirty="0">
                <a:solidFill>
                  <a:schemeClr val="lt1"/>
                </a:solidFill>
                <a:latin typeface="Cambria"/>
                <a:ea typeface="Cambria"/>
                <a:sym typeface="Cambria"/>
              </a:rPr>
              <a:t>A-III, B-II, C-I, D-IV</a:t>
            </a:r>
            <a:endParaRPr sz="6000" b="1" dirty="0">
              <a:solidFill>
                <a:schemeClr val="lt1"/>
              </a:solidFill>
              <a:latin typeface="Cambria"/>
              <a:ea typeface="Cambria"/>
            </a:endParaRPr>
          </a:p>
        </p:txBody>
      </p:sp>
      <p:sp>
        <p:nvSpPr>
          <p:cNvPr id="4" name="Google Shape;131;p29"/>
          <p:cNvSpPr/>
          <p:nvPr/>
        </p:nvSpPr>
        <p:spPr>
          <a:xfrm>
            <a:off x="-1864528" y="681774"/>
            <a:ext cx="7081988" cy="1569660"/>
          </a:xfrm>
          <a:prstGeom prst="roundRect">
            <a:avLst>
              <a:gd name="adj" fmla="val 50000"/>
            </a:avLst>
          </a:prstGeom>
          <a:gradFill>
            <a:gsLst>
              <a:gs pos="0">
                <a:srgbClr val="07213C"/>
              </a:gs>
              <a:gs pos="50000">
                <a:srgbClr val="0A3258"/>
              </a:gs>
              <a:gs pos="100000">
                <a:srgbClr val="0E3B69"/>
              </a:gs>
            </a:gsLst>
            <a:lin ang="16200000" scaled="0"/>
          </a:gradFill>
          <a:ln w="57150" cap="flat" cmpd="sng">
            <a:solidFill>
              <a:schemeClr val="lt1"/>
            </a:solidFill>
            <a:prstDash val="solid"/>
            <a:round/>
            <a:headEnd type="none" w="sm" len="sm"/>
            <a:tailEnd type="none" w="sm" len="sm"/>
          </a:ln>
          <a:effectLst>
            <a:outerShdw blurRad="50800" dist="38100" dir="10800000" algn="r" rotWithShape="0">
              <a:srgbClr val="000000">
                <a:alpha val="40000"/>
              </a:srgb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algn="l" marL="0" marR="0" lvl="0" indent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8400" b="1" i="0" u="none" strike="noStrike" cap="none">
              <a:solidFill>
                <a:schemeClr val="lt1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5" name="Google Shape;132;p29"/>
          <p:cNvSpPr txBox="1"/>
          <p:nvPr/>
        </p:nvSpPr>
        <p:spPr>
          <a:xfrm>
            <a:off x="1039500" y="827049"/>
            <a:ext cx="4562190" cy="101562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algn="l">
              <a:buSzPts val="8400"/>
            </a:pPr>
            <a:r>
              <a:rPr lang="en-IN" sz="6000" b="1" dirty="0">
                <a:solidFill>
                  <a:schemeClr val="lt1"/>
                </a:solidFill>
                <a:latin typeface="Cambria"/>
                <a:ea typeface="Cambria"/>
                <a:sym typeface="Cambria"/>
              </a:rPr>
              <a:t>Question</a:t>
            </a:r>
            <a:endParaRPr sz="6000" b="1" dirty="0">
              <a:solidFill>
                <a:schemeClr val="lt1"/>
              </a:solidFill>
              <a:latin typeface="Cambria"/>
              <a:ea typeface="Cambria"/>
            </a:endParaRPr>
          </a:p>
        </p:txBody>
      </p:sp>
      <p:sp>
        <p:nvSpPr>
          <p:cNvPr id="6" name="Google Shape;133;p29"/>
          <p:cNvSpPr/>
          <p:nvPr/>
        </p:nvSpPr>
        <p:spPr>
          <a:xfrm>
            <a:off x="1039499" y="11373120"/>
            <a:ext cx="1597200" cy="1597200"/>
          </a:xfrm>
          <a:prstGeom prst="ellipse">
            <a:avLst/>
          </a:prstGeom>
          <a:gradFill>
            <a:gsLst>
              <a:gs pos="0">
                <a:srgbClr val="07213C"/>
              </a:gs>
              <a:gs pos="50000">
                <a:srgbClr val="0A3258"/>
              </a:gs>
              <a:gs pos="100000">
                <a:srgbClr val="0E3B69"/>
              </a:gs>
            </a:gsLst>
            <a:lin ang="16200000" scaled="0"/>
          </a:gradFill>
          <a:ln w="57150" cap="flat" cmpd="sng">
            <a:solidFill>
              <a:schemeClr val="lt1"/>
            </a:solidFill>
            <a:prstDash val="solid"/>
            <a:round/>
            <a:headEnd type="none" w="sm" len="sm"/>
            <a:tailEnd type="none" w="sm" len="sm"/>
          </a:ln>
          <a:effectLst>
            <a:outerShdw blurRad="50800" dist="38100" dir="10800000" algn="r" rotWithShape="0">
              <a:srgbClr val="000000">
                <a:alpha val="40000"/>
              </a:srgb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algn="l" marL="0" marR="0" lvl="0" indent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400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" name="Google Shape;134;p29"/>
          <p:cNvSpPr txBox="1"/>
          <p:nvPr/>
        </p:nvSpPr>
        <p:spPr>
          <a:xfrm>
            <a:off x="1104807" y="11571625"/>
            <a:ext cx="1466700" cy="116951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lvl="0" indent="0" algn="ctr">
              <a:buSzPts val="8400"/>
              <a:buFont typeface="Arial"/>
              <a:buNone/>
            </a:pPr>
            <a:r>
              <a:rPr lang="en-IN" sz="7000" b="1" dirty="0">
                <a:solidFill>
                  <a:schemeClr val="lt1"/>
                </a:solidFill>
                <a:latin typeface="Cambria"/>
                <a:ea typeface="Cambria"/>
                <a:sym typeface="Poppins"/>
              </a:rPr>
              <a:t>A</a:t>
            </a:r>
            <a:endParaRPr sz="7000" b="1" dirty="0">
              <a:solidFill>
                <a:schemeClr val="lt1"/>
              </a:solidFill>
              <a:latin typeface="Cambria"/>
              <a:ea typeface="Cambria"/>
            </a:endParaRPr>
          </a:p>
        </p:txBody>
      </p:sp>
      <p:grpSp>
        <p:nvGrpSpPr>
          <p:cNvPr id="8" name="Group 3">
            <a:extLst>
              <a:ext uri="{FF2B5EF4-FFF2-40B4-BE49-F238E27FC236}">
                <a16:creationId xmlns:a16="http://schemas.microsoft.com/office/drawing/2014/main" id="{E7A8D3A8-3CB4-6749-CCFA-38CA3F055B3C}"/>
              </a:ext>
            </a:extLst>
          </p:cNvPr>
          <p:cNvGrpSpPr/>
          <p:nvPr/>
        </p:nvGrpSpPr>
        <p:grpSpPr>
          <a:xfrm>
            <a:off x="1039499" y="13490460"/>
            <a:ext cx="1597200" cy="1597200"/>
            <a:chOff x="1039499" y="8887793"/>
            <a:chExt cx="1597200" cy="1597200"/>
          </a:xfrm>
        </p:grpSpPr>
        <p:sp>
          <p:nvSpPr>
            <p:cNvPr id="9" name="Google Shape;135;p29"/>
            <p:cNvSpPr/>
            <p:nvPr/>
          </p:nvSpPr>
          <p:spPr>
            <a:xfrm>
              <a:off x="1039499" y="8887793"/>
              <a:ext cx="1597200" cy="1597200"/>
            </a:xfrm>
            <a:prstGeom prst="ellipse">
              <a:avLst/>
            </a:prstGeom>
            <a:gradFill>
              <a:gsLst>
                <a:gs pos="0">
                  <a:srgbClr val="07213C"/>
                </a:gs>
                <a:gs pos="50000">
                  <a:srgbClr val="0A3258"/>
                </a:gs>
                <a:gs pos="100000">
                  <a:srgbClr val="0E3B69"/>
                </a:gs>
              </a:gsLst>
              <a:lin ang="16200000" scaled="0"/>
            </a:gradFill>
            <a:ln w="5715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  <a:effectLst>
              <a:outerShdw blurRad="50800" dist="38100" dir="10800000" algn="r" rotWithShape="0">
                <a:srgbClr val="000000">
                  <a:alpha val="40000"/>
                </a:srgbClr>
              </a:outerShdw>
            </a:effectLst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algn="l" marL="0" marR="0" lvl="0" indent="0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4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0" name="Google Shape;136;p29"/>
            <p:cNvSpPr txBox="1"/>
            <p:nvPr/>
          </p:nvSpPr>
          <p:spPr>
            <a:xfrm>
              <a:off x="1104806" y="9086298"/>
              <a:ext cx="1466700" cy="12006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pPr algn="ctr">
                <a:buSzPts val="8400"/>
              </a:pPr>
              <a:r>
                <a:rPr lang="en-IN" sz="7000" b="1" dirty="0">
                  <a:solidFill>
                    <a:schemeClr val="lt1"/>
                  </a:solidFill>
                  <a:latin typeface="Cambria"/>
                  <a:ea typeface="Cambria"/>
                  <a:sym typeface="Poppins"/>
                </a:rPr>
                <a:t>B</a:t>
              </a:r>
              <a:endParaRPr sz="7000" b="1" dirty="0">
                <a:solidFill>
                  <a:schemeClr val="lt1"/>
                </a:solidFill>
                <a:latin typeface="Cambria"/>
                <a:ea typeface="Cambria"/>
              </a:endParaRPr>
            </a:p>
          </p:txBody>
        </p:sp>
      </p:grpSp>
      <p:grpSp>
        <p:nvGrpSpPr>
          <p:cNvPr id="11" name="Group 2">
            <a:extLst>
              <a:ext uri="{FF2B5EF4-FFF2-40B4-BE49-F238E27FC236}">
                <a16:creationId xmlns:a16="http://schemas.microsoft.com/office/drawing/2014/main" id="{1929EFE0-7899-C986-6D22-F9305746025F}"/>
              </a:ext>
            </a:extLst>
          </p:cNvPr>
          <p:cNvGrpSpPr/>
          <p:nvPr/>
        </p:nvGrpSpPr>
        <p:grpSpPr>
          <a:xfrm>
            <a:off x="1039499" y="15607800"/>
            <a:ext cx="1597200" cy="1597200"/>
            <a:chOff x="1039499" y="11392904"/>
            <a:chExt cx="1597200" cy="1597200"/>
          </a:xfrm>
        </p:grpSpPr>
        <p:sp>
          <p:nvSpPr>
            <p:cNvPr id="12" name="Google Shape;137;p29"/>
            <p:cNvSpPr/>
            <p:nvPr/>
          </p:nvSpPr>
          <p:spPr>
            <a:xfrm>
              <a:off x="1039499" y="11392904"/>
              <a:ext cx="1597200" cy="1597200"/>
            </a:xfrm>
            <a:prstGeom prst="ellipse">
              <a:avLst/>
            </a:prstGeom>
            <a:gradFill>
              <a:gsLst>
                <a:gs pos="0">
                  <a:srgbClr val="07213C"/>
                </a:gs>
                <a:gs pos="50000">
                  <a:srgbClr val="0A3258"/>
                </a:gs>
                <a:gs pos="100000">
                  <a:srgbClr val="0E3B69"/>
                </a:gs>
              </a:gsLst>
              <a:lin ang="16200000" scaled="0"/>
            </a:gradFill>
            <a:ln w="5715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  <a:effectLst>
              <a:outerShdw blurRad="50800" dist="38100" dir="10800000" algn="r" rotWithShape="0">
                <a:srgbClr val="000000">
                  <a:alpha val="40000"/>
                </a:srgbClr>
              </a:outerShdw>
            </a:effectLst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algn="l" marL="0" marR="0" lvl="0" indent="0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4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3" name="Google Shape;138;p29"/>
            <p:cNvSpPr txBox="1"/>
            <p:nvPr/>
          </p:nvSpPr>
          <p:spPr>
            <a:xfrm>
              <a:off x="1104806" y="11591409"/>
              <a:ext cx="1466700" cy="12006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pPr algn="ctr">
                <a:buSzPts val="8400"/>
              </a:pPr>
              <a:r>
                <a:rPr lang="en-IN" sz="7000" b="1" dirty="0">
                  <a:solidFill>
                    <a:schemeClr val="lt1"/>
                  </a:solidFill>
                  <a:latin typeface="Cambria"/>
                  <a:ea typeface="Cambria"/>
                  <a:sym typeface="Poppins"/>
                </a:rPr>
                <a:t>C</a:t>
              </a:r>
              <a:endParaRPr sz="7000" b="1" dirty="0">
                <a:solidFill>
                  <a:schemeClr val="lt1"/>
                </a:solidFill>
                <a:latin typeface="Cambria"/>
                <a:ea typeface="Cambria"/>
              </a:endParaRPr>
            </a:p>
          </p:txBody>
        </p:sp>
      </p:grpSp>
      <p:grpSp>
        <p:nvGrpSpPr>
          <p:cNvPr id="14" name="Group 1">
            <a:extLst>
              <a:ext uri="{FF2B5EF4-FFF2-40B4-BE49-F238E27FC236}">
                <a16:creationId xmlns:a16="http://schemas.microsoft.com/office/drawing/2014/main" id="{2EFF441D-B1EA-669C-64B0-91C1D604A467}"/>
              </a:ext>
            </a:extLst>
          </p:cNvPr>
          <p:cNvGrpSpPr/>
          <p:nvPr/>
        </p:nvGrpSpPr>
        <p:grpSpPr>
          <a:xfrm>
            <a:off x="1039499" y="17725140"/>
            <a:ext cx="1597200" cy="1597200"/>
            <a:chOff x="1039499" y="13898015"/>
            <a:chExt cx="1597200" cy="1597200"/>
          </a:xfrm>
        </p:grpSpPr>
        <p:sp>
          <p:nvSpPr>
            <p:cNvPr id="15" name="Google Shape;139;p29"/>
            <p:cNvSpPr/>
            <p:nvPr/>
          </p:nvSpPr>
          <p:spPr>
            <a:xfrm>
              <a:off x="1039499" y="13898015"/>
              <a:ext cx="1597200" cy="1597200"/>
            </a:xfrm>
            <a:prstGeom prst="ellipse">
              <a:avLst/>
            </a:prstGeom>
            <a:gradFill>
              <a:gsLst>
                <a:gs pos="0">
                  <a:srgbClr val="07213C"/>
                </a:gs>
                <a:gs pos="50000">
                  <a:srgbClr val="0A3258"/>
                </a:gs>
                <a:gs pos="100000">
                  <a:srgbClr val="0E3B69"/>
                </a:gs>
              </a:gsLst>
              <a:lin ang="16200000" scaled="0"/>
            </a:gradFill>
            <a:ln w="5715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  <a:effectLst>
              <a:outerShdw blurRad="50800" dist="38100" dir="10800000" algn="r" rotWithShape="0">
                <a:srgbClr val="000000">
                  <a:alpha val="40000"/>
                </a:srgbClr>
              </a:outerShdw>
            </a:effectLst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algn="l" marL="0" marR="0" lvl="0" indent="0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4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6" name="Google Shape;140;p29"/>
            <p:cNvSpPr txBox="1"/>
            <p:nvPr/>
          </p:nvSpPr>
          <p:spPr>
            <a:xfrm>
              <a:off x="1104806" y="14096520"/>
              <a:ext cx="1466700" cy="12006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pPr algn="ctr">
                <a:buSzPts val="8400"/>
              </a:pPr>
              <a:r>
                <a:rPr lang="en-IN" sz="7000" b="1" dirty="0">
                  <a:solidFill>
                    <a:schemeClr val="lt1"/>
                  </a:solidFill>
                  <a:latin typeface="Cambria"/>
                  <a:ea typeface="Cambria"/>
                  <a:sym typeface="Poppins"/>
                </a:rPr>
                <a:t>D</a:t>
              </a:r>
              <a:endParaRPr sz="7000" b="1" dirty="0">
                <a:solidFill>
                  <a:schemeClr val="lt1"/>
                </a:solidFill>
                <a:latin typeface="Cambria"/>
                <a:ea typeface="Cambria"/>
              </a:endParaRPr>
            </a:p>
          </p:txBody>
        </p:sp>
      </p:grpSp>
      <p:sp>
        <p:nvSpPr>
          <p:cNvPr id="17" name="Google Shape;130;p29">
            <a:extLst>
              <a:ext uri="{FF2B5EF4-FFF2-40B4-BE49-F238E27FC236}">
                <a16:creationId xmlns:a16="http://schemas.microsoft.com/office/drawing/2014/main" id="{359EC1B9-8B0A-CB48-A9AA-6F6EAF44500B}"/>
              </a:ext>
            </a:extLst>
          </p:cNvPr>
          <p:cNvSpPr txBox="1"/>
          <p:nvPr/>
        </p:nvSpPr>
        <p:spPr>
          <a:xfrm>
            <a:off x="3107605" y="13721051"/>
            <a:ext cx="32744401" cy="15973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algn="l" marL="0" indent="0">
              <a:buSzPts val="8400"/>
            </a:pPr>
            <a:r>
              <a:rPr lang="en-IN" sz="6000" b="1" dirty="0">
                <a:solidFill>
                  <a:schemeClr val="lt1"/>
                </a:solidFill>
                <a:latin typeface="Cambria"/>
                <a:ea typeface="Cambria"/>
                <a:sym typeface="Cambria"/>
              </a:rPr>
              <a:t>A-II, B-III, C-IV, D-I</a:t>
            </a:r>
            <a:endParaRPr sz="6000" b="1" dirty="0">
              <a:solidFill>
                <a:schemeClr val="lt1"/>
              </a:solidFill>
              <a:latin typeface="Cambria"/>
              <a:ea typeface="Cambria"/>
            </a:endParaRPr>
          </a:p>
        </p:txBody>
      </p:sp>
      <p:sp>
        <p:nvSpPr>
          <p:cNvPr id="18" name="Google Shape;130;p29">
            <a:extLst>
              <a:ext uri="{FF2B5EF4-FFF2-40B4-BE49-F238E27FC236}">
                <a16:creationId xmlns:a16="http://schemas.microsoft.com/office/drawing/2014/main" id="{7A900CAF-02A4-EA2C-D5AE-61E805D388DB}"/>
              </a:ext>
            </a:extLst>
          </p:cNvPr>
          <p:cNvSpPr txBox="1"/>
          <p:nvPr/>
        </p:nvSpPr>
        <p:spPr>
          <a:xfrm>
            <a:off x="3107605" y="15788366"/>
            <a:ext cx="32744401" cy="15973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algn="l" marL="0" indent="0">
              <a:buSzPts val="8400"/>
            </a:pPr>
            <a:r>
              <a:rPr lang="en-IN" sz="6000" b="1" dirty="0">
                <a:solidFill>
                  <a:schemeClr val="lt1"/>
                </a:solidFill>
                <a:latin typeface="Cambria"/>
                <a:ea typeface="Cambria"/>
                <a:sym typeface="Cambria"/>
              </a:rPr>
              <a:t>A-III, B-II, C-IV, D-I</a:t>
            </a:r>
            <a:endParaRPr sz="6000" b="1" dirty="0">
              <a:solidFill>
                <a:schemeClr val="lt1"/>
              </a:solidFill>
              <a:latin typeface="Cambria"/>
              <a:ea typeface="Cambria"/>
            </a:endParaRPr>
          </a:p>
        </p:txBody>
      </p:sp>
      <p:sp>
        <p:nvSpPr>
          <p:cNvPr id="19" name="Google Shape;130;p29">
            <a:extLst>
              <a:ext uri="{FF2B5EF4-FFF2-40B4-BE49-F238E27FC236}">
                <a16:creationId xmlns:a16="http://schemas.microsoft.com/office/drawing/2014/main" id="{14CC97B5-99F4-9A71-2E1A-0ED3B3F0A5F1}"/>
              </a:ext>
            </a:extLst>
          </p:cNvPr>
          <p:cNvSpPr txBox="1"/>
          <p:nvPr/>
        </p:nvSpPr>
        <p:spPr>
          <a:xfrm>
            <a:off x="3107605" y="17923645"/>
            <a:ext cx="32744401" cy="15973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algn="l" marL="0" indent="0">
              <a:buSzPts val="8400"/>
            </a:pPr>
            <a:r>
              <a:rPr lang="en-IN" sz="6000" b="1" dirty="0">
                <a:solidFill>
                  <a:schemeClr val="lt1"/>
                </a:solidFill>
                <a:latin typeface="Cambria"/>
                <a:ea typeface="Cambria"/>
                <a:sym typeface="Cambria"/>
              </a:rPr>
              <a:t>A-II, B-III, C-I, D-IV</a:t>
            </a:r>
            <a:endParaRPr sz="6000" b="1" dirty="0">
              <a:solidFill>
                <a:schemeClr val="lt1"/>
              </a:solidFill>
              <a:latin typeface="Cambria"/>
              <a:ea typeface="Cambria"/>
            </a:endParaRPr>
          </a:p>
        </p:txBody>
      </p:sp>
      <p:graphicFrame>
        <p:nvGraphicFramePr>
          <p:cNvPr id="20" name="ContentTable"/>
          <p:cNvGraphicFramePr>
            <a:graphicFrameLocks noGrp="1"/>
          </p:cNvGraphicFramePr>
          <p:nvPr/>
        </p:nvGraphicFramePr>
        <p:xfrm>
          <a:off x="1104806" y="5477029"/>
          <a:ext cx="34747200" cy="4576091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7373600"/>
                <a:gridCol w="17373600"/>
              </a:tblGrid>
              <a:tr h="915219">
                <a:tc>
                  <a:txBody>
                    <a:bodyPr/>
                    <a:lstStyle/>
                    <a:p>
                      <a:pPr algn="l" marL="0" marR="0" lvl="0" indent="0" rtl="0">
                        <a:lnSpc>
                          <a:spcPct val="110000"/>
                        </a:lnSpc>
                        <a:spcBef>
                          <a:spcPts val="60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buNone/>
                      </a:pPr>
                      <a:r>
                        <a:rPr lang="en-IN" sz="4000" b="1" i="0" u="none" strike="noStrike" cap="none" dirty="0">
                          <a:solidFill>
                            <a:schemeClr val="tx1"/>
                          </a:solidFill>
                          <a:latin typeface="Cambria"/>
                          <a:ea typeface="Cambria"/>
                          <a:sym typeface="Arial"/>
                        </a:rPr>
                        <a:t>List-I (Physical Quantity)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marL="0" marR="0" lvl="0" indent="0" rtl="0">
                        <a:lnSpc>
                          <a:spcPct val="110000"/>
                        </a:lnSpc>
                        <a:spcBef>
                          <a:spcPts val="60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buNone/>
                      </a:pPr>
                      <a:r>
                        <a:rPr lang="en-IN" sz="4000" b="1" i="0" u="none" strike="noStrike" cap="none" dirty="0">
                          <a:solidFill>
                            <a:schemeClr val="tx1"/>
                          </a:solidFill>
                          <a:latin typeface="Cambria"/>
                          <a:ea typeface="Cambria"/>
                          <a:sym typeface="Arial"/>
                        </a:rPr>
                        <a:t>List-II (Dimensional Formula)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915218">
                <a:tc>
                  <a:txBody>
                    <a:bodyPr/>
                    <a:lstStyle/>
                    <a:p>
                      <a:pPr algn="l" marL="0" marR="0" lvl="0" indent="0" defTabSz="914400" rtl="0" eaLnBrk="1" fontAlgn="auto" latinLnBrk="0" hangingPunct="1">
                        <a:lnSpc>
                          <a:spcPct val="110000"/>
                        </a:lnSpc>
                        <a:spcBef>
                          <a:spcPts val="60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kumimoji="0" lang="en-IN" sz="4000" b="0" i="0" u="none" strike="noStrike" kern="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Cambria"/>
                          <a:ea typeface="Cambria"/>
                          <a:cs typeface="+mn-cs"/>
                          <a:sym typeface="Arial"/>
                        </a:rPr>
                        <a:t>A. Pressure gradient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marL="0" marR="0" lvl="0" indent="0" defTabSz="914400" rtl="0" eaLnBrk="1" fontAlgn="auto" latinLnBrk="0" hangingPunct="1">
                        <a:lnSpc>
                          <a:spcPct val="110000"/>
                        </a:lnSpc>
                        <a:spcBef>
                          <a:spcPts val="60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kumimoji="0" lang="en-IN" sz="4000" b="0" i="0" u="none" strike="noStrike" kern="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Cambria"/>
                          <a:ea typeface="Cambria"/>
                          <a:cs typeface="+mn-cs"/>
                          <a:sym typeface="Arial"/>
                        </a:rPr>
                        <a:t>I. </a:t>
                      </a:r>
                      <mc:AlternateContent xmlns:mc="http://schemas.openxmlformats.org/markup-compatibility/2006">
                        <mc:Choice xmlns:a14="http://schemas.microsoft.com/office/drawing/2010/main" Requires="a14">
                          <a14:m xmlns:m="http://schemas.openxmlformats.org/officeDocument/2006/math">
                            <m:oMath>
                              <m:r>
                                <a:rPr kumimoji="0" lang="en-IN" sz="4000" b="0" i="0" u="none" strike="noStrike" kern="0" cap="none" spc="0" normalizeH="0" baseline="0" noProof="0" dirty="0">
                                  <a:ln>
                                    <a:noFill/>
                                  </a:ln>
                                  <a:solidFill>
                                    <a:srgbClr val="000000"/>
                                  </a:solidFill>
                                  <a:effectLst/>
                                  <a:uLnTx/>
                                  <a:uFillTx/>
                                  <a:latin typeface="Cambria Math"/>
                                  <a:ea typeface="Cambria Math"/>
                                  <a:cs typeface="Cambria Math"/>
                                  <a:sym typeface="Cambria Math"/>
                                </a:rPr>
                                <m:t xml:space="preserve"> [</m:t>
                              </m:r>
                              <m:sSup>
                                <m:sSupPr/>
                                <m:e>
                                  <m:r>
                                    <a:rPr kumimoji="0" lang="en-IN" sz="4000" b="0" i="0" u="none" strike="noStrike" kern="0" cap="none" spc="0" normalizeH="0" baseline="0" noProof="0" dirty="0">
                                      <a:ln>
                                        <a:noFill/>
                                      </a:ln>
                                      <a:solidFill>
                                        <a:srgbClr val="000000"/>
                                      </a:solidFill>
                                      <a:effectLst/>
                                      <a:uLnTx/>
                                      <a:uFillTx/>
                                      <a:latin typeface="Cambria Math"/>
                                      <a:ea typeface="Cambria Math"/>
                                      <a:cs typeface="Cambria Math"/>
                                      <a:sym typeface="Cambria Math"/>
                                    </a:rPr>
                                    <m:t xml:space="preserve">M</m:t>
                                  </m:r>
                                </m:e>
                                <m:sup>
                                  <m:r>
                                    <a:rPr kumimoji="0" lang="en-IN" sz="4000" b="0" i="0" u="none" strike="noStrike" kern="0" cap="none" spc="0" normalizeH="0" baseline="0" noProof="0" dirty="0">
                                      <a:ln>
                                        <a:noFill/>
                                      </a:ln>
                                      <a:solidFill>
                                        <a:srgbClr val="000000"/>
                                      </a:solidFill>
                                      <a:effectLst/>
                                      <a:uLnTx/>
                                      <a:uFillTx/>
                                      <a:latin typeface="Cambria Math"/>
                                      <a:ea typeface="Cambria Math"/>
                                      <a:cs typeface="Cambria Math"/>
                                      <a:sym typeface="Cambria Math"/>
                                    </a:rPr>
                                    <m:t xml:space="preserve">0</m:t>
                                  </m:r>
                                </m:sup>
                              </m:sSup>
                              <m:r>
                                <a:rPr kumimoji="0" lang="en-IN" sz="4000" b="0" i="0" u="none" strike="noStrike" kern="0" cap="none" spc="0" normalizeH="0" baseline="0" noProof="0" dirty="0">
                                  <a:ln>
                                    <a:noFill/>
                                  </a:ln>
                                  <a:solidFill>
                                    <a:srgbClr val="000000"/>
                                  </a:solidFill>
                                  <a:effectLst/>
                                  <a:uLnTx/>
                                  <a:uFillTx/>
                                  <a:latin typeface="Cambria Math"/>
                                  <a:ea typeface="Cambria Math"/>
                                  <a:cs typeface="Cambria Math"/>
                                  <a:sym typeface="Cambria Math"/>
                                </a:rPr>
                                <m:t xml:space="preserve"> </m:t>
                              </m:r>
                              <m:sSup>
                                <m:sSupPr/>
                                <m:e>
                                  <m:r>
                                    <a:rPr kumimoji="0" lang="en-IN" sz="4000" b="0" i="0" u="none" strike="noStrike" kern="0" cap="none" spc="0" normalizeH="0" baseline="0" noProof="0" dirty="0">
                                      <a:ln>
                                        <a:noFill/>
                                      </a:ln>
                                      <a:solidFill>
                                        <a:srgbClr val="000000"/>
                                      </a:solidFill>
                                      <a:effectLst/>
                                      <a:uLnTx/>
                                      <a:uFillTx/>
                                      <a:latin typeface="Cambria Math"/>
                                      <a:ea typeface="Cambria Math"/>
                                      <a:cs typeface="Cambria Math"/>
                                      <a:sym typeface="Cambria Math"/>
                                    </a:rPr>
                                    <m:t xml:space="preserve">L</m:t>
                                  </m:r>
                                </m:e>
                                <m:sup>
                                  <m:r>
                                    <a:rPr kumimoji="0" lang="en-IN" sz="4000" b="0" i="0" u="none" strike="noStrike" kern="0" cap="none" spc="0" normalizeH="0" baseline="0" noProof="0" dirty="0">
                                      <a:ln>
                                        <a:noFill/>
                                      </a:ln>
                                      <a:solidFill>
                                        <a:srgbClr val="000000"/>
                                      </a:solidFill>
                                      <a:effectLst/>
                                      <a:uLnTx/>
                                      <a:uFillTx/>
                                      <a:latin typeface="Cambria Math"/>
                                      <a:ea typeface="Cambria Math"/>
                                      <a:cs typeface="Cambria Math"/>
                                      <a:sym typeface="Cambria Math"/>
                                    </a:rPr>
                                    <m:t xml:space="preserve">2</m:t>
                                  </m:r>
                                </m:sup>
                              </m:sSup>
                              <m:r>
                                <a:rPr kumimoji="0" lang="en-IN" sz="4000" b="0" i="0" u="none" strike="noStrike" kern="0" cap="none" spc="0" normalizeH="0" baseline="0" noProof="0" dirty="0">
                                  <a:ln>
                                    <a:noFill/>
                                  </a:ln>
                                  <a:solidFill>
                                    <a:srgbClr val="000000"/>
                                  </a:solidFill>
                                  <a:effectLst/>
                                  <a:uLnTx/>
                                  <a:uFillTx/>
                                  <a:latin typeface="Cambria Math"/>
                                  <a:ea typeface="Cambria Math"/>
                                  <a:cs typeface="Cambria Math"/>
                                  <a:sym typeface="Cambria Math"/>
                                </a:rPr>
                                <m:t xml:space="preserve"> </m:t>
                              </m:r>
                              <m:sSup>
                                <m:sSupPr/>
                                <m:e>
                                  <m:r>
                                    <a:rPr kumimoji="0" lang="en-IN" sz="4000" b="0" i="0" u="none" strike="noStrike" kern="0" cap="none" spc="0" normalizeH="0" baseline="0" noProof="0" dirty="0">
                                      <a:ln>
                                        <a:noFill/>
                                      </a:ln>
                                      <a:solidFill>
                                        <a:srgbClr val="000000"/>
                                      </a:solidFill>
                                      <a:effectLst/>
                                      <a:uLnTx/>
                                      <a:uFillTx/>
                                      <a:latin typeface="Cambria Math"/>
                                      <a:ea typeface="Cambria Math"/>
                                      <a:cs typeface="Cambria Math"/>
                                      <a:sym typeface="Cambria Math"/>
                                    </a:rPr>
                                    <m:t xml:space="preserve">T</m:t>
                                  </m:r>
                                </m:e>
                                <m:sup>
                                  <m:r>
                                    <a:rPr kumimoji="0" lang="en-IN" sz="4000" b="0" i="0" u="none" strike="noStrike" kern="0" cap="none" spc="0" normalizeH="0" baseline="0" noProof="0" dirty="0">
                                      <a:ln>
                                        <a:noFill/>
                                      </a:ln>
                                      <a:solidFill>
                                        <a:srgbClr val="000000"/>
                                      </a:solidFill>
                                      <a:effectLst/>
                                      <a:uLnTx/>
                                      <a:uFillTx/>
                                      <a:latin typeface="Cambria Math"/>
                                      <a:ea typeface="Cambria Math"/>
                                      <a:cs typeface="Cambria Math"/>
                                      <a:sym typeface="Cambria Math"/>
                                    </a:rPr>
                                    <m:t xml:space="preserve">-2</m:t>
                                  </m:r>
                                </m:sup>
                              </m:sSup>
                              <m:r>
                                <a:rPr kumimoji="0" lang="en-IN" sz="4000" b="0" i="0" u="none" strike="noStrike" kern="0" cap="none" spc="0" normalizeH="0" baseline="0" noProof="0" dirty="0">
                                  <a:ln>
                                    <a:noFill/>
                                  </a:ln>
                                  <a:solidFill>
                                    <a:srgbClr val="000000"/>
                                  </a:solidFill>
                                  <a:effectLst/>
                                  <a:uLnTx/>
                                  <a:uFillTx/>
                                  <a:latin typeface="Cambria Math"/>
                                  <a:ea typeface="Cambria Math"/>
                                  <a:cs typeface="Cambria Math"/>
                                  <a:sym typeface="Cambria Math"/>
                                </a:rPr>
                                <m:t xml:space="preserve">] </m:t>
                              </m:r>
                            </m:oMath>
                          </a14:m>
                        </mc:Choice>
                        <mc:Fallback>
                          <a:r>
                            <a:rPr kumimoji="0" lang="en-IN" sz="4000" b="0" i="0" u="none" strike="noStrike" kern="0" cap="none" spc="0" normalizeH="0" baseline="0" noProof="0" dirty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uLnTx/>
                              <a:uFillTx/>
                              <a:latin typeface="Cambria"/>
                              <a:ea typeface="Cambria"/>
                              <a:cs typeface="+mn-cs"/>
                              <a:sym typeface="Arial"/>
                            </a:rPr>
                            <a:t> [M</a:t>
                          </a:r>
                          <a:r>
                            <a:rPr kumimoji="0" lang="en-IN" sz="2880" b="0" i="0" u="none" strike="noStrike" kern="0" cap="none" spc="0" normalizeH="0" baseline="52000" noProof="0" dirty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uLnTx/>
                              <a:uFillTx/>
                              <a:latin typeface="Cambria"/>
                              <a:ea typeface="Cambria"/>
                              <a:cs typeface="+mn-cs"/>
                              <a:sym typeface="Arial"/>
                            </a:rPr>
                            <a:t>0</a:t>
                          </a:r>
                          <a:r>
                            <a:rPr kumimoji="0" lang="en-IN" sz="4000" b="0" i="0" u="none" strike="noStrike" kern="0" cap="none" spc="0" normalizeH="0" baseline="0" noProof="0" dirty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uLnTx/>
                              <a:uFillTx/>
                              <a:latin typeface="Cambria"/>
                              <a:ea typeface="Cambria"/>
                              <a:cs typeface="+mn-cs"/>
                              <a:sym typeface="Arial"/>
                            </a:rPr>
                            <a:t> L</a:t>
                          </a:r>
                          <a:r>
                            <a:rPr kumimoji="0" lang="en-IN" sz="2880" b="0" i="0" u="none" strike="noStrike" kern="0" cap="none" spc="0" normalizeH="0" baseline="52000" noProof="0" dirty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uLnTx/>
                              <a:uFillTx/>
                              <a:latin typeface="Cambria"/>
                              <a:ea typeface="Cambria"/>
                              <a:cs typeface="+mn-cs"/>
                              <a:sym typeface="Arial"/>
                            </a:rPr>
                            <a:t>2</a:t>
                          </a:r>
                          <a:r>
                            <a:rPr kumimoji="0" lang="en-IN" sz="4000" b="0" i="0" u="none" strike="noStrike" kern="0" cap="none" spc="0" normalizeH="0" baseline="0" noProof="0" dirty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uLnTx/>
                              <a:uFillTx/>
                              <a:latin typeface="Cambria"/>
                              <a:ea typeface="Cambria"/>
                              <a:cs typeface="+mn-cs"/>
                              <a:sym typeface="Arial"/>
                            </a:rPr>
                            <a:t> T</a:t>
                          </a:r>
                          <a:r>
                            <a:rPr kumimoji="0" lang="en-IN" sz="2880" b="0" i="0" u="none" strike="noStrike" kern="0" cap="none" spc="0" normalizeH="0" baseline="52000" noProof="0" dirty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uLnTx/>
                              <a:uFillTx/>
                              <a:latin typeface="Cambria"/>
                              <a:ea typeface="Cambria"/>
                              <a:cs typeface="+mn-cs"/>
                              <a:sym typeface="Arial"/>
                            </a:rPr>
                            <a:t>-2</a:t>
                          </a:r>
                          <a:r>
                            <a:rPr kumimoji="0" lang="en-IN" sz="4000" b="0" i="0" u="none" strike="noStrike" kern="0" cap="none" spc="0" normalizeH="0" baseline="0" noProof="0" dirty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uLnTx/>
                              <a:uFillTx/>
                              <a:latin typeface="Cambria"/>
                              <a:ea typeface="Cambria"/>
                              <a:cs typeface="+mn-cs"/>
                              <a:sym typeface="Arial"/>
                            </a:rPr>
                            <a:t>] </a:t>
                          </a:r>
                        </mc:Fallback>
                      </mc:AlternateContent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915218">
                <a:tc>
                  <a:txBody>
                    <a:bodyPr/>
                    <a:lstStyle/>
                    <a:p>
                      <a:pPr algn="l" marL="0" marR="0" lvl="0" indent="0" defTabSz="914400" rtl="0" eaLnBrk="1" fontAlgn="auto" latinLnBrk="0" hangingPunct="1">
                        <a:lnSpc>
                          <a:spcPct val="110000"/>
                        </a:lnSpc>
                        <a:spcBef>
                          <a:spcPts val="60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kumimoji="0" lang="en-IN" sz="4000" b="0" i="0" u="none" strike="noStrike" kern="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Cambria"/>
                          <a:ea typeface="Cambria"/>
                          <a:cs typeface="+mn-cs"/>
                          <a:sym typeface="Arial"/>
                        </a:rPr>
                        <a:t>B. Energy density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marL="0" marR="0" lvl="0" indent="0" defTabSz="914400" rtl="0" eaLnBrk="1" fontAlgn="auto" latinLnBrk="0" hangingPunct="1">
                        <a:lnSpc>
                          <a:spcPct val="110000"/>
                        </a:lnSpc>
                        <a:spcBef>
                          <a:spcPts val="60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kumimoji="0" lang="en-IN" sz="4000" b="0" i="0" u="none" strike="noStrike" kern="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Cambria"/>
                          <a:ea typeface="Cambria"/>
                          <a:cs typeface="+mn-cs"/>
                          <a:sym typeface="Arial"/>
                        </a:rPr>
                        <a:t>II. </a:t>
                      </a:r>
                      <mc:AlternateContent xmlns:mc="http://schemas.openxmlformats.org/markup-compatibility/2006">
                        <mc:Choice xmlns:a14="http://schemas.microsoft.com/office/drawing/2010/main" Requires="a14">
                          <a14:m xmlns:m="http://schemas.openxmlformats.org/officeDocument/2006/math">
                            <m:oMath>
                              <m:r>
                                <a:rPr kumimoji="0" lang="en-IN" sz="4000" b="0" i="0" u="none" strike="noStrike" kern="0" cap="none" spc="0" normalizeH="0" baseline="0" noProof="0" dirty="0">
                                  <a:ln>
                                    <a:noFill/>
                                  </a:ln>
                                  <a:solidFill>
                                    <a:srgbClr val="000000"/>
                                  </a:solidFill>
                                  <a:effectLst/>
                                  <a:uLnTx/>
                                  <a:uFillTx/>
                                  <a:latin typeface="Cambria Math"/>
                                  <a:ea typeface="Cambria Math"/>
                                  <a:cs typeface="Cambria Math"/>
                                  <a:sym typeface="Cambria Math"/>
                                </a:rPr>
                                <m:t xml:space="preserve"> [</m:t>
                              </m:r>
                              <m:sSup>
                                <m:sSupPr/>
                                <m:e>
                                  <m:r>
                                    <a:rPr kumimoji="0" lang="en-IN" sz="4000" b="0" i="0" u="none" strike="noStrike" kern="0" cap="none" spc="0" normalizeH="0" baseline="0" noProof="0" dirty="0">
                                      <a:ln>
                                        <a:noFill/>
                                      </a:ln>
                                      <a:solidFill>
                                        <a:srgbClr val="000000"/>
                                      </a:solidFill>
                                      <a:effectLst/>
                                      <a:uLnTx/>
                                      <a:uFillTx/>
                                      <a:latin typeface="Cambria Math"/>
                                      <a:ea typeface="Cambria Math"/>
                                      <a:cs typeface="Cambria Math"/>
                                      <a:sym typeface="Cambria Math"/>
                                    </a:rPr>
                                    <m:t xml:space="preserve">M</m:t>
                                  </m:r>
                                </m:e>
                                <m:sup>
                                  <m:r>
                                    <a:rPr kumimoji="0" lang="en-IN" sz="4000" b="0" i="0" u="none" strike="noStrike" kern="0" cap="none" spc="0" normalizeH="0" baseline="0" noProof="0" dirty="0">
                                      <a:ln>
                                        <a:noFill/>
                                      </a:ln>
                                      <a:solidFill>
                                        <a:srgbClr val="000000"/>
                                      </a:solidFill>
                                      <a:effectLst/>
                                      <a:uLnTx/>
                                      <a:uFillTx/>
                                      <a:latin typeface="Cambria Math"/>
                                      <a:ea typeface="Cambria Math"/>
                                      <a:cs typeface="Cambria Math"/>
                                      <a:sym typeface="Cambria Math"/>
                                    </a:rPr>
                                    <m:t xml:space="preserve">1</m:t>
                                  </m:r>
                                </m:sup>
                              </m:sSup>
                              <m:r>
                                <a:rPr kumimoji="0" lang="en-IN" sz="4000" b="0" i="0" u="none" strike="noStrike" kern="0" cap="none" spc="0" normalizeH="0" baseline="0" noProof="0" dirty="0">
                                  <a:ln>
                                    <a:noFill/>
                                  </a:ln>
                                  <a:solidFill>
                                    <a:srgbClr val="000000"/>
                                  </a:solidFill>
                                  <a:effectLst/>
                                  <a:uLnTx/>
                                  <a:uFillTx/>
                                  <a:latin typeface="Cambria Math"/>
                                  <a:ea typeface="Cambria Math"/>
                                  <a:cs typeface="Cambria Math"/>
                                  <a:sym typeface="Cambria Math"/>
                                </a:rPr>
                                <m:t xml:space="preserve"> </m:t>
                              </m:r>
                              <m:sSup>
                                <m:sSupPr/>
                                <m:e>
                                  <m:r>
                                    <a:rPr kumimoji="0" lang="en-IN" sz="4000" b="0" i="0" u="none" strike="noStrike" kern="0" cap="none" spc="0" normalizeH="0" baseline="0" noProof="0" dirty="0">
                                      <a:ln>
                                        <a:noFill/>
                                      </a:ln>
                                      <a:solidFill>
                                        <a:srgbClr val="000000"/>
                                      </a:solidFill>
                                      <a:effectLst/>
                                      <a:uLnTx/>
                                      <a:uFillTx/>
                                      <a:latin typeface="Cambria Math"/>
                                      <a:ea typeface="Cambria Math"/>
                                      <a:cs typeface="Cambria Math"/>
                                      <a:sym typeface="Cambria Math"/>
                                    </a:rPr>
                                    <m:t xml:space="preserve">L</m:t>
                                  </m:r>
                                </m:e>
                                <m:sup>
                                  <m:r>
                                    <a:rPr kumimoji="0" lang="en-IN" sz="4000" b="0" i="0" u="none" strike="noStrike" kern="0" cap="none" spc="0" normalizeH="0" baseline="0" noProof="0" dirty="0">
                                      <a:ln>
                                        <a:noFill/>
                                      </a:ln>
                                      <a:solidFill>
                                        <a:srgbClr val="000000"/>
                                      </a:solidFill>
                                      <a:effectLst/>
                                      <a:uLnTx/>
                                      <a:uFillTx/>
                                      <a:latin typeface="Cambria Math"/>
                                      <a:ea typeface="Cambria Math"/>
                                      <a:cs typeface="Cambria Math"/>
                                      <a:sym typeface="Cambria Math"/>
                                    </a:rPr>
                                    <m:t xml:space="preserve">-1</m:t>
                                  </m:r>
                                </m:sup>
                              </m:sSup>
                              <m:r>
                                <a:rPr kumimoji="0" lang="en-IN" sz="4000" b="0" i="0" u="none" strike="noStrike" kern="0" cap="none" spc="0" normalizeH="0" baseline="0" noProof="0" dirty="0">
                                  <a:ln>
                                    <a:noFill/>
                                  </a:ln>
                                  <a:solidFill>
                                    <a:srgbClr val="000000"/>
                                  </a:solidFill>
                                  <a:effectLst/>
                                  <a:uLnTx/>
                                  <a:uFillTx/>
                                  <a:latin typeface="Cambria Math"/>
                                  <a:ea typeface="Cambria Math"/>
                                  <a:cs typeface="Cambria Math"/>
                                  <a:sym typeface="Cambria Math"/>
                                </a:rPr>
                                <m:t xml:space="preserve"> </m:t>
                              </m:r>
                              <m:sSup>
                                <m:sSupPr/>
                                <m:e>
                                  <m:r>
                                    <a:rPr kumimoji="0" lang="en-IN" sz="4000" b="0" i="0" u="none" strike="noStrike" kern="0" cap="none" spc="0" normalizeH="0" baseline="0" noProof="0" dirty="0">
                                      <a:ln>
                                        <a:noFill/>
                                      </a:ln>
                                      <a:solidFill>
                                        <a:srgbClr val="000000"/>
                                      </a:solidFill>
                                      <a:effectLst/>
                                      <a:uLnTx/>
                                      <a:uFillTx/>
                                      <a:latin typeface="Cambria Math"/>
                                      <a:ea typeface="Cambria Math"/>
                                      <a:cs typeface="Cambria Math"/>
                                      <a:sym typeface="Cambria Math"/>
                                    </a:rPr>
                                    <m:t xml:space="preserve">T</m:t>
                                  </m:r>
                                </m:e>
                                <m:sup>
                                  <m:r>
                                    <a:rPr kumimoji="0" lang="en-IN" sz="4000" b="0" i="0" u="none" strike="noStrike" kern="0" cap="none" spc="0" normalizeH="0" baseline="0" noProof="0" dirty="0">
                                      <a:ln>
                                        <a:noFill/>
                                      </a:ln>
                                      <a:solidFill>
                                        <a:srgbClr val="000000"/>
                                      </a:solidFill>
                                      <a:effectLst/>
                                      <a:uLnTx/>
                                      <a:uFillTx/>
                                      <a:latin typeface="Cambria Math"/>
                                      <a:ea typeface="Cambria Math"/>
                                      <a:cs typeface="Cambria Math"/>
                                      <a:sym typeface="Cambria Math"/>
                                    </a:rPr>
                                    <m:t xml:space="preserve">-2</m:t>
                                  </m:r>
                                </m:sup>
                              </m:sSup>
                              <m:r>
                                <a:rPr kumimoji="0" lang="en-IN" sz="4000" b="0" i="0" u="none" strike="noStrike" kern="0" cap="none" spc="0" normalizeH="0" baseline="0" noProof="0" dirty="0">
                                  <a:ln>
                                    <a:noFill/>
                                  </a:ln>
                                  <a:solidFill>
                                    <a:srgbClr val="000000"/>
                                  </a:solidFill>
                                  <a:effectLst/>
                                  <a:uLnTx/>
                                  <a:uFillTx/>
                                  <a:latin typeface="Cambria Math"/>
                                  <a:ea typeface="Cambria Math"/>
                                  <a:cs typeface="Cambria Math"/>
                                  <a:sym typeface="Cambria Math"/>
                                </a:rPr>
                                <m:t xml:space="preserve">] </m:t>
                              </m:r>
                            </m:oMath>
                          </a14:m>
                        </mc:Choice>
                        <mc:Fallback>
                          <a:r>
                            <a:rPr kumimoji="0" lang="en-IN" sz="4000" b="0" i="0" u="none" strike="noStrike" kern="0" cap="none" spc="0" normalizeH="0" baseline="0" noProof="0" dirty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uLnTx/>
                              <a:uFillTx/>
                              <a:latin typeface="Cambria"/>
                              <a:ea typeface="Cambria"/>
                              <a:cs typeface="+mn-cs"/>
                              <a:sym typeface="Arial"/>
                            </a:rPr>
                            <a:t> [M</a:t>
                          </a:r>
                          <a:r>
                            <a:rPr kumimoji="0" lang="en-IN" sz="2880" b="0" i="0" u="none" strike="noStrike" kern="0" cap="none" spc="0" normalizeH="0" baseline="52000" noProof="0" dirty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uLnTx/>
                              <a:uFillTx/>
                              <a:latin typeface="Cambria"/>
                              <a:ea typeface="Cambria"/>
                              <a:cs typeface="+mn-cs"/>
                              <a:sym typeface="Arial"/>
                            </a:rPr>
                            <a:t>1</a:t>
                          </a:r>
                          <a:r>
                            <a:rPr kumimoji="0" lang="en-IN" sz="4000" b="0" i="0" u="none" strike="noStrike" kern="0" cap="none" spc="0" normalizeH="0" baseline="0" noProof="0" dirty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uLnTx/>
                              <a:uFillTx/>
                              <a:latin typeface="Cambria"/>
                              <a:ea typeface="Cambria"/>
                              <a:cs typeface="+mn-cs"/>
                              <a:sym typeface="Arial"/>
                            </a:rPr>
                            <a:t> L</a:t>
                          </a:r>
                          <a:r>
                            <a:rPr kumimoji="0" lang="en-IN" sz="2880" b="0" i="0" u="none" strike="noStrike" kern="0" cap="none" spc="0" normalizeH="0" baseline="52000" noProof="0" dirty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uLnTx/>
                              <a:uFillTx/>
                              <a:latin typeface="Cambria"/>
                              <a:ea typeface="Cambria"/>
                              <a:cs typeface="+mn-cs"/>
                              <a:sym typeface="Arial"/>
                            </a:rPr>
                            <a:t>-1</a:t>
                          </a:r>
                          <a:r>
                            <a:rPr kumimoji="0" lang="en-IN" sz="4000" b="0" i="0" u="none" strike="noStrike" kern="0" cap="none" spc="0" normalizeH="0" baseline="0" noProof="0" dirty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uLnTx/>
                              <a:uFillTx/>
                              <a:latin typeface="Cambria"/>
                              <a:ea typeface="Cambria"/>
                              <a:cs typeface="+mn-cs"/>
                              <a:sym typeface="Arial"/>
                            </a:rPr>
                            <a:t> T</a:t>
                          </a:r>
                          <a:r>
                            <a:rPr kumimoji="0" lang="en-IN" sz="2880" b="0" i="0" u="none" strike="noStrike" kern="0" cap="none" spc="0" normalizeH="0" baseline="52000" noProof="0" dirty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uLnTx/>
                              <a:uFillTx/>
                              <a:latin typeface="Cambria"/>
                              <a:ea typeface="Cambria"/>
                              <a:cs typeface="+mn-cs"/>
                              <a:sym typeface="Arial"/>
                            </a:rPr>
                            <a:t>-2</a:t>
                          </a:r>
                          <a:r>
                            <a:rPr kumimoji="0" lang="en-IN" sz="4000" b="0" i="0" u="none" strike="noStrike" kern="0" cap="none" spc="0" normalizeH="0" baseline="0" noProof="0" dirty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uLnTx/>
                              <a:uFillTx/>
                              <a:latin typeface="Cambria"/>
                              <a:ea typeface="Cambria"/>
                              <a:cs typeface="+mn-cs"/>
                              <a:sym typeface="Arial"/>
                            </a:rPr>
                            <a:t>] </a:t>
                          </a:r>
                        </mc:Fallback>
                      </mc:AlternateContent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915218">
                <a:tc>
                  <a:txBody>
                    <a:bodyPr/>
                    <a:lstStyle/>
                    <a:p>
                      <a:pPr algn="l" marL="0" marR="0" lvl="0" indent="0" defTabSz="914400" rtl="0" eaLnBrk="1" fontAlgn="auto" latinLnBrk="0" hangingPunct="1">
                        <a:lnSpc>
                          <a:spcPct val="110000"/>
                        </a:lnSpc>
                        <a:spcBef>
                          <a:spcPts val="60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kumimoji="0" lang="en-IN" sz="4000" b="0" i="0" u="none" strike="noStrike" kern="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Cambria"/>
                          <a:ea typeface="Cambria"/>
                          <a:cs typeface="+mn-cs"/>
                          <a:sym typeface="Arial"/>
                        </a:rPr>
                        <a:t>C. Electric Field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marL="0" marR="0" lvl="0" indent="0" defTabSz="914400" rtl="0" eaLnBrk="1" fontAlgn="auto" latinLnBrk="0" hangingPunct="1">
                        <a:lnSpc>
                          <a:spcPct val="110000"/>
                        </a:lnSpc>
                        <a:spcBef>
                          <a:spcPts val="60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kumimoji="0" lang="en-IN" sz="4000" b="0" i="0" u="none" strike="noStrike" kern="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Cambria"/>
                          <a:ea typeface="Cambria"/>
                          <a:cs typeface="+mn-cs"/>
                          <a:sym typeface="Arial"/>
                        </a:rPr>
                        <a:t>III. </a:t>
                      </a:r>
                      <mc:AlternateContent xmlns:mc="http://schemas.openxmlformats.org/markup-compatibility/2006">
                        <mc:Choice xmlns:a14="http://schemas.microsoft.com/office/drawing/2010/main" Requires="a14">
                          <a14:m xmlns:m="http://schemas.openxmlformats.org/officeDocument/2006/math">
                            <m:oMath>
                              <m:r>
                                <a:rPr kumimoji="0" lang="en-IN" sz="4000" b="0" i="0" u="none" strike="noStrike" kern="0" cap="none" spc="0" normalizeH="0" baseline="0" noProof="0" dirty="0">
                                  <a:ln>
                                    <a:noFill/>
                                  </a:ln>
                                  <a:solidFill>
                                    <a:srgbClr val="000000"/>
                                  </a:solidFill>
                                  <a:effectLst/>
                                  <a:uLnTx/>
                                  <a:uFillTx/>
                                  <a:latin typeface="Cambria Math"/>
                                  <a:ea typeface="Cambria Math"/>
                                  <a:cs typeface="Cambria Math"/>
                                  <a:sym typeface="Cambria Math"/>
                                </a:rPr>
                                <m:t xml:space="preserve"> [</m:t>
                              </m:r>
                              <m:sSup>
                                <m:sSupPr/>
                                <m:e>
                                  <m:r>
                                    <a:rPr kumimoji="0" lang="en-IN" sz="4000" b="0" i="0" u="none" strike="noStrike" kern="0" cap="none" spc="0" normalizeH="0" baseline="0" noProof="0" dirty="0">
                                      <a:ln>
                                        <a:noFill/>
                                      </a:ln>
                                      <a:solidFill>
                                        <a:srgbClr val="000000"/>
                                      </a:solidFill>
                                      <a:effectLst/>
                                      <a:uLnTx/>
                                      <a:uFillTx/>
                                      <a:latin typeface="Cambria Math"/>
                                      <a:ea typeface="Cambria Math"/>
                                      <a:cs typeface="Cambria Math"/>
                                      <a:sym typeface="Cambria Math"/>
                                    </a:rPr>
                                    <m:t xml:space="preserve">M</m:t>
                                  </m:r>
                                </m:e>
                                <m:sup>
                                  <m:r>
                                    <a:rPr kumimoji="0" lang="en-IN" sz="4000" b="0" i="0" u="none" strike="noStrike" kern="0" cap="none" spc="0" normalizeH="0" baseline="0" noProof="0" dirty="0">
                                      <a:ln>
                                        <a:noFill/>
                                      </a:ln>
                                      <a:solidFill>
                                        <a:srgbClr val="000000"/>
                                      </a:solidFill>
                                      <a:effectLst/>
                                      <a:uLnTx/>
                                      <a:uFillTx/>
                                      <a:latin typeface="Cambria Math"/>
                                      <a:ea typeface="Cambria Math"/>
                                      <a:cs typeface="Cambria Math"/>
                                      <a:sym typeface="Cambria Math"/>
                                    </a:rPr>
                                    <m:t xml:space="preserve">1</m:t>
                                  </m:r>
                                </m:sup>
                              </m:sSup>
                              <m:r>
                                <a:rPr kumimoji="0" lang="en-IN" sz="4000" b="0" i="0" u="none" strike="noStrike" kern="0" cap="none" spc="0" normalizeH="0" baseline="0" noProof="0" dirty="0">
                                  <a:ln>
                                    <a:noFill/>
                                  </a:ln>
                                  <a:solidFill>
                                    <a:srgbClr val="000000"/>
                                  </a:solidFill>
                                  <a:effectLst/>
                                  <a:uLnTx/>
                                  <a:uFillTx/>
                                  <a:latin typeface="Cambria Math"/>
                                  <a:ea typeface="Cambria Math"/>
                                  <a:cs typeface="Cambria Math"/>
                                  <a:sym typeface="Cambria Math"/>
                                </a:rPr>
                                <m:t xml:space="preserve"> </m:t>
                              </m:r>
                              <m:sSup>
                                <m:sSupPr/>
                                <m:e>
                                  <m:r>
                                    <a:rPr kumimoji="0" lang="en-IN" sz="4000" b="0" i="0" u="none" strike="noStrike" kern="0" cap="none" spc="0" normalizeH="0" baseline="0" noProof="0" dirty="0">
                                      <a:ln>
                                        <a:noFill/>
                                      </a:ln>
                                      <a:solidFill>
                                        <a:srgbClr val="000000"/>
                                      </a:solidFill>
                                      <a:effectLst/>
                                      <a:uLnTx/>
                                      <a:uFillTx/>
                                      <a:latin typeface="Cambria Math"/>
                                      <a:ea typeface="Cambria Math"/>
                                      <a:cs typeface="Cambria Math"/>
                                      <a:sym typeface="Cambria Math"/>
                                    </a:rPr>
                                    <m:t xml:space="preserve">L</m:t>
                                  </m:r>
                                </m:e>
                                <m:sup>
                                  <m:r>
                                    <a:rPr kumimoji="0" lang="en-IN" sz="4000" b="0" i="0" u="none" strike="noStrike" kern="0" cap="none" spc="0" normalizeH="0" baseline="0" noProof="0" dirty="0">
                                      <a:ln>
                                        <a:noFill/>
                                      </a:ln>
                                      <a:solidFill>
                                        <a:srgbClr val="000000"/>
                                      </a:solidFill>
                                      <a:effectLst/>
                                      <a:uLnTx/>
                                      <a:uFillTx/>
                                      <a:latin typeface="Cambria Math"/>
                                      <a:ea typeface="Cambria Math"/>
                                      <a:cs typeface="Cambria Math"/>
                                      <a:sym typeface="Cambria Math"/>
                                    </a:rPr>
                                    <m:t xml:space="preserve">-2</m:t>
                                  </m:r>
                                </m:sup>
                              </m:sSup>
                              <m:r>
                                <a:rPr kumimoji="0" lang="en-IN" sz="4000" b="0" i="0" u="none" strike="noStrike" kern="0" cap="none" spc="0" normalizeH="0" baseline="0" noProof="0" dirty="0">
                                  <a:ln>
                                    <a:noFill/>
                                  </a:ln>
                                  <a:solidFill>
                                    <a:srgbClr val="000000"/>
                                  </a:solidFill>
                                  <a:effectLst/>
                                  <a:uLnTx/>
                                  <a:uFillTx/>
                                  <a:latin typeface="Cambria Math"/>
                                  <a:ea typeface="Cambria Math"/>
                                  <a:cs typeface="Cambria Math"/>
                                  <a:sym typeface="Cambria Math"/>
                                </a:rPr>
                                <m:t xml:space="preserve"> </m:t>
                              </m:r>
                              <m:sSup>
                                <m:sSupPr/>
                                <m:e>
                                  <m:r>
                                    <a:rPr kumimoji="0" lang="en-IN" sz="4000" b="0" i="0" u="none" strike="noStrike" kern="0" cap="none" spc="0" normalizeH="0" baseline="0" noProof="0" dirty="0">
                                      <a:ln>
                                        <a:noFill/>
                                      </a:ln>
                                      <a:solidFill>
                                        <a:srgbClr val="000000"/>
                                      </a:solidFill>
                                      <a:effectLst/>
                                      <a:uLnTx/>
                                      <a:uFillTx/>
                                      <a:latin typeface="Cambria Math"/>
                                      <a:ea typeface="Cambria Math"/>
                                      <a:cs typeface="Cambria Math"/>
                                      <a:sym typeface="Cambria Math"/>
                                    </a:rPr>
                                    <m:t xml:space="preserve">T</m:t>
                                  </m:r>
                                </m:e>
                                <m:sup>
                                  <m:r>
                                    <a:rPr kumimoji="0" lang="en-IN" sz="4000" b="0" i="0" u="none" strike="noStrike" kern="0" cap="none" spc="0" normalizeH="0" baseline="0" noProof="0" dirty="0">
                                      <a:ln>
                                        <a:noFill/>
                                      </a:ln>
                                      <a:solidFill>
                                        <a:srgbClr val="000000"/>
                                      </a:solidFill>
                                      <a:effectLst/>
                                      <a:uLnTx/>
                                      <a:uFillTx/>
                                      <a:latin typeface="Cambria Math"/>
                                      <a:ea typeface="Cambria Math"/>
                                      <a:cs typeface="Cambria Math"/>
                                      <a:sym typeface="Cambria Math"/>
                                    </a:rPr>
                                    <m:t xml:space="preserve">-2</m:t>
                                  </m:r>
                                </m:sup>
                              </m:sSup>
                              <m:r>
                                <a:rPr kumimoji="0" lang="en-IN" sz="4000" b="0" i="0" u="none" strike="noStrike" kern="0" cap="none" spc="0" normalizeH="0" baseline="0" noProof="0" dirty="0">
                                  <a:ln>
                                    <a:noFill/>
                                  </a:ln>
                                  <a:solidFill>
                                    <a:srgbClr val="000000"/>
                                  </a:solidFill>
                                  <a:effectLst/>
                                  <a:uLnTx/>
                                  <a:uFillTx/>
                                  <a:latin typeface="Cambria Math"/>
                                  <a:ea typeface="Cambria Math"/>
                                  <a:cs typeface="Cambria Math"/>
                                  <a:sym typeface="Cambria Math"/>
                                </a:rPr>
                                <m:t xml:space="preserve">] </m:t>
                              </m:r>
                            </m:oMath>
                          </a14:m>
                        </mc:Choice>
                        <mc:Fallback>
                          <a:r>
                            <a:rPr kumimoji="0" lang="en-IN" sz="4000" b="0" i="0" u="none" strike="noStrike" kern="0" cap="none" spc="0" normalizeH="0" baseline="0" noProof="0" dirty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uLnTx/>
                              <a:uFillTx/>
                              <a:latin typeface="Cambria"/>
                              <a:ea typeface="Cambria"/>
                              <a:cs typeface="+mn-cs"/>
                              <a:sym typeface="Arial"/>
                            </a:rPr>
                            <a:t> [M</a:t>
                          </a:r>
                          <a:r>
                            <a:rPr kumimoji="0" lang="en-IN" sz="2880" b="0" i="0" u="none" strike="noStrike" kern="0" cap="none" spc="0" normalizeH="0" baseline="52000" noProof="0" dirty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uLnTx/>
                              <a:uFillTx/>
                              <a:latin typeface="Cambria"/>
                              <a:ea typeface="Cambria"/>
                              <a:cs typeface="+mn-cs"/>
                              <a:sym typeface="Arial"/>
                            </a:rPr>
                            <a:t>1</a:t>
                          </a:r>
                          <a:r>
                            <a:rPr kumimoji="0" lang="en-IN" sz="4000" b="0" i="0" u="none" strike="noStrike" kern="0" cap="none" spc="0" normalizeH="0" baseline="0" noProof="0" dirty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uLnTx/>
                              <a:uFillTx/>
                              <a:latin typeface="Cambria"/>
                              <a:ea typeface="Cambria"/>
                              <a:cs typeface="+mn-cs"/>
                              <a:sym typeface="Arial"/>
                            </a:rPr>
                            <a:t> L</a:t>
                          </a:r>
                          <a:r>
                            <a:rPr kumimoji="0" lang="en-IN" sz="2880" b="0" i="0" u="none" strike="noStrike" kern="0" cap="none" spc="0" normalizeH="0" baseline="52000" noProof="0" dirty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uLnTx/>
                              <a:uFillTx/>
                              <a:latin typeface="Cambria"/>
                              <a:ea typeface="Cambria"/>
                              <a:cs typeface="+mn-cs"/>
                              <a:sym typeface="Arial"/>
                            </a:rPr>
                            <a:t>-2</a:t>
                          </a:r>
                          <a:r>
                            <a:rPr kumimoji="0" lang="en-IN" sz="4000" b="0" i="0" u="none" strike="noStrike" kern="0" cap="none" spc="0" normalizeH="0" baseline="0" noProof="0" dirty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uLnTx/>
                              <a:uFillTx/>
                              <a:latin typeface="Cambria"/>
                              <a:ea typeface="Cambria"/>
                              <a:cs typeface="+mn-cs"/>
                              <a:sym typeface="Arial"/>
                            </a:rPr>
                            <a:t> T</a:t>
                          </a:r>
                          <a:r>
                            <a:rPr kumimoji="0" lang="en-IN" sz="2880" b="0" i="0" u="none" strike="noStrike" kern="0" cap="none" spc="0" normalizeH="0" baseline="52000" noProof="0" dirty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uLnTx/>
                              <a:uFillTx/>
                              <a:latin typeface="Cambria"/>
                              <a:ea typeface="Cambria"/>
                              <a:cs typeface="+mn-cs"/>
                              <a:sym typeface="Arial"/>
                            </a:rPr>
                            <a:t>-2</a:t>
                          </a:r>
                          <a:r>
                            <a:rPr kumimoji="0" lang="en-IN" sz="4000" b="0" i="0" u="none" strike="noStrike" kern="0" cap="none" spc="0" normalizeH="0" baseline="0" noProof="0" dirty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uLnTx/>
                              <a:uFillTx/>
                              <a:latin typeface="Cambria"/>
                              <a:ea typeface="Cambria"/>
                              <a:cs typeface="+mn-cs"/>
                              <a:sym typeface="Arial"/>
                            </a:rPr>
                            <a:t>] </a:t>
                          </a:r>
                        </mc:Fallback>
                      </mc:AlternateContent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915218">
                <a:tc>
                  <a:txBody>
                    <a:bodyPr/>
                    <a:lstStyle/>
                    <a:p>
                      <a:pPr algn="l" marL="0" marR="0" lvl="0" indent="0" defTabSz="914400" rtl="0" eaLnBrk="1" fontAlgn="auto" latinLnBrk="0" hangingPunct="1">
                        <a:lnSpc>
                          <a:spcPct val="110000"/>
                        </a:lnSpc>
                        <a:spcBef>
                          <a:spcPts val="60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kumimoji="0" lang="en-IN" sz="4000" b="0" i="0" u="none" strike="noStrike" kern="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Cambria"/>
                          <a:ea typeface="Cambria"/>
                          <a:cs typeface="+mn-cs"/>
                          <a:sym typeface="Arial"/>
                        </a:rPr>
                        <a:t>D. Latent heat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marL="0" marR="0" lvl="0" indent="0" defTabSz="914400" rtl="0" eaLnBrk="1" fontAlgn="auto" latinLnBrk="0" hangingPunct="1">
                        <a:lnSpc>
                          <a:spcPct val="110000"/>
                        </a:lnSpc>
                        <a:spcBef>
                          <a:spcPts val="60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kumimoji="0" lang="en-IN" sz="4000" b="0" i="0" u="none" strike="noStrike" kern="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Cambria"/>
                          <a:ea typeface="Cambria"/>
                          <a:cs typeface="+mn-cs"/>
                          <a:sym typeface="Arial"/>
                        </a:rPr>
                        <a:t>IV. </a:t>
                      </a:r>
                      <mc:AlternateContent xmlns:mc="http://schemas.openxmlformats.org/markup-compatibility/2006">
                        <mc:Choice xmlns:a14="http://schemas.microsoft.com/office/drawing/2010/main" Requires="a14">
                          <a14:m xmlns:m="http://schemas.openxmlformats.org/officeDocument/2006/math">
                            <m:oMath>
                              <m:r>
                                <a:rPr kumimoji="0" lang="en-IN" sz="4000" b="0" i="0" u="none" strike="noStrike" kern="0" cap="none" spc="0" normalizeH="0" baseline="0" noProof="0" dirty="0">
                                  <a:ln>
                                    <a:noFill/>
                                  </a:ln>
                                  <a:solidFill>
                                    <a:srgbClr val="000000"/>
                                  </a:solidFill>
                                  <a:effectLst/>
                                  <a:uLnTx/>
                                  <a:uFillTx/>
                                  <a:latin typeface="Cambria Math"/>
                                  <a:ea typeface="Cambria Math"/>
                                  <a:cs typeface="Cambria Math"/>
                                  <a:sym typeface="Cambria Math"/>
                                </a:rPr>
                                <m:t xml:space="preserve"> [</m:t>
                              </m:r>
                              <m:sSup>
                                <m:sSupPr/>
                                <m:e>
                                  <m:r>
                                    <a:rPr kumimoji="0" lang="en-IN" sz="4000" b="0" i="0" u="none" strike="noStrike" kern="0" cap="none" spc="0" normalizeH="0" baseline="0" noProof="0" dirty="0">
                                      <a:ln>
                                        <a:noFill/>
                                      </a:ln>
                                      <a:solidFill>
                                        <a:srgbClr val="000000"/>
                                      </a:solidFill>
                                      <a:effectLst/>
                                      <a:uLnTx/>
                                      <a:uFillTx/>
                                      <a:latin typeface="Cambria Math"/>
                                      <a:ea typeface="Cambria Math"/>
                                      <a:cs typeface="Cambria Math"/>
                                      <a:sym typeface="Cambria Math"/>
                                    </a:rPr>
                                    <m:t xml:space="preserve">M</m:t>
                                  </m:r>
                                </m:e>
                                <m:sup>
                                  <m:r>
                                    <a:rPr kumimoji="0" lang="en-IN" sz="4000" b="0" i="0" u="none" strike="noStrike" kern="0" cap="none" spc="0" normalizeH="0" baseline="0" noProof="0" dirty="0">
                                      <a:ln>
                                        <a:noFill/>
                                      </a:ln>
                                      <a:solidFill>
                                        <a:srgbClr val="000000"/>
                                      </a:solidFill>
                                      <a:effectLst/>
                                      <a:uLnTx/>
                                      <a:uFillTx/>
                                      <a:latin typeface="Cambria Math"/>
                                      <a:ea typeface="Cambria Math"/>
                                      <a:cs typeface="Cambria Math"/>
                                      <a:sym typeface="Cambria Math"/>
                                    </a:rPr>
                                    <m:t xml:space="preserve">1</m:t>
                                  </m:r>
                                </m:sup>
                              </m:sSup>
                              <m:r>
                                <a:rPr kumimoji="0" lang="en-IN" sz="4000" b="0" i="0" u="none" strike="noStrike" kern="0" cap="none" spc="0" normalizeH="0" baseline="0" noProof="0" dirty="0">
                                  <a:ln>
                                    <a:noFill/>
                                  </a:ln>
                                  <a:solidFill>
                                    <a:srgbClr val="000000"/>
                                  </a:solidFill>
                                  <a:effectLst/>
                                  <a:uLnTx/>
                                  <a:uFillTx/>
                                  <a:latin typeface="Cambria Math"/>
                                  <a:ea typeface="Cambria Math"/>
                                  <a:cs typeface="Cambria Math"/>
                                  <a:sym typeface="Cambria Math"/>
                                </a:rPr>
                                <m:t xml:space="preserve"> </m:t>
                              </m:r>
                              <m:sSup>
                                <m:sSupPr/>
                                <m:e>
                                  <m:r>
                                    <a:rPr kumimoji="0" lang="en-IN" sz="4000" b="0" i="0" u="none" strike="noStrike" kern="0" cap="none" spc="0" normalizeH="0" baseline="0" noProof="0" dirty="0">
                                      <a:ln>
                                        <a:noFill/>
                                      </a:ln>
                                      <a:solidFill>
                                        <a:srgbClr val="000000"/>
                                      </a:solidFill>
                                      <a:effectLst/>
                                      <a:uLnTx/>
                                      <a:uFillTx/>
                                      <a:latin typeface="Cambria Math"/>
                                      <a:ea typeface="Cambria Math"/>
                                      <a:cs typeface="Cambria Math"/>
                                      <a:sym typeface="Cambria Math"/>
                                    </a:rPr>
                                    <m:t xml:space="preserve">L</m:t>
                                  </m:r>
                                </m:e>
                                <m:sup>
                                  <m:r>
                                    <a:rPr kumimoji="0" lang="en-IN" sz="4000" b="0" i="0" u="none" strike="noStrike" kern="0" cap="none" spc="0" normalizeH="0" baseline="0" noProof="0" dirty="0">
                                      <a:ln>
                                        <a:noFill/>
                                      </a:ln>
                                      <a:solidFill>
                                        <a:srgbClr val="000000"/>
                                      </a:solidFill>
                                      <a:effectLst/>
                                      <a:uLnTx/>
                                      <a:uFillTx/>
                                      <a:latin typeface="Cambria Math"/>
                                      <a:ea typeface="Cambria Math"/>
                                      <a:cs typeface="Cambria Math"/>
                                      <a:sym typeface="Cambria Math"/>
                                    </a:rPr>
                                    <m:t xml:space="preserve">1</m:t>
                                  </m:r>
                                </m:sup>
                              </m:sSup>
                              <m:r>
                                <a:rPr kumimoji="0" lang="en-IN" sz="4000" b="0" i="0" u="none" strike="noStrike" kern="0" cap="none" spc="0" normalizeH="0" baseline="0" noProof="0" dirty="0">
                                  <a:ln>
                                    <a:noFill/>
                                  </a:ln>
                                  <a:solidFill>
                                    <a:srgbClr val="000000"/>
                                  </a:solidFill>
                                  <a:effectLst/>
                                  <a:uLnTx/>
                                  <a:uFillTx/>
                                  <a:latin typeface="Cambria Math"/>
                                  <a:ea typeface="Cambria Math"/>
                                  <a:cs typeface="Cambria Math"/>
                                  <a:sym typeface="Cambria Math"/>
                                </a:rPr>
                                <m:t xml:space="preserve"> </m:t>
                              </m:r>
                              <m:sSup>
                                <m:sSupPr/>
                                <m:e>
                                  <m:r>
                                    <a:rPr kumimoji="0" lang="en-IN" sz="4000" b="0" i="0" u="none" strike="noStrike" kern="0" cap="none" spc="0" normalizeH="0" baseline="0" noProof="0" dirty="0">
                                      <a:ln>
                                        <a:noFill/>
                                      </a:ln>
                                      <a:solidFill>
                                        <a:srgbClr val="000000"/>
                                      </a:solidFill>
                                      <a:effectLst/>
                                      <a:uLnTx/>
                                      <a:uFillTx/>
                                      <a:latin typeface="Cambria Math"/>
                                      <a:ea typeface="Cambria Math"/>
                                      <a:cs typeface="Cambria Math"/>
                                      <a:sym typeface="Cambria Math"/>
                                    </a:rPr>
                                    <m:t xml:space="preserve">T</m:t>
                                  </m:r>
                                </m:e>
                                <m:sup>
                                  <m:r>
                                    <a:rPr kumimoji="0" lang="en-IN" sz="4000" b="0" i="0" u="none" strike="noStrike" kern="0" cap="none" spc="0" normalizeH="0" baseline="0" noProof="0" dirty="0">
                                      <a:ln>
                                        <a:noFill/>
                                      </a:ln>
                                      <a:solidFill>
                                        <a:srgbClr val="000000"/>
                                      </a:solidFill>
                                      <a:effectLst/>
                                      <a:uLnTx/>
                                      <a:uFillTx/>
                                      <a:latin typeface="Cambria Math"/>
                                      <a:ea typeface="Cambria Math"/>
                                      <a:cs typeface="Cambria Math"/>
                                      <a:sym typeface="Cambria Math"/>
                                    </a:rPr>
                                    <m:t xml:space="preserve">-3</m:t>
                                  </m:r>
                                </m:sup>
                              </m:sSup>
                              <m:r>
                                <a:rPr kumimoji="0" lang="en-IN" sz="4000" b="0" i="0" u="none" strike="noStrike" kern="0" cap="none" spc="0" normalizeH="0" baseline="0" noProof="0" dirty="0">
                                  <a:ln>
                                    <a:noFill/>
                                  </a:ln>
                                  <a:solidFill>
                                    <a:srgbClr val="000000"/>
                                  </a:solidFill>
                                  <a:effectLst/>
                                  <a:uLnTx/>
                                  <a:uFillTx/>
                                  <a:latin typeface="Cambria Math"/>
                                  <a:ea typeface="Cambria Math"/>
                                  <a:cs typeface="Cambria Math"/>
                                  <a:sym typeface="Cambria Math"/>
                                </a:rPr>
                                <m:t xml:space="preserve"> </m:t>
                              </m:r>
                              <m:sSup>
                                <m:sSupPr/>
                                <m:e>
                                  <m:r>
                                    <a:rPr kumimoji="0" lang="en-IN" sz="4000" b="0" i="0" u="none" strike="noStrike" kern="0" cap="none" spc="0" normalizeH="0" baseline="0" noProof="0" dirty="0">
                                      <a:ln>
                                        <a:noFill/>
                                      </a:ln>
                                      <a:solidFill>
                                        <a:srgbClr val="000000"/>
                                      </a:solidFill>
                                      <a:effectLst/>
                                      <a:uLnTx/>
                                      <a:uFillTx/>
                                      <a:latin typeface="Cambria Math"/>
                                      <a:ea typeface="Cambria Math"/>
                                      <a:cs typeface="Cambria Math"/>
                                      <a:sym typeface="Cambria Math"/>
                                    </a:rPr>
                                    <m:t xml:space="preserve">A</m:t>
                                  </m:r>
                                </m:e>
                                <m:sup>
                                  <m:r>
                                    <a:rPr kumimoji="0" lang="en-IN" sz="4000" b="0" i="0" u="none" strike="noStrike" kern="0" cap="none" spc="0" normalizeH="0" baseline="0" noProof="0" dirty="0">
                                      <a:ln>
                                        <a:noFill/>
                                      </a:ln>
                                      <a:solidFill>
                                        <a:srgbClr val="000000"/>
                                      </a:solidFill>
                                      <a:effectLst/>
                                      <a:uLnTx/>
                                      <a:uFillTx/>
                                      <a:latin typeface="Cambria Math"/>
                                      <a:ea typeface="Cambria Math"/>
                                      <a:cs typeface="Cambria Math"/>
                                      <a:sym typeface="Cambria Math"/>
                                    </a:rPr>
                                    <m:t xml:space="preserve">-1</m:t>
                                  </m:r>
                                </m:sup>
                              </m:sSup>
                              <m:r>
                                <a:rPr kumimoji="0" lang="en-IN" sz="4000" b="0" i="0" u="none" strike="noStrike" kern="0" cap="none" spc="0" normalizeH="0" baseline="0" noProof="0" dirty="0">
                                  <a:ln>
                                    <a:noFill/>
                                  </a:ln>
                                  <a:solidFill>
                                    <a:srgbClr val="000000"/>
                                  </a:solidFill>
                                  <a:effectLst/>
                                  <a:uLnTx/>
                                  <a:uFillTx/>
                                  <a:latin typeface="Cambria Math"/>
                                  <a:ea typeface="Cambria Math"/>
                                  <a:cs typeface="Cambria Math"/>
                                  <a:sym typeface="Cambria Math"/>
                                </a:rPr>
                                <m:t xml:space="preserve">] </m:t>
                              </m:r>
                            </m:oMath>
                          </a14:m>
                        </mc:Choice>
                        <mc:Fallback>
                          <a:r>
                            <a:rPr kumimoji="0" lang="en-IN" sz="4000" b="0" i="0" u="none" strike="noStrike" kern="0" cap="none" spc="0" normalizeH="0" baseline="0" noProof="0" dirty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uLnTx/>
                              <a:uFillTx/>
                              <a:latin typeface="Cambria"/>
                              <a:ea typeface="Cambria"/>
                              <a:cs typeface="+mn-cs"/>
                              <a:sym typeface="Arial"/>
                            </a:rPr>
                            <a:t> [M</a:t>
                          </a:r>
                          <a:r>
                            <a:rPr kumimoji="0" lang="en-IN" sz="2880" b="0" i="0" u="none" strike="noStrike" kern="0" cap="none" spc="0" normalizeH="0" baseline="52000" noProof="0" dirty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uLnTx/>
                              <a:uFillTx/>
                              <a:latin typeface="Cambria"/>
                              <a:ea typeface="Cambria"/>
                              <a:cs typeface="+mn-cs"/>
                              <a:sym typeface="Arial"/>
                            </a:rPr>
                            <a:t>1</a:t>
                          </a:r>
                          <a:r>
                            <a:rPr kumimoji="0" lang="en-IN" sz="4000" b="0" i="0" u="none" strike="noStrike" kern="0" cap="none" spc="0" normalizeH="0" baseline="0" noProof="0" dirty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uLnTx/>
                              <a:uFillTx/>
                              <a:latin typeface="Cambria"/>
                              <a:ea typeface="Cambria"/>
                              <a:cs typeface="+mn-cs"/>
                              <a:sym typeface="Arial"/>
                            </a:rPr>
                            <a:t> L</a:t>
                          </a:r>
                          <a:r>
                            <a:rPr kumimoji="0" lang="en-IN" sz="2880" b="0" i="0" u="none" strike="noStrike" kern="0" cap="none" spc="0" normalizeH="0" baseline="52000" noProof="0" dirty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uLnTx/>
                              <a:uFillTx/>
                              <a:latin typeface="Cambria"/>
                              <a:ea typeface="Cambria"/>
                              <a:cs typeface="+mn-cs"/>
                              <a:sym typeface="Arial"/>
                            </a:rPr>
                            <a:t>1</a:t>
                          </a:r>
                          <a:r>
                            <a:rPr kumimoji="0" lang="en-IN" sz="4000" b="0" i="0" u="none" strike="noStrike" kern="0" cap="none" spc="0" normalizeH="0" baseline="0" noProof="0" dirty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uLnTx/>
                              <a:uFillTx/>
                              <a:latin typeface="Cambria"/>
                              <a:ea typeface="Cambria"/>
                              <a:cs typeface="+mn-cs"/>
                              <a:sym typeface="Arial"/>
                            </a:rPr>
                            <a:t> T</a:t>
                          </a:r>
                          <a:r>
                            <a:rPr kumimoji="0" lang="en-IN" sz="2880" b="0" i="0" u="none" strike="noStrike" kern="0" cap="none" spc="0" normalizeH="0" baseline="52000" noProof="0" dirty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uLnTx/>
                              <a:uFillTx/>
                              <a:latin typeface="Cambria"/>
                              <a:ea typeface="Cambria"/>
                              <a:cs typeface="+mn-cs"/>
                              <a:sym typeface="Arial"/>
                            </a:rPr>
                            <a:t>-3</a:t>
                          </a:r>
                          <a:r>
                            <a:rPr kumimoji="0" lang="en-IN" sz="4000" b="0" i="0" u="none" strike="noStrike" kern="0" cap="none" spc="0" normalizeH="0" baseline="0" noProof="0" dirty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uLnTx/>
                              <a:uFillTx/>
                              <a:latin typeface="Cambria"/>
                              <a:ea typeface="Cambria"/>
                              <a:cs typeface="+mn-cs"/>
                              <a:sym typeface="Arial"/>
                            </a:rPr>
                            <a:t> A</a:t>
                          </a:r>
                          <a:r>
                            <a:rPr kumimoji="0" lang="en-IN" sz="2880" b="0" i="0" u="none" strike="noStrike" kern="0" cap="none" spc="0" normalizeH="0" baseline="52000" noProof="0" dirty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uLnTx/>
                              <a:uFillTx/>
                              <a:latin typeface="Cambria"/>
                              <a:ea typeface="Cambria"/>
                              <a:cs typeface="+mn-cs"/>
                              <a:sym typeface="Arial"/>
                            </a:rPr>
                            <a:t>-1</a:t>
                          </a:r>
                          <a:r>
                            <a:rPr kumimoji="0" lang="en-IN" sz="4000" b="0" i="0" u="none" strike="noStrike" kern="0" cap="none" spc="0" normalizeH="0" baseline="0" noProof="0" dirty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uLnTx/>
                              <a:uFillTx/>
                              <a:latin typeface="Cambria"/>
                              <a:ea typeface="Cambria"/>
                              <a:cs typeface="+mn-cs"/>
                              <a:sym typeface="Arial"/>
                            </a:rPr>
                            <a:t>] </a:t>
                          </a:r>
                        </mc:Fallback>
                      </mc:AlternateContent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</p:spTree>
  </p:cSld>
  <p:clrMapOvr>
    <a:masterClrMapping/>
  </p:clrMapOvr>
  <p:transition spd="slow">
    <p:push/>
  </p:transition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Google Shape;129;p29"/>
          <p:cNvSpPr txBox="1"/>
          <p:nvPr/>
        </p:nvSpPr>
        <p:spPr>
          <a:xfrm>
            <a:off x="1104806" y="2396709"/>
            <a:ext cx="34747200" cy="25603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algn="l" marL="0" lvl="0" indent="0">
              <a:buSzPts val="8400"/>
              <a:buFont typeface="Arial"/>
              <a:buNone/>
            </a:pPr>
            <a:r>
              <a:rPr lang="en-IN" sz="6000" b="1" dirty="0">
                <a:solidFill>
                  <a:schemeClr val="lt1"/>
                </a:solidFill>
                <a:latin typeface="Cambria"/>
                <a:ea typeface="Cambria"/>
                <a:sym typeface="Cambria"/>
              </a:rPr>
              <a:t>33. Match List-I with List-II [25 Jan, 2023 (Shift-I)]</a:t>
            </a:r>
          </a:p>
          <a:p>
            <a:pPr algn="l" marL="0" lvl="0" indent="0">
              <a:buSzPts val="8400"/>
              <a:buFont typeface="Arial"/>
              <a:buNone/>
            </a:pPr>
            <a:r>
              <a:rPr lang="en-IN" sz="6000" b="1" dirty="0">
                <a:solidFill>
                  <a:schemeClr val="lt1"/>
                </a:solidFill>
                <a:latin typeface="Cambria"/>
                <a:ea typeface="Cambria"/>
                <a:sym typeface="Cambria"/>
              </a:rPr>
              <a:t>Choose the correct answer from the options given below:</a:t>
            </a:r>
          </a:p>
        </p:txBody>
      </p:sp>
      <p:sp>
        <p:nvSpPr>
          <p:cNvPr id="3" name="Google Shape;130;p29"/>
          <p:cNvSpPr txBox="1"/>
          <p:nvPr/>
        </p:nvSpPr>
        <p:spPr>
          <a:xfrm>
            <a:off x="3107605" y="11663909"/>
            <a:ext cx="32744401" cy="15973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algn="l" marL="0" indent="0">
              <a:buSzPts val="8400"/>
            </a:pPr>
            <a:r>
              <a:rPr lang="en-IN" sz="6000" b="1" dirty="0">
                <a:solidFill>
                  <a:schemeClr val="lt1"/>
                </a:solidFill>
                <a:latin typeface="Cambria"/>
                <a:ea typeface="Cambria"/>
                <a:sym typeface="Cambria"/>
              </a:rPr>
              <a:t>A-(IV), B-(III), C-(II), D-(I)</a:t>
            </a:r>
            <a:endParaRPr sz="6000" b="1" dirty="0">
              <a:solidFill>
                <a:schemeClr val="lt1"/>
              </a:solidFill>
              <a:latin typeface="Cambria"/>
              <a:ea typeface="Cambria"/>
            </a:endParaRPr>
          </a:p>
        </p:txBody>
      </p:sp>
      <p:sp>
        <p:nvSpPr>
          <p:cNvPr id="4" name="Google Shape;131;p29"/>
          <p:cNvSpPr/>
          <p:nvPr/>
        </p:nvSpPr>
        <p:spPr>
          <a:xfrm>
            <a:off x="-1864528" y="681774"/>
            <a:ext cx="7081988" cy="1569660"/>
          </a:xfrm>
          <a:prstGeom prst="roundRect">
            <a:avLst>
              <a:gd name="adj" fmla="val 50000"/>
            </a:avLst>
          </a:prstGeom>
          <a:gradFill>
            <a:gsLst>
              <a:gs pos="0">
                <a:srgbClr val="07213C"/>
              </a:gs>
              <a:gs pos="50000">
                <a:srgbClr val="0A3258"/>
              </a:gs>
              <a:gs pos="100000">
                <a:srgbClr val="0E3B69"/>
              </a:gs>
            </a:gsLst>
            <a:lin ang="16200000" scaled="0"/>
          </a:gradFill>
          <a:ln w="57150" cap="flat" cmpd="sng">
            <a:solidFill>
              <a:schemeClr val="lt1"/>
            </a:solidFill>
            <a:prstDash val="solid"/>
            <a:round/>
            <a:headEnd type="none" w="sm" len="sm"/>
            <a:tailEnd type="none" w="sm" len="sm"/>
          </a:ln>
          <a:effectLst>
            <a:outerShdw blurRad="50800" dist="38100" dir="10800000" algn="r" rotWithShape="0">
              <a:srgbClr val="000000">
                <a:alpha val="40000"/>
              </a:srgb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algn="l" marL="0" marR="0" lvl="0" indent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8400" b="1" i="0" u="none" strike="noStrike" cap="none">
              <a:solidFill>
                <a:schemeClr val="lt1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5" name="Google Shape;132;p29"/>
          <p:cNvSpPr txBox="1"/>
          <p:nvPr/>
        </p:nvSpPr>
        <p:spPr>
          <a:xfrm>
            <a:off x="1039500" y="827049"/>
            <a:ext cx="4562190" cy="101562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algn="l">
              <a:buSzPts val="8400"/>
            </a:pPr>
            <a:r>
              <a:rPr lang="en-IN" sz="6000" b="1" dirty="0">
                <a:solidFill>
                  <a:schemeClr val="lt1"/>
                </a:solidFill>
                <a:latin typeface="Cambria"/>
                <a:ea typeface="Cambria"/>
                <a:sym typeface="Cambria"/>
              </a:rPr>
              <a:t>Question</a:t>
            </a:r>
            <a:endParaRPr sz="6000" b="1" dirty="0">
              <a:solidFill>
                <a:schemeClr val="lt1"/>
              </a:solidFill>
              <a:latin typeface="Cambria"/>
              <a:ea typeface="Cambria"/>
            </a:endParaRPr>
          </a:p>
        </p:txBody>
      </p:sp>
      <p:sp>
        <p:nvSpPr>
          <p:cNvPr id="6" name="Google Shape;133;p29"/>
          <p:cNvSpPr/>
          <p:nvPr/>
        </p:nvSpPr>
        <p:spPr>
          <a:xfrm>
            <a:off x="1039499" y="11373120"/>
            <a:ext cx="1597200" cy="1597200"/>
          </a:xfrm>
          <a:prstGeom prst="ellipse">
            <a:avLst/>
          </a:prstGeom>
          <a:gradFill>
            <a:gsLst>
              <a:gs pos="0">
                <a:srgbClr val="07213C"/>
              </a:gs>
              <a:gs pos="50000">
                <a:srgbClr val="0A3258"/>
              </a:gs>
              <a:gs pos="100000">
                <a:srgbClr val="0E3B69"/>
              </a:gs>
            </a:gsLst>
            <a:lin ang="16200000" scaled="0"/>
          </a:gradFill>
          <a:ln w="57150" cap="flat" cmpd="sng">
            <a:solidFill>
              <a:schemeClr val="lt1"/>
            </a:solidFill>
            <a:prstDash val="solid"/>
            <a:round/>
            <a:headEnd type="none" w="sm" len="sm"/>
            <a:tailEnd type="none" w="sm" len="sm"/>
          </a:ln>
          <a:effectLst>
            <a:outerShdw blurRad="50800" dist="38100" dir="10800000" algn="r" rotWithShape="0">
              <a:srgbClr val="000000">
                <a:alpha val="40000"/>
              </a:srgb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algn="l" marL="0" marR="0" lvl="0" indent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400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" name="Google Shape;134;p29"/>
          <p:cNvSpPr txBox="1"/>
          <p:nvPr/>
        </p:nvSpPr>
        <p:spPr>
          <a:xfrm>
            <a:off x="1104807" y="11571625"/>
            <a:ext cx="1466700" cy="116951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lvl="0" indent="0" algn="ctr">
              <a:buSzPts val="8400"/>
              <a:buFont typeface="Arial"/>
              <a:buNone/>
            </a:pPr>
            <a:r>
              <a:rPr lang="en-IN" sz="7000" b="1" dirty="0">
                <a:solidFill>
                  <a:schemeClr val="lt1"/>
                </a:solidFill>
                <a:latin typeface="Cambria"/>
                <a:ea typeface="Cambria"/>
                <a:sym typeface="Poppins"/>
              </a:rPr>
              <a:t>A</a:t>
            </a:r>
            <a:endParaRPr sz="7000" b="1" dirty="0">
              <a:solidFill>
                <a:schemeClr val="lt1"/>
              </a:solidFill>
              <a:latin typeface="Cambria"/>
              <a:ea typeface="Cambria"/>
            </a:endParaRPr>
          </a:p>
        </p:txBody>
      </p:sp>
      <p:grpSp>
        <p:nvGrpSpPr>
          <p:cNvPr id="8" name="Group 3">
            <a:extLst>
              <a:ext uri="{FF2B5EF4-FFF2-40B4-BE49-F238E27FC236}">
                <a16:creationId xmlns:a16="http://schemas.microsoft.com/office/drawing/2014/main" id="{E7A8D3A8-3CB4-6749-CCFA-38CA3F055B3C}"/>
              </a:ext>
            </a:extLst>
          </p:cNvPr>
          <p:cNvGrpSpPr/>
          <p:nvPr/>
        </p:nvGrpSpPr>
        <p:grpSpPr>
          <a:xfrm>
            <a:off x="1039499" y="13490460"/>
            <a:ext cx="1597200" cy="1597200"/>
            <a:chOff x="1039499" y="8887793"/>
            <a:chExt cx="1597200" cy="1597200"/>
          </a:xfrm>
        </p:grpSpPr>
        <p:sp>
          <p:nvSpPr>
            <p:cNvPr id="9" name="Google Shape;135;p29"/>
            <p:cNvSpPr/>
            <p:nvPr/>
          </p:nvSpPr>
          <p:spPr>
            <a:xfrm>
              <a:off x="1039499" y="8887793"/>
              <a:ext cx="1597200" cy="1597200"/>
            </a:xfrm>
            <a:prstGeom prst="ellipse">
              <a:avLst/>
            </a:prstGeom>
            <a:gradFill>
              <a:gsLst>
                <a:gs pos="0">
                  <a:srgbClr val="07213C"/>
                </a:gs>
                <a:gs pos="50000">
                  <a:srgbClr val="0A3258"/>
                </a:gs>
                <a:gs pos="100000">
                  <a:srgbClr val="0E3B69"/>
                </a:gs>
              </a:gsLst>
              <a:lin ang="16200000" scaled="0"/>
            </a:gradFill>
            <a:ln w="5715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  <a:effectLst>
              <a:outerShdw blurRad="50800" dist="38100" dir="10800000" algn="r" rotWithShape="0">
                <a:srgbClr val="000000">
                  <a:alpha val="40000"/>
                </a:srgbClr>
              </a:outerShdw>
            </a:effectLst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algn="l" marL="0" marR="0" lvl="0" indent="0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4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0" name="Google Shape;136;p29"/>
            <p:cNvSpPr txBox="1"/>
            <p:nvPr/>
          </p:nvSpPr>
          <p:spPr>
            <a:xfrm>
              <a:off x="1104806" y="9086298"/>
              <a:ext cx="1466700" cy="12006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pPr algn="ctr">
                <a:buSzPts val="8400"/>
              </a:pPr>
              <a:r>
                <a:rPr lang="en-IN" sz="7000" b="1" dirty="0">
                  <a:solidFill>
                    <a:schemeClr val="lt1"/>
                  </a:solidFill>
                  <a:latin typeface="Cambria"/>
                  <a:ea typeface="Cambria"/>
                  <a:sym typeface="Poppins"/>
                </a:rPr>
                <a:t>B</a:t>
              </a:r>
              <a:endParaRPr sz="7000" b="1" dirty="0">
                <a:solidFill>
                  <a:schemeClr val="lt1"/>
                </a:solidFill>
                <a:latin typeface="Cambria"/>
                <a:ea typeface="Cambria"/>
              </a:endParaRPr>
            </a:p>
          </p:txBody>
        </p:sp>
      </p:grpSp>
      <p:grpSp>
        <p:nvGrpSpPr>
          <p:cNvPr id="11" name="Group 2">
            <a:extLst>
              <a:ext uri="{FF2B5EF4-FFF2-40B4-BE49-F238E27FC236}">
                <a16:creationId xmlns:a16="http://schemas.microsoft.com/office/drawing/2014/main" id="{1929EFE0-7899-C986-6D22-F9305746025F}"/>
              </a:ext>
            </a:extLst>
          </p:cNvPr>
          <p:cNvGrpSpPr/>
          <p:nvPr/>
        </p:nvGrpSpPr>
        <p:grpSpPr>
          <a:xfrm>
            <a:off x="1039499" y="15607800"/>
            <a:ext cx="1597200" cy="1597200"/>
            <a:chOff x="1039499" y="11392904"/>
            <a:chExt cx="1597200" cy="1597200"/>
          </a:xfrm>
        </p:grpSpPr>
        <p:sp>
          <p:nvSpPr>
            <p:cNvPr id="12" name="Google Shape;137;p29"/>
            <p:cNvSpPr/>
            <p:nvPr/>
          </p:nvSpPr>
          <p:spPr>
            <a:xfrm>
              <a:off x="1039499" y="11392904"/>
              <a:ext cx="1597200" cy="1597200"/>
            </a:xfrm>
            <a:prstGeom prst="ellipse">
              <a:avLst/>
            </a:prstGeom>
            <a:gradFill>
              <a:gsLst>
                <a:gs pos="0">
                  <a:srgbClr val="07213C"/>
                </a:gs>
                <a:gs pos="50000">
                  <a:srgbClr val="0A3258"/>
                </a:gs>
                <a:gs pos="100000">
                  <a:srgbClr val="0E3B69"/>
                </a:gs>
              </a:gsLst>
              <a:lin ang="16200000" scaled="0"/>
            </a:gradFill>
            <a:ln w="5715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  <a:effectLst>
              <a:outerShdw blurRad="50800" dist="38100" dir="10800000" algn="r" rotWithShape="0">
                <a:srgbClr val="000000">
                  <a:alpha val="40000"/>
                </a:srgbClr>
              </a:outerShdw>
            </a:effectLst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algn="l" marL="0" marR="0" lvl="0" indent="0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4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3" name="Google Shape;138;p29"/>
            <p:cNvSpPr txBox="1"/>
            <p:nvPr/>
          </p:nvSpPr>
          <p:spPr>
            <a:xfrm>
              <a:off x="1104806" y="11591409"/>
              <a:ext cx="1466700" cy="12006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pPr algn="ctr">
                <a:buSzPts val="8400"/>
              </a:pPr>
              <a:r>
                <a:rPr lang="en-IN" sz="7000" b="1" dirty="0">
                  <a:solidFill>
                    <a:schemeClr val="lt1"/>
                  </a:solidFill>
                  <a:latin typeface="Cambria"/>
                  <a:ea typeface="Cambria"/>
                  <a:sym typeface="Poppins"/>
                </a:rPr>
                <a:t>C</a:t>
              </a:r>
              <a:endParaRPr sz="7000" b="1" dirty="0">
                <a:solidFill>
                  <a:schemeClr val="lt1"/>
                </a:solidFill>
                <a:latin typeface="Cambria"/>
                <a:ea typeface="Cambria"/>
              </a:endParaRPr>
            </a:p>
          </p:txBody>
        </p:sp>
      </p:grpSp>
      <p:grpSp>
        <p:nvGrpSpPr>
          <p:cNvPr id="14" name="Group 1">
            <a:extLst>
              <a:ext uri="{FF2B5EF4-FFF2-40B4-BE49-F238E27FC236}">
                <a16:creationId xmlns:a16="http://schemas.microsoft.com/office/drawing/2014/main" id="{2EFF441D-B1EA-669C-64B0-91C1D604A467}"/>
              </a:ext>
            </a:extLst>
          </p:cNvPr>
          <p:cNvGrpSpPr/>
          <p:nvPr/>
        </p:nvGrpSpPr>
        <p:grpSpPr>
          <a:xfrm>
            <a:off x="1039499" y="17725140"/>
            <a:ext cx="1597200" cy="1597200"/>
            <a:chOff x="1039499" y="13898015"/>
            <a:chExt cx="1597200" cy="1597200"/>
          </a:xfrm>
        </p:grpSpPr>
        <p:sp>
          <p:nvSpPr>
            <p:cNvPr id="15" name="Google Shape;139;p29"/>
            <p:cNvSpPr/>
            <p:nvPr/>
          </p:nvSpPr>
          <p:spPr>
            <a:xfrm>
              <a:off x="1039499" y="13898015"/>
              <a:ext cx="1597200" cy="1597200"/>
            </a:xfrm>
            <a:prstGeom prst="ellipse">
              <a:avLst/>
            </a:prstGeom>
            <a:gradFill>
              <a:gsLst>
                <a:gs pos="0">
                  <a:srgbClr val="07213C"/>
                </a:gs>
                <a:gs pos="50000">
                  <a:srgbClr val="0A3258"/>
                </a:gs>
                <a:gs pos="100000">
                  <a:srgbClr val="0E3B69"/>
                </a:gs>
              </a:gsLst>
              <a:lin ang="16200000" scaled="0"/>
            </a:gradFill>
            <a:ln w="5715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  <a:effectLst>
              <a:outerShdw blurRad="50800" dist="38100" dir="10800000" algn="r" rotWithShape="0">
                <a:srgbClr val="000000">
                  <a:alpha val="40000"/>
                </a:srgbClr>
              </a:outerShdw>
            </a:effectLst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algn="l" marL="0" marR="0" lvl="0" indent="0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4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6" name="Google Shape;140;p29"/>
            <p:cNvSpPr txBox="1"/>
            <p:nvPr/>
          </p:nvSpPr>
          <p:spPr>
            <a:xfrm>
              <a:off x="1104806" y="14096520"/>
              <a:ext cx="1466700" cy="12006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pPr algn="ctr">
                <a:buSzPts val="8400"/>
              </a:pPr>
              <a:r>
                <a:rPr lang="en-IN" sz="7000" b="1" dirty="0">
                  <a:solidFill>
                    <a:schemeClr val="lt1"/>
                  </a:solidFill>
                  <a:latin typeface="Cambria"/>
                  <a:ea typeface="Cambria"/>
                  <a:sym typeface="Poppins"/>
                </a:rPr>
                <a:t>D</a:t>
              </a:r>
              <a:endParaRPr sz="7000" b="1" dirty="0">
                <a:solidFill>
                  <a:schemeClr val="lt1"/>
                </a:solidFill>
                <a:latin typeface="Cambria"/>
                <a:ea typeface="Cambria"/>
              </a:endParaRPr>
            </a:p>
          </p:txBody>
        </p:sp>
      </p:grpSp>
      <p:sp>
        <p:nvSpPr>
          <p:cNvPr id="17" name="Google Shape;130;p29">
            <a:extLst>
              <a:ext uri="{FF2B5EF4-FFF2-40B4-BE49-F238E27FC236}">
                <a16:creationId xmlns:a16="http://schemas.microsoft.com/office/drawing/2014/main" id="{359EC1B9-8B0A-CB48-A9AA-6F6EAF44500B}"/>
              </a:ext>
            </a:extLst>
          </p:cNvPr>
          <p:cNvSpPr txBox="1"/>
          <p:nvPr/>
        </p:nvSpPr>
        <p:spPr>
          <a:xfrm>
            <a:off x="3107605" y="13721051"/>
            <a:ext cx="32744401" cy="15973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algn="l" marL="0" indent="0">
              <a:buSzPts val="8400"/>
            </a:pPr>
            <a:r>
              <a:rPr lang="en-IN" sz="6000" b="1" dirty="0">
                <a:solidFill>
                  <a:schemeClr val="lt1"/>
                </a:solidFill>
                <a:latin typeface="Cambria"/>
                <a:ea typeface="Cambria"/>
                <a:sym typeface="Cambria"/>
              </a:rPr>
              <a:t>A-(IV), B-(III), C-(I), D-(II)</a:t>
            </a:r>
            <a:endParaRPr sz="6000" b="1" dirty="0">
              <a:solidFill>
                <a:schemeClr val="lt1"/>
              </a:solidFill>
              <a:latin typeface="Cambria"/>
              <a:ea typeface="Cambria"/>
            </a:endParaRPr>
          </a:p>
        </p:txBody>
      </p:sp>
      <p:sp>
        <p:nvSpPr>
          <p:cNvPr id="18" name="Google Shape;130;p29">
            <a:extLst>
              <a:ext uri="{FF2B5EF4-FFF2-40B4-BE49-F238E27FC236}">
                <a16:creationId xmlns:a16="http://schemas.microsoft.com/office/drawing/2014/main" id="{7A900CAF-02A4-EA2C-D5AE-61E805D388DB}"/>
              </a:ext>
            </a:extLst>
          </p:cNvPr>
          <p:cNvSpPr txBox="1"/>
          <p:nvPr/>
        </p:nvSpPr>
        <p:spPr>
          <a:xfrm>
            <a:off x="3107605" y="15788366"/>
            <a:ext cx="32744401" cy="15973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algn="l" marL="0" indent="0">
              <a:buSzPts val="8400"/>
            </a:pPr>
            <a:r>
              <a:rPr lang="en-IN" sz="6000" b="1" dirty="0">
                <a:solidFill>
                  <a:schemeClr val="lt1"/>
                </a:solidFill>
                <a:latin typeface="Cambria"/>
                <a:ea typeface="Cambria"/>
                <a:sym typeface="Cambria"/>
              </a:rPr>
              <a:t>A-(III), B-(IV), C-(I), D-(II)</a:t>
            </a:r>
            <a:endParaRPr sz="6000" b="1" dirty="0">
              <a:solidFill>
                <a:schemeClr val="lt1"/>
              </a:solidFill>
              <a:latin typeface="Cambria"/>
              <a:ea typeface="Cambria"/>
            </a:endParaRPr>
          </a:p>
        </p:txBody>
      </p:sp>
      <p:sp>
        <p:nvSpPr>
          <p:cNvPr id="19" name="Google Shape;130;p29">
            <a:extLst>
              <a:ext uri="{FF2B5EF4-FFF2-40B4-BE49-F238E27FC236}">
                <a16:creationId xmlns:a16="http://schemas.microsoft.com/office/drawing/2014/main" id="{14CC97B5-99F4-9A71-2E1A-0ED3B3F0A5F1}"/>
              </a:ext>
            </a:extLst>
          </p:cNvPr>
          <p:cNvSpPr txBox="1"/>
          <p:nvPr/>
        </p:nvSpPr>
        <p:spPr>
          <a:xfrm>
            <a:off x="3107605" y="17923645"/>
            <a:ext cx="32744401" cy="15973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algn="l" marL="0" indent="0">
              <a:buSzPts val="8400"/>
            </a:pPr>
            <a:r>
              <a:rPr lang="en-IN" sz="6000" b="1" dirty="0">
                <a:solidFill>
                  <a:schemeClr val="lt1"/>
                </a:solidFill>
                <a:latin typeface="Cambria"/>
                <a:ea typeface="Cambria"/>
                <a:sym typeface="Cambria"/>
              </a:rPr>
              <a:t>A-(II), B-(I), C-(III), D-(IV)</a:t>
            </a:r>
            <a:endParaRPr sz="6000" b="1" dirty="0">
              <a:solidFill>
                <a:schemeClr val="lt1"/>
              </a:solidFill>
              <a:latin typeface="Cambria"/>
              <a:ea typeface="Cambria"/>
            </a:endParaRPr>
          </a:p>
        </p:txBody>
      </p:sp>
      <p:graphicFrame>
        <p:nvGraphicFramePr>
          <p:cNvPr id="20" name="ContentTable"/>
          <p:cNvGraphicFramePr>
            <a:graphicFrameLocks noGrp="1"/>
          </p:cNvGraphicFramePr>
          <p:nvPr/>
        </p:nvGraphicFramePr>
        <p:xfrm>
          <a:off x="1104806" y="5477029"/>
          <a:ext cx="34747200" cy="4576091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7373600"/>
                <a:gridCol w="17373600"/>
              </a:tblGrid>
              <a:tr h="915219">
                <a:tc>
                  <a:txBody>
                    <a:bodyPr/>
                    <a:lstStyle/>
                    <a:p>
                      <a:pPr algn="l" marL="0" marR="0" lvl="0" indent="0" rtl="0">
                        <a:lnSpc>
                          <a:spcPct val="110000"/>
                        </a:lnSpc>
                        <a:spcBef>
                          <a:spcPts val="60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buNone/>
                      </a:pPr>
                      <a:r>
                        <a:rPr lang="en-IN" sz="4000" b="1" i="0" u="none" strike="noStrike" cap="none" dirty="0">
                          <a:solidFill>
                            <a:schemeClr val="tx1"/>
                          </a:solidFill>
                          <a:latin typeface="Cambria"/>
                          <a:ea typeface="Cambria"/>
                          <a:sym typeface="Arial"/>
                        </a:rPr>
                        <a:t>List - I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marL="0" marR="0" lvl="0" indent="0" rtl="0">
                        <a:lnSpc>
                          <a:spcPct val="110000"/>
                        </a:lnSpc>
                        <a:spcBef>
                          <a:spcPts val="60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buNone/>
                      </a:pPr>
                      <a:r>
                        <a:rPr lang="en-IN" sz="4000" b="1" i="0" u="none" strike="noStrike" cap="none" dirty="0">
                          <a:solidFill>
                            <a:schemeClr val="tx1"/>
                          </a:solidFill>
                          <a:latin typeface="Cambria"/>
                          <a:ea typeface="Cambria"/>
                          <a:sym typeface="Arial"/>
                        </a:rPr>
                        <a:t>List - II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915218">
                <a:tc>
                  <a:txBody>
                    <a:bodyPr/>
                    <a:lstStyle/>
                    <a:p>
                      <a:pPr algn="l" marL="0" marR="0" lvl="0" indent="0" defTabSz="914400" rtl="0" eaLnBrk="1" fontAlgn="auto" latinLnBrk="0" hangingPunct="1">
                        <a:lnSpc>
                          <a:spcPct val="110000"/>
                        </a:lnSpc>
                        <a:spcBef>
                          <a:spcPts val="60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kumimoji="0" lang="en-IN" sz="4000" b="0" i="0" u="none" strike="noStrike" kern="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Cambria"/>
                          <a:ea typeface="Cambria"/>
                          <a:cs typeface="+mn-cs"/>
                          <a:sym typeface="Arial"/>
                        </a:rPr>
                        <a:t>A. Surface tension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marL="0" marR="0" lvl="0" indent="0" defTabSz="914400" rtl="0" eaLnBrk="1" fontAlgn="auto" latinLnBrk="0" hangingPunct="1">
                        <a:lnSpc>
                          <a:spcPct val="110000"/>
                        </a:lnSpc>
                        <a:spcBef>
                          <a:spcPts val="60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kumimoji="0" lang="en-IN" sz="4000" b="0" i="0" u="none" strike="noStrike" kern="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Cambria"/>
                          <a:ea typeface="Cambria"/>
                          <a:cs typeface="+mn-cs"/>
                          <a:sym typeface="Arial"/>
                        </a:rPr>
                        <a:t>I. </a:t>
                      </a:r>
                      <mc:AlternateContent xmlns:mc="http://schemas.openxmlformats.org/markup-compatibility/2006">
                        <mc:Choice xmlns:a14="http://schemas.microsoft.com/office/drawing/2010/main" Requires="a14">
                          <a14:m xmlns:m="http://schemas.openxmlformats.org/officeDocument/2006/math">
                            <m:oMath>
                              <m:r>
                                <a:rPr kumimoji="0" lang="en-IN" sz="4000" b="0" i="0" u="none" strike="noStrike" kern="0" cap="none" spc="0" normalizeH="0" baseline="0" noProof="0" dirty="0">
                                  <a:ln>
                                    <a:noFill/>
                                  </a:ln>
                                  <a:solidFill>
                                    <a:srgbClr val="000000"/>
                                  </a:solidFill>
                                  <a:effectLst/>
                                  <a:uLnTx/>
                                  <a:uFillTx/>
                                  <a:latin typeface="Cambria Math"/>
                                  <a:ea typeface="Cambria Math"/>
                                  <a:cs typeface="Cambria Math"/>
                                  <a:sym typeface="Cambria Math"/>
                                </a:rPr>
                                <m:t xml:space="preserve"> Kg</m:t>
                              </m:r>
                              <m:sSup>
                                <m:sSupPr/>
                                <m:e>
                                  <m:r>
                                    <a:rPr kumimoji="0" lang="en-IN" sz="4000" b="0" i="0" u="none" strike="noStrike" kern="0" cap="none" spc="0" normalizeH="0" baseline="0" noProof="0" dirty="0">
                                      <a:ln>
                                        <a:noFill/>
                                      </a:ln>
                                      <a:solidFill>
                                        <a:srgbClr val="000000"/>
                                      </a:solidFill>
                                      <a:effectLst/>
                                      <a:uLnTx/>
                                      <a:uFillTx/>
                                      <a:latin typeface="Cambria Math"/>
                                      <a:ea typeface="Cambria Math"/>
                                      <a:cs typeface="Cambria Math"/>
                                      <a:sym typeface="Cambria Math"/>
                                    </a:rPr>
                                    <m:t xml:space="preserve">m</m:t>
                                  </m:r>
                                </m:e>
                                <m:sup>
                                  <m:r>
                                    <a:rPr kumimoji="0" lang="en-IN" sz="4000" b="0" i="0" u="none" strike="noStrike" kern="0" cap="none" spc="0" normalizeH="0" baseline="0" noProof="0" dirty="0">
                                      <a:ln>
                                        <a:noFill/>
                                      </a:ln>
                                      <a:solidFill>
                                        <a:srgbClr val="000000"/>
                                      </a:solidFill>
                                      <a:effectLst/>
                                      <a:uLnTx/>
                                      <a:uFillTx/>
                                      <a:latin typeface="Cambria Math"/>
                                      <a:ea typeface="Cambria Math"/>
                                      <a:cs typeface="Cambria Math"/>
                                      <a:sym typeface="Cambria Math"/>
                                    </a:rPr>
                                    <m:t xml:space="preserve">-1</m:t>
                                  </m:r>
                                </m:sup>
                              </m:sSup>
                              <m:r>
                                <a:rPr kumimoji="0" lang="en-IN" sz="4000" b="0" i="0" u="none" strike="noStrike" kern="0" cap="none" spc="0" normalizeH="0" baseline="0" noProof="0" dirty="0">
                                  <a:ln>
                                    <a:noFill/>
                                  </a:ln>
                                  <a:solidFill>
                                    <a:srgbClr val="000000"/>
                                  </a:solidFill>
                                  <a:effectLst/>
                                  <a:uLnTx/>
                                  <a:uFillTx/>
                                  <a:latin typeface="Cambria Math"/>
                                  <a:ea typeface="Cambria Math"/>
                                  <a:cs typeface="Cambria Math"/>
                                  <a:sym typeface="Cambria Math"/>
                                </a:rPr>
                                <m:t xml:space="preserve"> </m:t>
                              </m:r>
                              <m:sSup>
                                <m:sSupPr/>
                                <m:e>
                                  <m:r>
                                    <a:rPr kumimoji="0" lang="en-IN" sz="4000" b="0" i="0" u="none" strike="noStrike" kern="0" cap="none" spc="0" normalizeH="0" baseline="0" noProof="0" dirty="0">
                                      <a:ln>
                                        <a:noFill/>
                                      </a:ln>
                                      <a:solidFill>
                                        <a:srgbClr val="000000"/>
                                      </a:solidFill>
                                      <a:effectLst/>
                                      <a:uLnTx/>
                                      <a:uFillTx/>
                                      <a:latin typeface="Cambria Math"/>
                                      <a:ea typeface="Cambria Math"/>
                                      <a:cs typeface="Cambria Math"/>
                                      <a:sym typeface="Cambria Math"/>
                                    </a:rPr>
                                    <m:t xml:space="preserve">s</m:t>
                                  </m:r>
                                </m:e>
                                <m:sup>
                                  <m:r>
                                    <a:rPr kumimoji="0" lang="en-IN" sz="4000" b="0" i="0" u="none" strike="noStrike" kern="0" cap="none" spc="0" normalizeH="0" baseline="0" noProof="0" dirty="0">
                                      <a:ln>
                                        <a:noFill/>
                                      </a:ln>
                                      <a:solidFill>
                                        <a:srgbClr val="000000"/>
                                      </a:solidFill>
                                      <a:effectLst/>
                                      <a:uLnTx/>
                                      <a:uFillTx/>
                                      <a:latin typeface="Cambria Math"/>
                                      <a:ea typeface="Cambria Math"/>
                                      <a:cs typeface="Cambria Math"/>
                                      <a:sym typeface="Cambria Math"/>
                                    </a:rPr>
                                    <m:t xml:space="preserve">-1</m:t>
                                  </m:r>
                                </m:sup>
                              </m:sSup>
                              <m:r>
                                <a:rPr kumimoji="0" lang="en-IN" sz="4000" b="0" i="0" u="none" strike="noStrike" kern="0" cap="none" spc="0" normalizeH="0" baseline="0" noProof="0" dirty="0">
                                  <a:ln>
                                    <a:noFill/>
                                  </a:ln>
                                  <a:solidFill>
                                    <a:srgbClr val="000000"/>
                                  </a:solidFill>
                                  <a:effectLst/>
                                  <a:uLnTx/>
                                  <a:uFillTx/>
                                  <a:latin typeface="Cambria Math"/>
                                  <a:ea typeface="Cambria Math"/>
                                  <a:cs typeface="Cambria Math"/>
                                  <a:sym typeface="Cambria Math"/>
                                </a:rPr>
                                <m:t xml:space="preserve"> </m:t>
                              </m:r>
                            </m:oMath>
                          </a14:m>
                        </mc:Choice>
                        <mc:Fallback>
                          <a:r>
                            <a:rPr kumimoji="0" lang="en-IN" sz="4000" b="0" i="0" u="none" strike="noStrike" kern="0" cap="none" spc="0" normalizeH="0" baseline="0" noProof="0" dirty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uLnTx/>
                              <a:uFillTx/>
                              <a:latin typeface="Cambria"/>
                              <a:ea typeface="Cambria"/>
                              <a:cs typeface="+mn-cs"/>
                              <a:sym typeface="Arial"/>
                            </a:rPr>
                            <a:t> Kgm</a:t>
                          </a:r>
                          <a:r>
                            <a:rPr kumimoji="0" lang="en-IN" sz="2880" b="0" i="0" u="none" strike="noStrike" kern="0" cap="none" spc="0" normalizeH="0" baseline="52000" noProof="0" dirty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uLnTx/>
                              <a:uFillTx/>
                              <a:latin typeface="Cambria"/>
                              <a:ea typeface="Cambria"/>
                              <a:cs typeface="+mn-cs"/>
                              <a:sym typeface="Arial"/>
                            </a:rPr>
                            <a:t>-1</a:t>
                          </a:r>
                          <a:r>
                            <a:rPr kumimoji="0" lang="en-IN" sz="4000" b="0" i="0" u="none" strike="noStrike" kern="0" cap="none" spc="0" normalizeH="0" baseline="0" noProof="0" dirty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uLnTx/>
                              <a:uFillTx/>
                              <a:latin typeface="Cambria"/>
                              <a:ea typeface="Cambria"/>
                              <a:cs typeface="+mn-cs"/>
                              <a:sym typeface="Arial"/>
                            </a:rPr>
                            <a:t> s</a:t>
                          </a:r>
                          <a:r>
                            <a:rPr kumimoji="0" lang="en-IN" sz="2880" b="0" i="0" u="none" strike="noStrike" kern="0" cap="none" spc="0" normalizeH="0" baseline="52000" noProof="0" dirty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uLnTx/>
                              <a:uFillTx/>
                              <a:latin typeface="Cambria"/>
                              <a:ea typeface="Cambria"/>
                              <a:cs typeface="+mn-cs"/>
                              <a:sym typeface="Arial"/>
                            </a:rPr>
                            <a:t>-1</a:t>
                          </a:r>
                          <a:r>
                            <a:rPr kumimoji="0" lang="en-IN" sz="4000" b="0" i="0" u="none" strike="noStrike" kern="0" cap="none" spc="0" normalizeH="0" baseline="0" noProof="0" dirty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uLnTx/>
                              <a:uFillTx/>
                              <a:latin typeface="Cambria"/>
                              <a:ea typeface="Cambria"/>
                              <a:cs typeface="+mn-cs"/>
                              <a:sym typeface="Arial"/>
                            </a:rPr>
                            <a:t> </a:t>
                          </a:r>
                        </mc:Fallback>
                      </mc:AlternateContent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915218">
                <a:tc>
                  <a:txBody>
                    <a:bodyPr/>
                    <a:lstStyle/>
                    <a:p>
                      <a:pPr algn="l" marL="0" marR="0" lvl="0" indent="0" defTabSz="914400" rtl="0" eaLnBrk="1" fontAlgn="auto" latinLnBrk="0" hangingPunct="1">
                        <a:lnSpc>
                          <a:spcPct val="110000"/>
                        </a:lnSpc>
                        <a:spcBef>
                          <a:spcPts val="60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kumimoji="0" lang="en-IN" sz="4000" b="0" i="0" u="none" strike="noStrike" kern="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Cambria"/>
                          <a:ea typeface="Cambria"/>
                          <a:cs typeface="+mn-cs"/>
                          <a:sym typeface="Arial"/>
                        </a:rPr>
                        <a:t>B. Pressure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marL="0" marR="0" lvl="0" indent="0" defTabSz="914400" rtl="0" eaLnBrk="1" fontAlgn="auto" latinLnBrk="0" hangingPunct="1">
                        <a:lnSpc>
                          <a:spcPct val="110000"/>
                        </a:lnSpc>
                        <a:spcBef>
                          <a:spcPts val="60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kumimoji="0" lang="en-IN" sz="4000" b="0" i="0" u="none" strike="noStrike" kern="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Cambria"/>
                          <a:ea typeface="Cambria"/>
                          <a:cs typeface="+mn-cs"/>
                          <a:sym typeface="Arial"/>
                        </a:rPr>
                        <a:t>II. </a:t>
                      </a:r>
                      <mc:AlternateContent xmlns:mc="http://schemas.openxmlformats.org/markup-compatibility/2006">
                        <mc:Choice xmlns:a14="http://schemas.microsoft.com/office/drawing/2010/main" Requires="a14">
                          <a14:m xmlns:m="http://schemas.openxmlformats.org/officeDocument/2006/math">
                            <m:oMath>
                              <m:r>
                                <a:rPr kumimoji="0" lang="en-IN" sz="4000" b="0" i="0" u="none" strike="noStrike" kern="0" cap="none" spc="0" normalizeH="0" baseline="0" noProof="0" dirty="0">
                                  <a:ln>
                                    <a:noFill/>
                                  </a:ln>
                                  <a:solidFill>
                                    <a:srgbClr val="000000"/>
                                  </a:solidFill>
                                  <a:effectLst/>
                                  <a:uLnTx/>
                                  <a:uFillTx/>
                                  <a:latin typeface="Cambria Math"/>
                                  <a:ea typeface="Cambria Math"/>
                                  <a:cs typeface="Cambria Math"/>
                                  <a:sym typeface="Cambria Math"/>
                                </a:rPr>
                                <m:t xml:space="preserve"> Kgm</m:t>
                              </m:r>
                              <m:sSup>
                                <m:sSupPr/>
                                <m:e>
                                  <m:r>
                                    <a:rPr kumimoji="0" lang="en-IN" sz="4000" b="0" i="0" u="none" strike="noStrike" kern="0" cap="none" spc="0" normalizeH="0" baseline="0" noProof="0" dirty="0">
                                      <a:ln>
                                        <a:noFill/>
                                      </a:ln>
                                      <a:solidFill>
                                        <a:srgbClr val="000000"/>
                                      </a:solidFill>
                                      <a:effectLst/>
                                      <a:uLnTx/>
                                      <a:uFillTx/>
                                      <a:latin typeface="Cambria Math"/>
                                      <a:ea typeface="Cambria Math"/>
                                      <a:cs typeface="Cambria Math"/>
                                      <a:sym typeface="Cambria Math"/>
                                    </a:rPr>
                                    <m:t xml:space="preserve">s</m:t>
                                  </m:r>
                                </m:e>
                                <m:sup>
                                  <m:r>
                                    <a:rPr kumimoji="0" lang="en-IN" sz="4000" b="0" i="0" u="none" strike="noStrike" kern="0" cap="none" spc="0" normalizeH="0" baseline="0" noProof="0" dirty="0">
                                      <a:ln>
                                        <a:noFill/>
                                      </a:ln>
                                      <a:solidFill>
                                        <a:srgbClr val="000000"/>
                                      </a:solidFill>
                                      <a:effectLst/>
                                      <a:uLnTx/>
                                      <a:uFillTx/>
                                      <a:latin typeface="Cambria Math"/>
                                      <a:ea typeface="Cambria Math"/>
                                      <a:cs typeface="Cambria Math"/>
                                      <a:sym typeface="Cambria Math"/>
                                    </a:rPr>
                                    <m:t xml:space="preserve">-1</m:t>
                                  </m:r>
                                </m:sup>
                              </m:sSup>
                              <m:r>
                                <a:rPr kumimoji="0" lang="en-IN" sz="4000" b="0" i="0" u="none" strike="noStrike" kern="0" cap="none" spc="0" normalizeH="0" baseline="0" noProof="0" dirty="0">
                                  <a:ln>
                                    <a:noFill/>
                                  </a:ln>
                                  <a:solidFill>
                                    <a:srgbClr val="000000"/>
                                  </a:solidFill>
                                  <a:effectLst/>
                                  <a:uLnTx/>
                                  <a:uFillTx/>
                                  <a:latin typeface="Cambria Math"/>
                                  <a:ea typeface="Cambria Math"/>
                                  <a:cs typeface="Cambria Math"/>
                                  <a:sym typeface="Cambria Math"/>
                                </a:rPr>
                                <m:t xml:space="preserve"> </m:t>
                              </m:r>
                            </m:oMath>
                          </a14:m>
                        </mc:Choice>
                        <mc:Fallback>
                          <a:r>
                            <a:rPr kumimoji="0" lang="en-IN" sz="4000" b="0" i="0" u="none" strike="noStrike" kern="0" cap="none" spc="0" normalizeH="0" baseline="0" noProof="0" dirty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uLnTx/>
                              <a:uFillTx/>
                              <a:latin typeface="Cambria"/>
                              <a:ea typeface="Cambria"/>
                              <a:cs typeface="+mn-cs"/>
                              <a:sym typeface="Arial"/>
                            </a:rPr>
                            <a:t> Kgms</a:t>
                          </a:r>
                          <a:r>
                            <a:rPr kumimoji="0" lang="en-IN" sz="2880" b="0" i="0" u="none" strike="noStrike" kern="0" cap="none" spc="0" normalizeH="0" baseline="52000" noProof="0" dirty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uLnTx/>
                              <a:uFillTx/>
                              <a:latin typeface="Cambria"/>
                              <a:ea typeface="Cambria"/>
                              <a:cs typeface="+mn-cs"/>
                              <a:sym typeface="Arial"/>
                            </a:rPr>
                            <a:t>-1</a:t>
                          </a:r>
                          <a:r>
                            <a:rPr kumimoji="0" lang="en-IN" sz="4000" b="0" i="0" u="none" strike="noStrike" kern="0" cap="none" spc="0" normalizeH="0" baseline="0" noProof="0" dirty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uLnTx/>
                              <a:uFillTx/>
                              <a:latin typeface="Cambria"/>
                              <a:ea typeface="Cambria"/>
                              <a:cs typeface="+mn-cs"/>
                              <a:sym typeface="Arial"/>
                            </a:rPr>
                            <a:t> </a:t>
                          </a:r>
                        </mc:Fallback>
                      </mc:AlternateContent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915218">
                <a:tc>
                  <a:txBody>
                    <a:bodyPr/>
                    <a:lstStyle/>
                    <a:p>
                      <a:pPr algn="l" marL="0" marR="0" lvl="0" indent="0" defTabSz="914400" rtl="0" eaLnBrk="1" fontAlgn="auto" latinLnBrk="0" hangingPunct="1">
                        <a:lnSpc>
                          <a:spcPct val="110000"/>
                        </a:lnSpc>
                        <a:spcBef>
                          <a:spcPts val="60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kumimoji="0" lang="en-IN" sz="4000" b="0" i="0" u="none" strike="noStrike" kern="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Cambria"/>
                          <a:ea typeface="Cambria"/>
                          <a:cs typeface="+mn-cs"/>
                          <a:sym typeface="Arial"/>
                        </a:rPr>
                        <a:t>C. Viscosity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marL="0" marR="0" lvl="0" indent="0" defTabSz="914400" rtl="0" eaLnBrk="1" fontAlgn="auto" latinLnBrk="0" hangingPunct="1">
                        <a:lnSpc>
                          <a:spcPct val="110000"/>
                        </a:lnSpc>
                        <a:spcBef>
                          <a:spcPts val="60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kumimoji="0" lang="en-IN" sz="4000" b="0" i="0" u="none" strike="noStrike" kern="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Cambria"/>
                          <a:ea typeface="Cambria"/>
                          <a:cs typeface="+mn-cs"/>
                          <a:sym typeface="Arial"/>
                        </a:rPr>
                        <a:t>III. </a:t>
                      </a:r>
                      <mc:AlternateContent xmlns:mc="http://schemas.openxmlformats.org/markup-compatibility/2006">
                        <mc:Choice xmlns:a14="http://schemas.microsoft.com/office/drawing/2010/main" Requires="a14">
                          <a14:m xmlns:m="http://schemas.openxmlformats.org/officeDocument/2006/math">
                            <m:oMath>
                              <m:r>
                                <a:rPr kumimoji="0" lang="en-IN" sz="4000" b="0" i="0" u="none" strike="noStrike" kern="0" cap="none" spc="0" normalizeH="0" baseline="0" noProof="0" dirty="0">
                                  <a:ln>
                                    <a:noFill/>
                                  </a:ln>
                                  <a:solidFill>
                                    <a:srgbClr val="000000"/>
                                  </a:solidFill>
                                  <a:effectLst/>
                                  <a:uLnTx/>
                                  <a:uFillTx/>
                                  <a:latin typeface="Cambria Math"/>
                                  <a:ea typeface="Cambria Math"/>
                                  <a:cs typeface="Cambria Math"/>
                                  <a:sym typeface="Cambria Math"/>
                                </a:rPr>
                                <m:t xml:space="preserve"> Kg</m:t>
                              </m:r>
                              <m:sSup>
                                <m:sSupPr/>
                                <m:e>
                                  <m:r>
                                    <a:rPr kumimoji="0" lang="en-IN" sz="4000" b="0" i="0" u="none" strike="noStrike" kern="0" cap="none" spc="0" normalizeH="0" baseline="0" noProof="0" dirty="0">
                                      <a:ln>
                                        <a:noFill/>
                                      </a:ln>
                                      <a:solidFill>
                                        <a:srgbClr val="000000"/>
                                      </a:solidFill>
                                      <a:effectLst/>
                                      <a:uLnTx/>
                                      <a:uFillTx/>
                                      <a:latin typeface="Cambria Math"/>
                                      <a:ea typeface="Cambria Math"/>
                                      <a:cs typeface="Cambria Math"/>
                                      <a:sym typeface="Cambria Math"/>
                                    </a:rPr>
                                    <m:t xml:space="preserve">m</m:t>
                                  </m:r>
                                </m:e>
                                <m:sup>
                                  <m:r>
                                    <a:rPr kumimoji="0" lang="en-IN" sz="4000" b="0" i="0" u="none" strike="noStrike" kern="0" cap="none" spc="0" normalizeH="0" baseline="0" noProof="0" dirty="0">
                                      <a:ln>
                                        <a:noFill/>
                                      </a:ln>
                                      <a:solidFill>
                                        <a:srgbClr val="000000"/>
                                      </a:solidFill>
                                      <a:effectLst/>
                                      <a:uLnTx/>
                                      <a:uFillTx/>
                                      <a:latin typeface="Cambria Math"/>
                                      <a:ea typeface="Cambria Math"/>
                                      <a:cs typeface="Cambria Math"/>
                                      <a:sym typeface="Cambria Math"/>
                                    </a:rPr>
                                    <m:t xml:space="preserve">-1</m:t>
                                  </m:r>
                                </m:sup>
                              </m:sSup>
                              <m:r>
                                <a:rPr kumimoji="0" lang="en-IN" sz="4000" b="0" i="0" u="none" strike="noStrike" kern="0" cap="none" spc="0" normalizeH="0" baseline="0" noProof="0" dirty="0">
                                  <a:ln>
                                    <a:noFill/>
                                  </a:ln>
                                  <a:solidFill>
                                    <a:srgbClr val="000000"/>
                                  </a:solidFill>
                                  <a:effectLst/>
                                  <a:uLnTx/>
                                  <a:uFillTx/>
                                  <a:latin typeface="Cambria Math"/>
                                  <a:ea typeface="Cambria Math"/>
                                  <a:cs typeface="Cambria Math"/>
                                  <a:sym typeface="Cambria Math"/>
                                </a:rPr>
                                <m:t xml:space="preserve"> </m:t>
                              </m:r>
                              <m:sSup>
                                <m:sSupPr/>
                                <m:e>
                                  <m:r>
                                    <a:rPr kumimoji="0" lang="en-IN" sz="4000" b="0" i="0" u="none" strike="noStrike" kern="0" cap="none" spc="0" normalizeH="0" baseline="0" noProof="0" dirty="0">
                                      <a:ln>
                                        <a:noFill/>
                                      </a:ln>
                                      <a:solidFill>
                                        <a:srgbClr val="000000"/>
                                      </a:solidFill>
                                      <a:effectLst/>
                                      <a:uLnTx/>
                                      <a:uFillTx/>
                                      <a:latin typeface="Cambria Math"/>
                                      <a:ea typeface="Cambria Math"/>
                                      <a:cs typeface="Cambria Math"/>
                                      <a:sym typeface="Cambria Math"/>
                                    </a:rPr>
                                    <m:t xml:space="preserve">s</m:t>
                                  </m:r>
                                </m:e>
                                <m:sup>
                                  <m:r>
                                    <a:rPr kumimoji="0" lang="en-IN" sz="4000" b="0" i="0" u="none" strike="noStrike" kern="0" cap="none" spc="0" normalizeH="0" baseline="0" noProof="0" dirty="0">
                                      <a:ln>
                                        <a:noFill/>
                                      </a:ln>
                                      <a:solidFill>
                                        <a:srgbClr val="000000"/>
                                      </a:solidFill>
                                      <a:effectLst/>
                                      <a:uLnTx/>
                                      <a:uFillTx/>
                                      <a:latin typeface="Cambria Math"/>
                                      <a:ea typeface="Cambria Math"/>
                                      <a:cs typeface="Cambria Math"/>
                                      <a:sym typeface="Cambria Math"/>
                                    </a:rPr>
                                    <m:t xml:space="preserve">-2</m:t>
                                  </m:r>
                                </m:sup>
                              </m:sSup>
                              <m:r>
                                <a:rPr kumimoji="0" lang="en-IN" sz="4000" b="0" i="0" u="none" strike="noStrike" kern="0" cap="none" spc="0" normalizeH="0" baseline="0" noProof="0" dirty="0">
                                  <a:ln>
                                    <a:noFill/>
                                  </a:ln>
                                  <a:solidFill>
                                    <a:srgbClr val="000000"/>
                                  </a:solidFill>
                                  <a:effectLst/>
                                  <a:uLnTx/>
                                  <a:uFillTx/>
                                  <a:latin typeface="Cambria Math"/>
                                  <a:ea typeface="Cambria Math"/>
                                  <a:cs typeface="Cambria Math"/>
                                  <a:sym typeface="Cambria Math"/>
                                </a:rPr>
                                <m:t xml:space="preserve"> </m:t>
                              </m:r>
                            </m:oMath>
                          </a14:m>
                        </mc:Choice>
                        <mc:Fallback>
                          <a:r>
                            <a:rPr kumimoji="0" lang="en-IN" sz="4000" b="0" i="0" u="none" strike="noStrike" kern="0" cap="none" spc="0" normalizeH="0" baseline="0" noProof="0" dirty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uLnTx/>
                              <a:uFillTx/>
                              <a:latin typeface="Cambria"/>
                              <a:ea typeface="Cambria"/>
                              <a:cs typeface="+mn-cs"/>
                              <a:sym typeface="Arial"/>
                            </a:rPr>
                            <a:t> Kgm</a:t>
                          </a:r>
                          <a:r>
                            <a:rPr kumimoji="0" lang="en-IN" sz="2880" b="0" i="0" u="none" strike="noStrike" kern="0" cap="none" spc="0" normalizeH="0" baseline="52000" noProof="0" dirty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uLnTx/>
                              <a:uFillTx/>
                              <a:latin typeface="Cambria"/>
                              <a:ea typeface="Cambria"/>
                              <a:cs typeface="+mn-cs"/>
                              <a:sym typeface="Arial"/>
                            </a:rPr>
                            <a:t>-1</a:t>
                          </a:r>
                          <a:r>
                            <a:rPr kumimoji="0" lang="en-IN" sz="4000" b="0" i="0" u="none" strike="noStrike" kern="0" cap="none" spc="0" normalizeH="0" baseline="0" noProof="0" dirty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uLnTx/>
                              <a:uFillTx/>
                              <a:latin typeface="Cambria"/>
                              <a:ea typeface="Cambria"/>
                              <a:cs typeface="+mn-cs"/>
                              <a:sym typeface="Arial"/>
                            </a:rPr>
                            <a:t> s</a:t>
                          </a:r>
                          <a:r>
                            <a:rPr kumimoji="0" lang="en-IN" sz="2880" b="0" i="0" u="none" strike="noStrike" kern="0" cap="none" spc="0" normalizeH="0" baseline="52000" noProof="0" dirty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uLnTx/>
                              <a:uFillTx/>
                              <a:latin typeface="Cambria"/>
                              <a:ea typeface="Cambria"/>
                              <a:cs typeface="+mn-cs"/>
                              <a:sym typeface="Arial"/>
                            </a:rPr>
                            <a:t>-2</a:t>
                          </a:r>
                          <a:r>
                            <a:rPr kumimoji="0" lang="en-IN" sz="4000" b="0" i="0" u="none" strike="noStrike" kern="0" cap="none" spc="0" normalizeH="0" baseline="0" noProof="0" dirty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uLnTx/>
                              <a:uFillTx/>
                              <a:latin typeface="Cambria"/>
                              <a:ea typeface="Cambria"/>
                              <a:cs typeface="+mn-cs"/>
                              <a:sym typeface="Arial"/>
                            </a:rPr>
                            <a:t> </a:t>
                          </a:r>
                        </mc:Fallback>
                      </mc:AlternateContent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915218">
                <a:tc>
                  <a:txBody>
                    <a:bodyPr/>
                    <a:lstStyle/>
                    <a:p>
                      <a:pPr algn="l" marL="0" marR="0" lvl="0" indent="0" defTabSz="914400" rtl="0" eaLnBrk="1" fontAlgn="auto" latinLnBrk="0" hangingPunct="1">
                        <a:lnSpc>
                          <a:spcPct val="110000"/>
                        </a:lnSpc>
                        <a:spcBef>
                          <a:spcPts val="60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kumimoji="0" lang="en-IN" sz="4000" b="0" i="0" u="none" strike="noStrike" kern="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Cambria"/>
                          <a:ea typeface="Cambria"/>
                          <a:cs typeface="+mn-cs"/>
                          <a:sym typeface="Arial"/>
                        </a:rPr>
                        <a:t>D. Impulse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marL="0" marR="0" lvl="0" indent="0" defTabSz="914400" rtl="0" eaLnBrk="1" fontAlgn="auto" latinLnBrk="0" hangingPunct="1">
                        <a:lnSpc>
                          <a:spcPct val="110000"/>
                        </a:lnSpc>
                        <a:spcBef>
                          <a:spcPts val="60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kumimoji="0" lang="en-IN" sz="4000" b="0" i="0" u="none" strike="noStrike" kern="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Cambria"/>
                          <a:ea typeface="Cambria"/>
                          <a:cs typeface="+mn-cs"/>
                          <a:sym typeface="Arial"/>
                        </a:rPr>
                        <a:t>IV. </a:t>
                      </a:r>
                      <mc:AlternateContent xmlns:mc="http://schemas.openxmlformats.org/markup-compatibility/2006">
                        <mc:Choice xmlns:a14="http://schemas.microsoft.com/office/drawing/2010/main" Requires="a14">
                          <a14:m xmlns:m="http://schemas.openxmlformats.org/officeDocument/2006/math">
                            <m:oMath>
                              <m:r>
                                <a:rPr kumimoji="0" lang="en-IN" sz="4000" b="0" i="0" u="none" strike="noStrike" kern="0" cap="none" spc="0" normalizeH="0" baseline="0" noProof="0" dirty="0">
                                  <a:ln>
                                    <a:noFill/>
                                  </a:ln>
                                  <a:solidFill>
                                    <a:srgbClr val="000000"/>
                                  </a:solidFill>
                                  <a:effectLst/>
                                  <a:uLnTx/>
                                  <a:uFillTx/>
                                  <a:latin typeface="Cambria Math"/>
                                  <a:ea typeface="Cambria Math"/>
                                  <a:cs typeface="Cambria Math"/>
                                  <a:sym typeface="Cambria Math"/>
                                </a:rPr>
                                <m:t xml:space="preserve"> Kg</m:t>
                              </m:r>
                              <m:sSup>
                                <m:sSupPr/>
                                <m:e>
                                  <m:r>
                                    <a:rPr kumimoji="0" lang="en-IN" sz="4000" b="0" i="0" u="none" strike="noStrike" kern="0" cap="none" spc="0" normalizeH="0" baseline="0" noProof="0" dirty="0">
                                      <a:ln>
                                        <a:noFill/>
                                      </a:ln>
                                      <a:solidFill>
                                        <a:srgbClr val="000000"/>
                                      </a:solidFill>
                                      <a:effectLst/>
                                      <a:uLnTx/>
                                      <a:uFillTx/>
                                      <a:latin typeface="Cambria Math"/>
                                      <a:ea typeface="Cambria Math"/>
                                      <a:cs typeface="Cambria Math"/>
                                      <a:sym typeface="Cambria Math"/>
                                    </a:rPr>
                                    <m:t xml:space="preserve">s</m:t>
                                  </m:r>
                                </m:e>
                                <m:sup>
                                  <m:r>
                                    <a:rPr kumimoji="0" lang="en-IN" sz="4000" b="0" i="0" u="none" strike="noStrike" kern="0" cap="none" spc="0" normalizeH="0" baseline="0" noProof="0" dirty="0">
                                      <a:ln>
                                        <a:noFill/>
                                      </a:ln>
                                      <a:solidFill>
                                        <a:srgbClr val="000000"/>
                                      </a:solidFill>
                                      <a:effectLst/>
                                      <a:uLnTx/>
                                      <a:uFillTx/>
                                      <a:latin typeface="Cambria Math"/>
                                      <a:ea typeface="Cambria Math"/>
                                      <a:cs typeface="Cambria Math"/>
                                      <a:sym typeface="Cambria Math"/>
                                    </a:rPr>
                                    <m:t xml:space="preserve">-2</m:t>
                                  </m:r>
                                </m:sup>
                              </m:sSup>
                              <m:r>
                                <a:rPr kumimoji="0" lang="en-IN" sz="4000" b="0" i="0" u="none" strike="noStrike" kern="0" cap="none" spc="0" normalizeH="0" baseline="0" noProof="0" dirty="0">
                                  <a:ln>
                                    <a:noFill/>
                                  </a:ln>
                                  <a:solidFill>
                                    <a:srgbClr val="000000"/>
                                  </a:solidFill>
                                  <a:effectLst/>
                                  <a:uLnTx/>
                                  <a:uFillTx/>
                                  <a:latin typeface="Cambria Math"/>
                                  <a:ea typeface="Cambria Math"/>
                                  <a:cs typeface="Cambria Math"/>
                                  <a:sym typeface="Cambria Math"/>
                                </a:rPr>
                                <m:t xml:space="preserve"> </m:t>
                              </m:r>
                            </m:oMath>
                          </a14:m>
                        </mc:Choice>
                        <mc:Fallback>
                          <a:r>
                            <a:rPr kumimoji="0" lang="en-IN" sz="4000" b="0" i="0" u="none" strike="noStrike" kern="0" cap="none" spc="0" normalizeH="0" baseline="0" noProof="0" dirty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uLnTx/>
                              <a:uFillTx/>
                              <a:latin typeface="Cambria"/>
                              <a:ea typeface="Cambria"/>
                              <a:cs typeface="+mn-cs"/>
                              <a:sym typeface="Arial"/>
                            </a:rPr>
                            <a:t> Kgs</a:t>
                          </a:r>
                          <a:r>
                            <a:rPr kumimoji="0" lang="en-IN" sz="2880" b="0" i="0" u="none" strike="noStrike" kern="0" cap="none" spc="0" normalizeH="0" baseline="52000" noProof="0" dirty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uLnTx/>
                              <a:uFillTx/>
                              <a:latin typeface="Cambria"/>
                              <a:ea typeface="Cambria"/>
                              <a:cs typeface="+mn-cs"/>
                              <a:sym typeface="Arial"/>
                            </a:rPr>
                            <a:t>-2</a:t>
                          </a:r>
                          <a:r>
                            <a:rPr kumimoji="0" lang="en-IN" sz="4000" b="0" i="0" u="none" strike="noStrike" kern="0" cap="none" spc="0" normalizeH="0" baseline="0" noProof="0" dirty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uLnTx/>
                              <a:uFillTx/>
                              <a:latin typeface="Cambria"/>
                              <a:ea typeface="Cambria"/>
                              <a:cs typeface="+mn-cs"/>
                              <a:sym typeface="Arial"/>
                            </a:rPr>
                            <a:t> </a:t>
                          </a:r>
                        </mc:Fallback>
                      </mc:AlternateContent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</p:spTree>
  </p:cSld>
  <p:clrMapOvr>
    <a:masterClrMapping/>
  </p:clrMapOvr>
  <p:transition spd="slow">
    <p:push/>
  </p:transition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Google Shape;129;p29"/>
          <p:cNvSpPr txBox="1"/>
          <p:nvPr/>
        </p:nvSpPr>
        <p:spPr>
          <a:xfrm>
            <a:off x="1104806" y="2396709"/>
            <a:ext cx="34747200" cy="25603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algn="l" marL="0" lvl="0" indent="0">
              <a:buSzPts val="8400"/>
              <a:buFont typeface="Arial"/>
              <a:buNone/>
            </a:pPr>
            <a:r>
              <a:rPr lang="en-IN" sz="6000" b="1" dirty="0">
                <a:solidFill>
                  <a:schemeClr val="lt1"/>
                </a:solidFill>
                <a:latin typeface="Cambria"/>
                <a:ea typeface="Cambria"/>
                <a:sym typeface="Cambria"/>
              </a:rPr>
              <a:t>34. Match List-I with List-II [12 April, 2023 (Shift-I)]</a:t>
            </a:r>
          </a:p>
          <a:p>
            <a:pPr algn="l" marL="0" lvl="0" indent="0">
              <a:buSzPts val="8400"/>
              <a:buFont typeface="Arial"/>
              <a:buNone/>
            </a:pPr>
            <a:r>
              <a:rPr lang="en-IN" sz="6000" b="1" dirty="0">
                <a:solidFill>
                  <a:schemeClr val="lt1"/>
                </a:solidFill>
                <a:latin typeface="Cambria"/>
                <a:ea typeface="Cambria"/>
                <a:sym typeface="Cambria"/>
              </a:rPr>
              <a:t>Choose the correct answer from the options given below:</a:t>
            </a:r>
          </a:p>
        </p:txBody>
      </p:sp>
      <p:sp>
        <p:nvSpPr>
          <p:cNvPr id="3" name="Google Shape;130;p29"/>
          <p:cNvSpPr txBox="1"/>
          <p:nvPr/>
        </p:nvSpPr>
        <p:spPr>
          <a:xfrm>
            <a:off x="3107605" y="11663909"/>
            <a:ext cx="32744401" cy="15973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algn="l" marL="0" indent="0">
              <a:buSzPts val="8400"/>
            </a:pPr>
            <a:r>
              <a:rPr lang="en-IN" sz="6000" b="1" dirty="0">
                <a:solidFill>
                  <a:schemeClr val="lt1"/>
                </a:solidFill>
                <a:latin typeface="Cambria"/>
                <a:ea typeface="Cambria"/>
                <a:sym typeface="Cambria"/>
              </a:rPr>
              <a:t>A-II, B-I, C-IV, D-III</a:t>
            </a:r>
            <a:endParaRPr sz="6000" b="1" dirty="0">
              <a:solidFill>
                <a:schemeClr val="lt1"/>
              </a:solidFill>
              <a:latin typeface="Cambria"/>
              <a:ea typeface="Cambria"/>
            </a:endParaRPr>
          </a:p>
        </p:txBody>
      </p:sp>
      <p:sp>
        <p:nvSpPr>
          <p:cNvPr id="4" name="Google Shape;131;p29"/>
          <p:cNvSpPr/>
          <p:nvPr/>
        </p:nvSpPr>
        <p:spPr>
          <a:xfrm>
            <a:off x="-1864528" y="681774"/>
            <a:ext cx="7081988" cy="1569660"/>
          </a:xfrm>
          <a:prstGeom prst="roundRect">
            <a:avLst>
              <a:gd name="adj" fmla="val 50000"/>
            </a:avLst>
          </a:prstGeom>
          <a:gradFill>
            <a:gsLst>
              <a:gs pos="0">
                <a:srgbClr val="07213C"/>
              </a:gs>
              <a:gs pos="50000">
                <a:srgbClr val="0A3258"/>
              </a:gs>
              <a:gs pos="100000">
                <a:srgbClr val="0E3B69"/>
              </a:gs>
            </a:gsLst>
            <a:lin ang="16200000" scaled="0"/>
          </a:gradFill>
          <a:ln w="57150" cap="flat" cmpd="sng">
            <a:solidFill>
              <a:schemeClr val="lt1"/>
            </a:solidFill>
            <a:prstDash val="solid"/>
            <a:round/>
            <a:headEnd type="none" w="sm" len="sm"/>
            <a:tailEnd type="none" w="sm" len="sm"/>
          </a:ln>
          <a:effectLst>
            <a:outerShdw blurRad="50800" dist="38100" dir="10800000" algn="r" rotWithShape="0">
              <a:srgbClr val="000000">
                <a:alpha val="40000"/>
              </a:srgb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algn="l" marL="0" marR="0" lvl="0" indent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8400" b="1" i="0" u="none" strike="noStrike" cap="none">
              <a:solidFill>
                <a:schemeClr val="lt1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5" name="Google Shape;132;p29"/>
          <p:cNvSpPr txBox="1"/>
          <p:nvPr/>
        </p:nvSpPr>
        <p:spPr>
          <a:xfrm>
            <a:off x="1039500" y="827049"/>
            <a:ext cx="4562190" cy="101562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algn="l">
              <a:buSzPts val="8400"/>
            </a:pPr>
            <a:r>
              <a:rPr lang="en-IN" sz="6000" b="1" dirty="0">
                <a:solidFill>
                  <a:schemeClr val="lt1"/>
                </a:solidFill>
                <a:latin typeface="Cambria"/>
                <a:ea typeface="Cambria"/>
                <a:sym typeface="Cambria"/>
              </a:rPr>
              <a:t>Question</a:t>
            </a:r>
            <a:endParaRPr sz="6000" b="1" dirty="0">
              <a:solidFill>
                <a:schemeClr val="lt1"/>
              </a:solidFill>
              <a:latin typeface="Cambria"/>
              <a:ea typeface="Cambria"/>
            </a:endParaRPr>
          </a:p>
        </p:txBody>
      </p:sp>
      <p:sp>
        <p:nvSpPr>
          <p:cNvPr id="6" name="Google Shape;133;p29"/>
          <p:cNvSpPr/>
          <p:nvPr/>
        </p:nvSpPr>
        <p:spPr>
          <a:xfrm>
            <a:off x="1039499" y="11373120"/>
            <a:ext cx="1597200" cy="1597200"/>
          </a:xfrm>
          <a:prstGeom prst="ellipse">
            <a:avLst/>
          </a:prstGeom>
          <a:gradFill>
            <a:gsLst>
              <a:gs pos="0">
                <a:srgbClr val="07213C"/>
              </a:gs>
              <a:gs pos="50000">
                <a:srgbClr val="0A3258"/>
              </a:gs>
              <a:gs pos="100000">
                <a:srgbClr val="0E3B69"/>
              </a:gs>
            </a:gsLst>
            <a:lin ang="16200000" scaled="0"/>
          </a:gradFill>
          <a:ln w="57150" cap="flat" cmpd="sng">
            <a:solidFill>
              <a:schemeClr val="lt1"/>
            </a:solidFill>
            <a:prstDash val="solid"/>
            <a:round/>
            <a:headEnd type="none" w="sm" len="sm"/>
            <a:tailEnd type="none" w="sm" len="sm"/>
          </a:ln>
          <a:effectLst>
            <a:outerShdw blurRad="50800" dist="38100" dir="10800000" algn="r" rotWithShape="0">
              <a:srgbClr val="000000">
                <a:alpha val="40000"/>
              </a:srgb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algn="l" marL="0" marR="0" lvl="0" indent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400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" name="Google Shape;134;p29"/>
          <p:cNvSpPr txBox="1"/>
          <p:nvPr/>
        </p:nvSpPr>
        <p:spPr>
          <a:xfrm>
            <a:off x="1104807" y="11571625"/>
            <a:ext cx="1466700" cy="116951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lvl="0" indent="0" algn="ctr">
              <a:buSzPts val="8400"/>
              <a:buFont typeface="Arial"/>
              <a:buNone/>
            </a:pPr>
            <a:r>
              <a:rPr lang="en-IN" sz="7000" b="1" dirty="0">
                <a:solidFill>
                  <a:schemeClr val="lt1"/>
                </a:solidFill>
                <a:latin typeface="Cambria"/>
                <a:ea typeface="Cambria"/>
                <a:sym typeface="Poppins"/>
              </a:rPr>
              <a:t>A</a:t>
            </a:r>
            <a:endParaRPr sz="7000" b="1" dirty="0">
              <a:solidFill>
                <a:schemeClr val="lt1"/>
              </a:solidFill>
              <a:latin typeface="Cambria"/>
              <a:ea typeface="Cambria"/>
            </a:endParaRPr>
          </a:p>
        </p:txBody>
      </p:sp>
      <p:grpSp>
        <p:nvGrpSpPr>
          <p:cNvPr id="8" name="Group 3">
            <a:extLst>
              <a:ext uri="{FF2B5EF4-FFF2-40B4-BE49-F238E27FC236}">
                <a16:creationId xmlns:a16="http://schemas.microsoft.com/office/drawing/2014/main" id="{E7A8D3A8-3CB4-6749-CCFA-38CA3F055B3C}"/>
              </a:ext>
            </a:extLst>
          </p:cNvPr>
          <p:cNvGrpSpPr/>
          <p:nvPr/>
        </p:nvGrpSpPr>
        <p:grpSpPr>
          <a:xfrm>
            <a:off x="1039499" y="13490460"/>
            <a:ext cx="1597200" cy="1597200"/>
            <a:chOff x="1039499" y="8887793"/>
            <a:chExt cx="1597200" cy="1597200"/>
          </a:xfrm>
        </p:grpSpPr>
        <p:sp>
          <p:nvSpPr>
            <p:cNvPr id="9" name="Google Shape;135;p29"/>
            <p:cNvSpPr/>
            <p:nvPr/>
          </p:nvSpPr>
          <p:spPr>
            <a:xfrm>
              <a:off x="1039499" y="8887793"/>
              <a:ext cx="1597200" cy="1597200"/>
            </a:xfrm>
            <a:prstGeom prst="ellipse">
              <a:avLst/>
            </a:prstGeom>
            <a:gradFill>
              <a:gsLst>
                <a:gs pos="0">
                  <a:srgbClr val="07213C"/>
                </a:gs>
                <a:gs pos="50000">
                  <a:srgbClr val="0A3258"/>
                </a:gs>
                <a:gs pos="100000">
                  <a:srgbClr val="0E3B69"/>
                </a:gs>
              </a:gsLst>
              <a:lin ang="16200000" scaled="0"/>
            </a:gradFill>
            <a:ln w="5715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  <a:effectLst>
              <a:outerShdw blurRad="50800" dist="38100" dir="10800000" algn="r" rotWithShape="0">
                <a:srgbClr val="000000">
                  <a:alpha val="40000"/>
                </a:srgbClr>
              </a:outerShdw>
            </a:effectLst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algn="l" marL="0" marR="0" lvl="0" indent="0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4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0" name="Google Shape;136;p29"/>
            <p:cNvSpPr txBox="1"/>
            <p:nvPr/>
          </p:nvSpPr>
          <p:spPr>
            <a:xfrm>
              <a:off x="1104806" y="9086298"/>
              <a:ext cx="1466700" cy="12006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pPr algn="ctr">
                <a:buSzPts val="8400"/>
              </a:pPr>
              <a:r>
                <a:rPr lang="en-IN" sz="7000" b="1" dirty="0">
                  <a:solidFill>
                    <a:schemeClr val="lt1"/>
                  </a:solidFill>
                  <a:latin typeface="Cambria"/>
                  <a:ea typeface="Cambria"/>
                  <a:sym typeface="Poppins"/>
                </a:rPr>
                <a:t>B</a:t>
              </a:r>
              <a:endParaRPr sz="7000" b="1" dirty="0">
                <a:solidFill>
                  <a:schemeClr val="lt1"/>
                </a:solidFill>
                <a:latin typeface="Cambria"/>
                <a:ea typeface="Cambria"/>
              </a:endParaRPr>
            </a:p>
          </p:txBody>
        </p:sp>
      </p:grpSp>
      <p:grpSp>
        <p:nvGrpSpPr>
          <p:cNvPr id="11" name="Group 2">
            <a:extLst>
              <a:ext uri="{FF2B5EF4-FFF2-40B4-BE49-F238E27FC236}">
                <a16:creationId xmlns:a16="http://schemas.microsoft.com/office/drawing/2014/main" id="{1929EFE0-7899-C986-6D22-F9305746025F}"/>
              </a:ext>
            </a:extLst>
          </p:cNvPr>
          <p:cNvGrpSpPr/>
          <p:nvPr/>
        </p:nvGrpSpPr>
        <p:grpSpPr>
          <a:xfrm>
            <a:off x="1039499" y="15607800"/>
            <a:ext cx="1597200" cy="1597200"/>
            <a:chOff x="1039499" y="11392904"/>
            <a:chExt cx="1597200" cy="1597200"/>
          </a:xfrm>
        </p:grpSpPr>
        <p:sp>
          <p:nvSpPr>
            <p:cNvPr id="12" name="Google Shape;137;p29"/>
            <p:cNvSpPr/>
            <p:nvPr/>
          </p:nvSpPr>
          <p:spPr>
            <a:xfrm>
              <a:off x="1039499" y="11392904"/>
              <a:ext cx="1597200" cy="1597200"/>
            </a:xfrm>
            <a:prstGeom prst="ellipse">
              <a:avLst/>
            </a:prstGeom>
            <a:gradFill>
              <a:gsLst>
                <a:gs pos="0">
                  <a:srgbClr val="07213C"/>
                </a:gs>
                <a:gs pos="50000">
                  <a:srgbClr val="0A3258"/>
                </a:gs>
                <a:gs pos="100000">
                  <a:srgbClr val="0E3B69"/>
                </a:gs>
              </a:gsLst>
              <a:lin ang="16200000" scaled="0"/>
            </a:gradFill>
            <a:ln w="5715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  <a:effectLst>
              <a:outerShdw blurRad="50800" dist="38100" dir="10800000" algn="r" rotWithShape="0">
                <a:srgbClr val="000000">
                  <a:alpha val="40000"/>
                </a:srgbClr>
              </a:outerShdw>
            </a:effectLst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algn="l" marL="0" marR="0" lvl="0" indent="0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4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3" name="Google Shape;138;p29"/>
            <p:cNvSpPr txBox="1"/>
            <p:nvPr/>
          </p:nvSpPr>
          <p:spPr>
            <a:xfrm>
              <a:off x="1104806" y="11591409"/>
              <a:ext cx="1466700" cy="12006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pPr algn="ctr">
                <a:buSzPts val="8400"/>
              </a:pPr>
              <a:r>
                <a:rPr lang="en-IN" sz="7000" b="1" dirty="0">
                  <a:solidFill>
                    <a:schemeClr val="lt1"/>
                  </a:solidFill>
                  <a:latin typeface="Cambria"/>
                  <a:ea typeface="Cambria"/>
                  <a:sym typeface="Poppins"/>
                </a:rPr>
                <a:t>C</a:t>
              </a:r>
              <a:endParaRPr sz="7000" b="1" dirty="0">
                <a:solidFill>
                  <a:schemeClr val="lt1"/>
                </a:solidFill>
                <a:latin typeface="Cambria"/>
                <a:ea typeface="Cambria"/>
              </a:endParaRPr>
            </a:p>
          </p:txBody>
        </p:sp>
      </p:grpSp>
      <p:grpSp>
        <p:nvGrpSpPr>
          <p:cNvPr id="14" name="Group 1">
            <a:extLst>
              <a:ext uri="{FF2B5EF4-FFF2-40B4-BE49-F238E27FC236}">
                <a16:creationId xmlns:a16="http://schemas.microsoft.com/office/drawing/2014/main" id="{2EFF441D-B1EA-669C-64B0-91C1D604A467}"/>
              </a:ext>
            </a:extLst>
          </p:cNvPr>
          <p:cNvGrpSpPr/>
          <p:nvPr/>
        </p:nvGrpSpPr>
        <p:grpSpPr>
          <a:xfrm>
            <a:off x="1039499" y="17725140"/>
            <a:ext cx="1597200" cy="1597200"/>
            <a:chOff x="1039499" y="13898015"/>
            <a:chExt cx="1597200" cy="1597200"/>
          </a:xfrm>
        </p:grpSpPr>
        <p:sp>
          <p:nvSpPr>
            <p:cNvPr id="15" name="Google Shape;139;p29"/>
            <p:cNvSpPr/>
            <p:nvPr/>
          </p:nvSpPr>
          <p:spPr>
            <a:xfrm>
              <a:off x="1039499" y="13898015"/>
              <a:ext cx="1597200" cy="1597200"/>
            </a:xfrm>
            <a:prstGeom prst="ellipse">
              <a:avLst/>
            </a:prstGeom>
            <a:gradFill>
              <a:gsLst>
                <a:gs pos="0">
                  <a:srgbClr val="07213C"/>
                </a:gs>
                <a:gs pos="50000">
                  <a:srgbClr val="0A3258"/>
                </a:gs>
                <a:gs pos="100000">
                  <a:srgbClr val="0E3B69"/>
                </a:gs>
              </a:gsLst>
              <a:lin ang="16200000" scaled="0"/>
            </a:gradFill>
            <a:ln w="5715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  <a:effectLst>
              <a:outerShdw blurRad="50800" dist="38100" dir="10800000" algn="r" rotWithShape="0">
                <a:srgbClr val="000000">
                  <a:alpha val="40000"/>
                </a:srgbClr>
              </a:outerShdw>
            </a:effectLst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algn="l" marL="0" marR="0" lvl="0" indent="0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4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6" name="Google Shape;140;p29"/>
            <p:cNvSpPr txBox="1"/>
            <p:nvPr/>
          </p:nvSpPr>
          <p:spPr>
            <a:xfrm>
              <a:off x="1104806" y="14096520"/>
              <a:ext cx="1466700" cy="12006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pPr algn="ctr">
                <a:buSzPts val="8400"/>
              </a:pPr>
              <a:r>
                <a:rPr lang="en-IN" sz="7000" b="1" dirty="0">
                  <a:solidFill>
                    <a:schemeClr val="lt1"/>
                  </a:solidFill>
                  <a:latin typeface="Cambria"/>
                  <a:ea typeface="Cambria"/>
                  <a:sym typeface="Poppins"/>
                </a:rPr>
                <a:t>D</a:t>
              </a:r>
              <a:endParaRPr sz="7000" b="1" dirty="0">
                <a:solidFill>
                  <a:schemeClr val="lt1"/>
                </a:solidFill>
                <a:latin typeface="Cambria"/>
                <a:ea typeface="Cambria"/>
              </a:endParaRPr>
            </a:p>
          </p:txBody>
        </p:sp>
      </p:grpSp>
      <p:sp>
        <p:nvSpPr>
          <p:cNvPr id="17" name="Google Shape;130;p29">
            <a:extLst>
              <a:ext uri="{FF2B5EF4-FFF2-40B4-BE49-F238E27FC236}">
                <a16:creationId xmlns:a16="http://schemas.microsoft.com/office/drawing/2014/main" id="{359EC1B9-8B0A-CB48-A9AA-6F6EAF44500B}"/>
              </a:ext>
            </a:extLst>
          </p:cNvPr>
          <p:cNvSpPr txBox="1"/>
          <p:nvPr/>
        </p:nvSpPr>
        <p:spPr>
          <a:xfrm>
            <a:off x="3107605" y="13721051"/>
            <a:ext cx="32744401" cy="15973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algn="l" marL="0" indent="0">
              <a:buSzPts val="8400"/>
            </a:pPr>
            <a:r>
              <a:rPr lang="en-IN" sz="6000" b="1" dirty="0">
                <a:solidFill>
                  <a:schemeClr val="lt1"/>
                </a:solidFill>
                <a:latin typeface="Cambria"/>
                <a:ea typeface="Cambria"/>
                <a:sym typeface="Cambria"/>
              </a:rPr>
              <a:t>A-IV, B-I, C-III, D-II</a:t>
            </a:r>
            <a:endParaRPr sz="6000" b="1" dirty="0">
              <a:solidFill>
                <a:schemeClr val="lt1"/>
              </a:solidFill>
              <a:latin typeface="Cambria"/>
              <a:ea typeface="Cambria"/>
            </a:endParaRPr>
          </a:p>
        </p:txBody>
      </p:sp>
      <p:sp>
        <p:nvSpPr>
          <p:cNvPr id="18" name="Google Shape;130;p29">
            <a:extLst>
              <a:ext uri="{FF2B5EF4-FFF2-40B4-BE49-F238E27FC236}">
                <a16:creationId xmlns:a16="http://schemas.microsoft.com/office/drawing/2014/main" id="{7A900CAF-02A4-EA2C-D5AE-61E805D388DB}"/>
              </a:ext>
            </a:extLst>
          </p:cNvPr>
          <p:cNvSpPr txBox="1"/>
          <p:nvPr/>
        </p:nvSpPr>
        <p:spPr>
          <a:xfrm>
            <a:off x="3107605" y="15788366"/>
            <a:ext cx="32744401" cy="15973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algn="l" marL="0" indent="0">
              <a:buSzPts val="8400"/>
            </a:pPr>
            <a:r>
              <a:rPr lang="en-IN" sz="6000" b="1" dirty="0">
                <a:solidFill>
                  <a:schemeClr val="lt1"/>
                </a:solidFill>
                <a:latin typeface="Cambria"/>
                <a:ea typeface="Cambria"/>
                <a:sym typeface="Cambria"/>
              </a:rPr>
              <a:t>A-II, B-III, C-I, D-IV</a:t>
            </a:r>
            <a:endParaRPr sz="6000" b="1" dirty="0">
              <a:solidFill>
                <a:schemeClr val="lt1"/>
              </a:solidFill>
              <a:latin typeface="Cambria"/>
              <a:ea typeface="Cambria"/>
            </a:endParaRPr>
          </a:p>
        </p:txBody>
      </p:sp>
      <p:sp>
        <p:nvSpPr>
          <p:cNvPr id="19" name="Google Shape;130;p29">
            <a:extLst>
              <a:ext uri="{FF2B5EF4-FFF2-40B4-BE49-F238E27FC236}">
                <a16:creationId xmlns:a16="http://schemas.microsoft.com/office/drawing/2014/main" id="{14CC97B5-99F4-9A71-2E1A-0ED3B3F0A5F1}"/>
              </a:ext>
            </a:extLst>
          </p:cNvPr>
          <p:cNvSpPr txBox="1"/>
          <p:nvPr/>
        </p:nvSpPr>
        <p:spPr>
          <a:xfrm>
            <a:off x="3107605" y="17923645"/>
            <a:ext cx="32744401" cy="15973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algn="l" marL="0" indent="0">
              <a:buSzPts val="8400"/>
            </a:pPr>
            <a:r>
              <a:rPr lang="en-IN" sz="6000" b="1" dirty="0">
                <a:solidFill>
                  <a:schemeClr val="lt1"/>
                </a:solidFill>
                <a:latin typeface="Cambria"/>
                <a:ea typeface="Cambria"/>
                <a:sym typeface="Cambria"/>
              </a:rPr>
              <a:t>A-I, B-III, C-II, D-IV</a:t>
            </a:r>
            <a:endParaRPr sz="6000" b="1" dirty="0">
              <a:solidFill>
                <a:schemeClr val="lt1"/>
              </a:solidFill>
              <a:latin typeface="Cambria"/>
              <a:ea typeface="Cambria"/>
            </a:endParaRPr>
          </a:p>
        </p:txBody>
      </p:sp>
      <p:graphicFrame>
        <p:nvGraphicFramePr>
          <p:cNvPr id="20" name="ContentTable"/>
          <p:cNvGraphicFramePr>
            <a:graphicFrameLocks noGrp="1"/>
          </p:cNvGraphicFramePr>
          <p:nvPr/>
        </p:nvGraphicFramePr>
        <p:xfrm>
          <a:off x="1104806" y="5477029"/>
          <a:ext cx="34747200" cy="4576091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7373600"/>
                <a:gridCol w="17373600"/>
              </a:tblGrid>
              <a:tr h="915219">
                <a:tc>
                  <a:txBody>
                    <a:bodyPr/>
                    <a:lstStyle/>
                    <a:p>
                      <a:pPr algn="l" marL="0" marR="0" lvl="0" indent="0" rtl="0">
                        <a:lnSpc>
                          <a:spcPct val="110000"/>
                        </a:lnSpc>
                        <a:spcBef>
                          <a:spcPts val="60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buNone/>
                      </a:pPr>
                      <a:r>
                        <a:rPr lang="en-IN" sz="4000" b="1" i="0" u="none" strike="noStrike" cap="none" dirty="0">
                          <a:solidFill>
                            <a:schemeClr val="tx1"/>
                          </a:solidFill>
                          <a:latin typeface="Cambria"/>
                          <a:ea typeface="Cambria"/>
                          <a:sym typeface="Arial"/>
                        </a:rPr>
                        <a:t>List-I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marL="0" marR="0" lvl="0" indent="0" rtl="0">
                        <a:lnSpc>
                          <a:spcPct val="110000"/>
                        </a:lnSpc>
                        <a:spcBef>
                          <a:spcPts val="60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buNone/>
                      </a:pPr>
                      <a:r>
                        <a:rPr lang="en-IN" sz="4000" b="1" i="0" u="none" strike="noStrike" cap="none" dirty="0">
                          <a:solidFill>
                            <a:schemeClr val="tx1"/>
                          </a:solidFill>
                          <a:latin typeface="Cambria"/>
                          <a:ea typeface="Cambria"/>
                          <a:sym typeface="Arial"/>
                        </a:rPr>
                        <a:t>List-II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915218">
                <a:tc>
                  <a:txBody>
                    <a:bodyPr/>
                    <a:lstStyle/>
                    <a:p>
                      <a:pPr algn="l" marL="0" marR="0" lvl="0" indent="0" defTabSz="914400" rtl="0" eaLnBrk="1" fontAlgn="auto" latinLnBrk="0" hangingPunct="1">
                        <a:lnSpc>
                          <a:spcPct val="110000"/>
                        </a:lnSpc>
                        <a:spcBef>
                          <a:spcPts val="60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kumimoji="0" lang="en-IN" sz="4000" b="0" i="0" u="none" strike="noStrike" kern="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Cambria"/>
                          <a:ea typeface="Cambria"/>
                          <a:cs typeface="+mn-cs"/>
                          <a:sym typeface="Arial"/>
                        </a:rPr>
                        <a:t>A. Spring constant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marL="0" marR="0" lvl="0" indent="0" defTabSz="914400" rtl="0" eaLnBrk="1" fontAlgn="auto" latinLnBrk="0" hangingPunct="1">
                        <a:lnSpc>
                          <a:spcPct val="110000"/>
                        </a:lnSpc>
                        <a:spcBef>
                          <a:spcPts val="60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kumimoji="0" lang="en-IN" sz="4000" b="0" i="0" u="none" strike="noStrike" kern="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Cambria"/>
                          <a:ea typeface="Cambria"/>
                          <a:cs typeface="+mn-cs"/>
                          <a:sym typeface="Arial"/>
                        </a:rPr>
                        <a:t>I. </a:t>
                      </a:r>
                      <mc:AlternateContent xmlns:mc="http://schemas.openxmlformats.org/markup-compatibility/2006">
                        <mc:Choice xmlns:a14="http://schemas.microsoft.com/office/drawing/2010/main" Requires="a14">
                          <a14:m xmlns:m="http://schemas.openxmlformats.org/officeDocument/2006/math">
                            <m:oMath>
                              <m:r>
                                <a:rPr kumimoji="0" lang="en-IN" sz="4000" b="0" i="0" u="none" strike="noStrike" kern="0" cap="none" spc="0" normalizeH="0" baseline="0" noProof="0" dirty="0">
                                  <a:ln>
                                    <a:noFill/>
                                  </a:ln>
                                  <a:solidFill>
                                    <a:srgbClr val="000000"/>
                                  </a:solidFill>
                                  <a:effectLst/>
                                  <a:uLnTx/>
                                  <a:uFillTx/>
                                  <a:latin typeface="Cambria Math"/>
                                  <a:ea typeface="Cambria Math"/>
                                  <a:cs typeface="Cambria Math"/>
                                  <a:sym typeface="Cambria Math"/>
                                </a:rPr>
                                <m:t xml:space="preserve"> (</m:t>
                              </m:r>
                              <m:sSup>
                                <m:sSupPr/>
                                <m:e>
                                  <m:r>
                                    <a:rPr kumimoji="0" lang="en-IN" sz="4000" b="0" i="0" u="none" strike="noStrike" kern="0" cap="none" spc="0" normalizeH="0" baseline="0" noProof="0" dirty="0">
                                      <a:ln>
                                        <a:noFill/>
                                      </a:ln>
                                      <a:solidFill>
                                        <a:srgbClr val="000000"/>
                                      </a:solidFill>
                                      <a:effectLst/>
                                      <a:uLnTx/>
                                      <a:uFillTx/>
                                      <a:latin typeface="Cambria Math"/>
                                      <a:ea typeface="Cambria Math"/>
                                      <a:cs typeface="Cambria Math"/>
                                      <a:sym typeface="Cambria Math"/>
                                    </a:rPr>
                                    <m:t xml:space="preserve">T</m:t>
                                  </m:r>
                                </m:e>
                                <m:sup>
                                  <m:r>
                                    <a:rPr kumimoji="0" lang="en-IN" sz="4000" b="0" i="0" u="none" strike="noStrike" kern="0" cap="none" spc="0" normalizeH="0" baseline="0" noProof="0" dirty="0">
                                      <a:ln>
                                        <a:noFill/>
                                      </a:ln>
                                      <a:solidFill>
                                        <a:srgbClr val="000000"/>
                                      </a:solidFill>
                                      <a:effectLst/>
                                      <a:uLnTx/>
                                      <a:uFillTx/>
                                      <a:latin typeface="Cambria Math"/>
                                      <a:ea typeface="Cambria Math"/>
                                      <a:cs typeface="Cambria Math"/>
                                      <a:sym typeface="Cambria Math"/>
                                    </a:rPr>
                                    <m:t xml:space="preserve">-1</m:t>
                                  </m:r>
                                </m:sup>
                              </m:sSup>
                              <m:r>
                                <a:rPr kumimoji="0" lang="en-IN" sz="4000" b="0" i="0" u="none" strike="noStrike" kern="0" cap="none" spc="0" normalizeH="0" baseline="0" noProof="0" dirty="0">
                                  <a:ln>
                                    <a:noFill/>
                                  </a:ln>
                                  <a:solidFill>
                                    <a:srgbClr val="000000"/>
                                  </a:solidFill>
                                  <a:effectLst/>
                                  <a:uLnTx/>
                                  <a:uFillTx/>
                                  <a:latin typeface="Cambria Math"/>
                                  <a:ea typeface="Cambria Math"/>
                                  <a:cs typeface="Cambria Math"/>
                                  <a:sym typeface="Cambria Math"/>
                                </a:rPr>
                                <m:t xml:space="preserve">) </m:t>
                              </m:r>
                            </m:oMath>
                          </a14:m>
                        </mc:Choice>
                        <mc:Fallback>
                          <a:r>
                            <a:rPr kumimoji="0" lang="en-IN" sz="4000" b="0" i="0" u="none" strike="noStrike" kern="0" cap="none" spc="0" normalizeH="0" baseline="0" noProof="0" dirty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uLnTx/>
                              <a:uFillTx/>
                              <a:latin typeface="Cambria"/>
                              <a:ea typeface="Cambria"/>
                              <a:cs typeface="+mn-cs"/>
                              <a:sym typeface="Arial"/>
                            </a:rPr>
                            <a:t> (T</a:t>
                          </a:r>
                          <a:r>
                            <a:rPr kumimoji="0" lang="en-IN" sz="2880" b="0" i="0" u="none" strike="noStrike" kern="0" cap="none" spc="0" normalizeH="0" baseline="52000" noProof="0" dirty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uLnTx/>
                              <a:uFillTx/>
                              <a:latin typeface="Cambria"/>
                              <a:ea typeface="Cambria"/>
                              <a:cs typeface="+mn-cs"/>
                              <a:sym typeface="Arial"/>
                            </a:rPr>
                            <a:t>-1</a:t>
                          </a:r>
                          <a:r>
                            <a:rPr kumimoji="0" lang="en-IN" sz="4000" b="0" i="0" u="none" strike="noStrike" kern="0" cap="none" spc="0" normalizeH="0" baseline="0" noProof="0" dirty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uLnTx/>
                              <a:uFillTx/>
                              <a:latin typeface="Cambria"/>
                              <a:ea typeface="Cambria"/>
                              <a:cs typeface="+mn-cs"/>
                              <a:sym typeface="Arial"/>
                            </a:rPr>
                            <a:t>) </a:t>
                          </a:r>
                        </mc:Fallback>
                      </mc:AlternateContent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915218">
                <a:tc>
                  <a:txBody>
                    <a:bodyPr/>
                    <a:lstStyle/>
                    <a:p>
                      <a:pPr algn="l" marL="0" marR="0" lvl="0" indent="0" defTabSz="914400" rtl="0" eaLnBrk="1" fontAlgn="auto" latinLnBrk="0" hangingPunct="1">
                        <a:lnSpc>
                          <a:spcPct val="110000"/>
                        </a:lnSpc>
                        <a:spcBef>
                          <a:spcPts val="60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kumimoji="0" lang="en-IN" sz="4000" b="0" i="0" u="none" strike="noStrike" kern="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Cambria"/>
                          <a:ea typeface="Cambria"/>
                          <a:cs typeface="+mn-cs"/>
                          <a:sym typeface="Arial"/>
                        </a:rPr>
                        <a:t>B. Angular speed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marL="0" marR="0" lvl="0" indent="0" defTabSz="914400" rtl="0" eaLnBrk="1" fontAlgn="auto" latinLnBrk="0" hangingPunct="1">
                        <a:lnSpc>
                          <a:spcPct val="110000"/>
                        </a:lnSpc>
                        <a:spcBef>
                          <a:spcPts val="60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kumimoji="0" lang="en-IN" sz="4000" b="0" i="0" u="none" strike="noStrike" kern="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Cambria"/>
                          <a:ea typeface="Cambria"/>
                          <a:cs typeface="+mn-cs"/>
                          <a:sym typeface="Arial"/>
                        </a:rPr>
                        <a:t>II. </a:t>
                      </a:r>
                      <mc:AlternateContent xmlns:mc="http://schemas.openxmlformats.org/markup-compatibility/2006">
                        <mc:Choice xmlns:a14="http://schemas.microsoft.com/office/drawing/2010/main" Requires="a14">
                          <a14:m xmlns:m="http://schemas.openxmlformats.org/officeDocument/2006/math">
                            <m:oMath>
                              <m:r>
                                <a:rPr kumimoji="0" lang="en-IN" sz="4000" b="0" i="0" u="none" strike="noStrike" kern="0" cap="none" spc="0" normalizeH="0" baseline="0" noProof="0" dirty="0">
                                  <a:ln>
                                    <a:noFill/>
                                  </a:ln>
                                  <a:solidFill>
                                    <a:srgbClr val="000000"/>
                                  </a:solidFill>
                                  <a:effectLst/>
                                  <a:uLnTx/>
                                  <a:uFillTx/>
                                  <a:latin typeface="Cambria Math"/>
                                  <a:ea typeface="Cambria Math"/>
                                  <a:cs typeface="Cambria Math"/>
                                  <a:sym typeface="Cambria Math"/>
                                </a:rPr>
                                <m:t xml:space="preserve"> (M</m:t>
                              </m:r>
                              <m:sSup>
                                <m:sSupPr/>
                                <m:e>
                                  <m:r>
                                    <a:rPr kumimoji="0" lang="en-IN" sz="4000" b="0" i="0" u="none" strike="noStrike" kern="0" cap="none" spc="0" normalizeH="0" baseline="0" noProof="0" dirty="0">
                                      <a:ln>
                                        <a:noFill/>
                                      </a:ln>
                                      <a:solidFill>
                                        <a:srgbClr val="000000"/>
                                      </a:solidFill>
                                      <a:effectLst/>
                                      <a:uLnTx/>
                                      <a:uFillTx/>
                                      <a:latin typeface="Cambria Math"/>
                                      <a:ea typeface="Cambria Math"/>
                                      <a:cs typeface="Cambria Math"/>
                                      <a:sym typeface="Cambria Math"/>
                                    </a:rPr>
                                    <m:t xml:space="preserve">T</m:t>
                                  </m:r>
                                </m:e>
                                <m:sup>
                                  <m:r>
                                    <a:rPr kumimoji="0" lang="en-IN" sz="4000" b="0" i="0" u="none" strike="noStrike" kern="0" cap="none" spc="0" normalizeH="0" baseline="0" noProof="0" dirty="0">
                                      <a:ln>
                                        <a:noFill/>
                                      </a:ln>
                                      <a:solidFill>
                                        <a:srgbClr val="000000"/>
                                      </a:solidFill>
                                      <a:effectLst/>
                                      <a:uLnTx/>
                                      <a:uFillTx/>
                                      <a:latin typeface="Cambria Math"/>
                                      <a:ea typeface="Cambria Math"/>
                                      <a:cs typeface="Cambria Math"/>
                                      <a:sym typeface="Cambria Math"/>
                                    </a:rPr>
                                    <m:t xml:space="preserve">-2</m:t>
                                  </m:r>
                                </m:sup>
                              </m:sSup>
                              <m:r>
                                <a:rPr kumimoji="0" lang="en-IN" sz="4000" b="0" i="0" u="none" strike="noStrike" kern="0" cap="none" spc="0" normalizeH="0" baseline="0" noProof="0" dirty="0">
                                  <a:ln>
                                    <a:noFill/>
                                  </a:ln>
                                  <a:solidFill>
                                    <a:srgbClr val="000000"/>
                                  </a:solidFill>
                                  <a:effectLst/>
                                  <a:uLnTx/>
                                  <a:uFillTx/>
                                  <a:latin typeface="Cambria Math"/>
                                  <a:ea typeface="Cambria Math"/>
                                  <a:cs typeface="Cambria Math"/>
                                  <a:sym typeface="Cambria Math"/>
                                </a:rPr>
                                <m:t xml:space="preserve">) </m:t>
                              </m:r>
                            </m:oMath>
                          </a14:m>
                        </mc:Choice>
                        <mc:Fallback>
                          <a:r>
                            <a:rPr kumimoji="0" lang="en-IN" sz="4000" b="0" i="0" u="none" strike="noStrike" kern="0" cap="none" spc="0" normalizeH="0" baseline="0" noProof="0" dirty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uLnTx/>
                              <a:uFillTx/>
                              <a:latin typeface="Cambria"/>
                              <a:ea typeface="Cambria"/>
                              <a:cs typeface="+mn-cs"/>
                              <a:sym typeface="Arial"/>
                            </a:rPr>
                            <a:t> (MT</a:t>
                          </a:r>
                          <a:r>
                            <a:rPr kumimoji="0" lang="en-IN" sz="2880" b="0" i="0" u="none" strike="noStrike" kern="0" cap="none" spc="0" normalizeH="0" baseline="52000" noProof="0" dirty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uLnTx/>
                              <a:uFillTx/>
                              <a:latin typeface="Cambria"/>
                              <a:ea typeface="Cambria"/>
                              <a:cs typeface="+mn-cs"/>
                              <a:sym typeface="Arial"/>
                            </a:rPr>
                            <a:t>-2</a:t>
                          </a:r>
                          <a:r>
                            <a:rPr kumimoji="0" lang="en-IN" sz="4000" b="0" i="0" u="none" strike="noStrike" kern="0" cap="none" spc="0" normalizeH="0" baseline="0" noProof="0" dirty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uLnTx/>
                              <a:uFillTx/>
                              <a:latin typeface="Cambria"/>
                              <a:ea typeface="Cambria"/>
                              <a:cs typeface="+mn-cs"/>
                              <a:sym typeface="Arial"/>
                            </a:rPr>
                            <a:t>) </a:t>
                          </a:r>
                        </mc:Fallback>
                      </mc:AlternateContent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915218">
                <a:tc>
                  <a:txBody>
                    <a:bodyPr/>
                    <a:lstStyle/>
                    <a:p>
                      <a:pPr algn="l" marL="0" marR="0" lvl="0" indent="0" defTabSz="914400" rtl="0" eaLnBrk="1" fontAlgn="auto" latinLnBrk="0" hangingPunct="1">
                        <a:lnSpc>
                          <a:spcPct val="110000"/>
                        </a:lnSpc>
                        <a:spcBef>
                          <a:spcPts val="60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kumimoji="0" lang="en-IN" sz="4000" b="0" i="0" u="none" strike="noStrike" kern="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Cambria"/>
                          <a:ea typeface="Cambria"/>
                          <a:cs typeface="+mn-cs"/>
                          <a:sym typeface="Arial"/>
                        </a:rPr>
                        <a:t>C. Angular momentum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marL="0" marR="0" lvl="0" indent="0" defTabSz="914400" rtl="0" eaLnBrk="1" fontAlgn="auto" latinLnBrk="0" hangingPunct="1">
                        <a:lnSpc>
                          <a:spcPct val="110000"/>
                        </a:lnSpc>
                        <a:spcBef>
                          <a:spcPts val="60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kumimoji="0" lang="en-IN" sz="4000" b="0" i="0" u="none" strike="noStrike" kern="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Cambria"/>
                          <a:ea typeface="Cambria"/>
                          <a:cs typeface="+mn-cs"/>
                          <a:sym typeface="Arial"/>
                        </a:rPr>
                        <a:t>III. </a:t>
                      </a:r>
                      <mc:AlternateContent xmlns:mc="http://schemas.openxmlformats.org/markup-compatibility/2006">
                        <mc:Choice xmlns:a14="http://schemas.microsoft.com/office/drawing/2010/main" Requires="a14">
                          <a14:m xmlns:m="http://schemas.openxmlformats.org/officeDocument/2006/math">
                            <m:oMath>
                              <m:r>
                                <a:rPr kumimoji="0" lang="en-IN" sz="4000" b="0" i="0" u="none" strike="noStrike" kern="0" cap="none" spc="0" normalizeH="0" baseline="0" noProof="0" dirty="0">
                                  <a:ln>
                                    <a:noFill/>
                                  </a:ln>
                                  <a:solidFill>
                                    <a:srgbClr val="000000"/>
                                  </a:solidFill>
                                  <a:effectLst/>
                                  <a:uLnTx/>
                                  <a:uFillTx/>
                                  <a:latin typeface="Cambria Math"/>
                                  <a:ea typeface="Cambria Math"/>
                                  <a:cs typeface="Cambria Math"/>
                                  <a:sym typeface="Cambria Math"/>
                                </a:rPr>
                                <m:t xml:space="preserve"> (M</m:t>
                              </m:r>
                              <m:sSup>
                                <m:sSupPr/>
                                <m:e>
                                  <m:r>
                                    <a:rPr kumimoji="0" lang="en-IN" sz="4000" b="0" i="0" u="none" strike="noStrike" kern="0" cap="none" spc="0" normalizeH="0" baseline="0" noProof="0" dirty="0">
                                      <a:ln>
                                        <a:noFill/>
                                      </a:ln>
                                      <a:solidFill>
                                        <a:srgbClr val="000000"/>
                                      </a:solidFill>
                                      <a:effectLst/>
                                      <a:uLnTx/>
                                      <a:uFillTx/>
                                      <a:latin typeface="Cambria Math"/>
                                      <a:ea typeface="Cambria Math"/>
                                      <a:cs typeface="Cambria Math"/>
                                      <a:sym typeface="Cambria Math"/>
                                    </a:rPr>
                                    <m:t xml:space="preserve">L</m:t>
                                  </m:r>
                                </m:e>
                                <m:sup>
                                  <m:r>
                                    <a:rPr kumimoji="0" lang="en-IN" sz="4000" b="0" i="0" u="none" strike="noStrike" kern="0" cap="none" spc="0" normalizeH="0" baseline="0" noProof="0" dirty="0">
                                      <a:ln>
                                        <a:noFill/>
                                      </a:ln>
                                      <a:solidFill>
                                        <a:srgbClr val="000000"/>
                                      </a:solidFill>
                                      <a:effectLst/>
                                      <a:uLnTx/>
                                      <a:uFillTx/>
                                      <a:latin typeface="Cambria Math"/>
                                      <a:ea typeface="Cambria Math"/>
                                      <a:cs typeface="Cambria Math"/>
                                      <a:sym typeface="Cambria Math"/>
                                    </a:rPr>
                                    <m:t xml:space="preserve">2</m:t>
                                  </m:r>
                                </m:sup>
                              </m:sSup>
                              <m:r>
                                <a:rPr kumimoji="0" lang="en-IN" sz="4000" b="0" i="0" u="none" strike="noStrike" kern="0" cap="none" spc="0" normalizeH="0" baseline="0" noProof="0" dirty="0">
                                  <a:ln>
                                    <a:noFill/>
                                  </a:ln>
                                  <a:solidFill>
                                    <a:srgbClr val="000000"/>
                                  </a:solidFill>
                                  <a:effectLst/>
                                  <a:uLnTx/>
                                  <a:uFillTx/>
                                  <a:latin typeface="Cambria Math"/>
                                  <a:ea typeface="Cambria Math"/>
                                  <a:cs typeface="Cambria Math"/>
                                  <a:sym typeface="Cambria Math"/>
                                </a:rPr>
                                <m:t xml:space="preserve">) </m:t>
                              </m:r>
                            </m:oMath>
                          </a14:m>
                        </mc:Choice>
                        <mc:Fallback>
                          <a:r>
                            <a:rPr kumimoji="0" lang="en-IN" sz="4000" b="0" i="0" u="none" strike="noStrike" kern="0" cap="none" spc="0" normalizeH="0" baseline="0" noProof="0" dirty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uLnTx/>
                              <a:uFillTx/>
                              <a:latin typeface="Cambria"/>
                              <a:ea typeface="Cambria"/>
                              <a:cs typeface="+mn-cs"/>
                              <a:sym typeface="Arial"/>
                            </a:rPr>
                            <a:t> (ML</a:t>
                          </a:r>
                          <a:r>
                            <a:rPr kumimoji="0" lang="en-IN" sz="2880" b="0" i="0" u="none" strike="noStrike" kern="0" cap="none" spc="0" normalizeH="0" baseline="52000" noProof="0" dirty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uLnTx/>
                              <a:uFillTx/>
                              <a:latin typeface="Cambria"/>
                              <a:ea typeface="Cambria"/>
                              <a:cs typeface="+mn-cs"/>
                              <a:sym typeface="Arial"/>
                            </a:rPr>
                            <a:t>2</a:t>
                          </a:r>
                          <a:r>
                            <a:rPr kumimoji="0" lang="en-IN" sz="4000" b="0" i="0" u="none" strike="noStrike" kern="0" cap="none" spc="0" normalizeH="0" baseline="0" noProof="0" dirty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uLnTx/>
                              <a:uFillTx/>
                              <a:latin typeface="Cambria"/>
                              <a:ea typeface="Cambria"/>
                              <a:cs typeface="+mn-cs"/>
                              <a:sym typeface="Arial"/>
                            </a:rPr>
                            <a:t>) </a:t>
                          </a:r>
                        </mc:Fallback>
                      </mc:AlternateContent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915218">
                <a:tc>
                  <a:txBody>
                    <a:bodyPr/>
                    <a:lstStyle/>
                    <a:p>
                      <a:pPr algn="l" marL="0" marR="0" lvl="0" indent="0" defTabSz="914400" rtl="0" eaLnBrk="1" fontAlgn="auto" latinLnBrk="0" hangingPunct="1">
                        <a:lnSpc>
                          <a:spcPct val="110000"/>
                        </a:lnSpc>
                        <a:spcBef>
                          <a:spcPts val="60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kumimoji="0" lang="en-IN" sz="4000" b="0" i="0" u="none" strike="noStrike" kern="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Cambria"/>
                          <a:ea typeface="Cambria"/>
                          <a:cs typeface="+mn-cs"/>
                          <a:sym typeface="Arial"/>
                        </a:rPr>
                        <a:t>D. Moment of Inertia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marL="0" marR="0" lvl="0" indent="0" defTabSz="914400" rtl="0" eaLnBrk="1" fontAlgn="auto" latinLnBrk="0" hangingPunct="1">
                        <a:lnSpc>
                          <a:spcPct val="110000"/>
                        </a:lnSpc>
                        <a:spcBef>
                          <a:spcPts val="60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kumimoji="0" lang="en-IN" sz="4000" b="0" i="0" u="none" strike="noStrike" kern="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Cambria"/>
                          <a:ea typeface="Cambria"/>
                          <a:cs typeface="+mn-cs"/>
                          <a:sym typeface="Arial"/>
                        </a:rPr>
                        <a:t>IV. </a:t>
                      </a:r>
                      <mc:AlternateContent xmlns:mc="http://schemas.openxmlformats.org/markup-compatibility/2006">
                        <mc:Choice xmlns:a14="http://schemas.microsoft.com/office/drawing/2010/main" Requires="a14">
                          <a14:m xmlns:m="http://schemas.openxmlformats.org/officeDocument/2006/math">
                            <m:oMath>
                              <m:r>
                                <a:rPr kumimoji="0" lang="en-IN" sz="4000" b="0" i="0" u="none" strike="noStrike" kern="0" cap="none" spc="0" normalizeH="0" baseline="0" noProof="0" dirty="0">
                                  <a:ln>
                                    <a:noFill/>
                                  </a:ln>
                                  <a:solidFill>
                                    <a:srgbClr val="000000"/>
                                  </a:solidFill>
                                  <a:effectLst/>
                                  <a:uLnTx/>
                                  <a:uFillTx/>
                                  <a:latin typeface="Cambria Math"/>
                                  <a:ea typeface="Cambria Math"/>
                                  <a:cs typeface="Cambria Math"/>
                                  <a:sym typeface="Cambria Math"/>
                                </a:rPr>
                                <m:t xml:space="preserve"> (M</m:t>
                              </m:r>
                              <m:sSup>
                                <m:sSupPr/>
                                <m:e>
                                  <m:r>
                                    <a:rPr kumimoji="0" lang="en-IN" sz="4000" b="0" i="0" u="none" strike="noStrike" kern="0" cap="none" spc="0" normalizeH="0" baseline="0" noProof="0" dirty="0">
                                      <a:ln>
                                        <a:noFill/>
                                      </a:ln>
                                      <a:solidFill>
                                        <a:srgbClr val="000000"/>
                                      </a:solidFill>
                                      <a:effectLst/>
                                      <a:uLnTx/>
                                      <a:uFillTx/>
                                      <a:latin typeface="Cambria Math"/>
                                      <a:ea typeface="Cambria Math"/>
                                      <a:cs typeface="Cambria Math"/>
                                      <a:sym typeface="Cambria Math"/>
                                    </a:rPr>
                                    <m:t xml:space="preserve">L</m:t>
                                  </m:r>
                                </m:e>
                                <m:sup>
                                  <m:r>
                                    <a:rPr kumimoji="0" lang="en-IN" sz="4000" b="0" i="0" u="none" strike="noStrike" kern="0" cap="none" spc="0" normalizeH="0" baseline="0" noProof="0" dirty="0">
                                      <a:ln>
                                        <a:noFill/>
                                      </a:ln>
                                      <a:solidFill>
                                        <a:srgbClr val="000000"/>
                                      </a:solidFill>
                                      <a:effectLst/>
                                      <a:uLnTx/>
                                      <a:uFillTx/>
                                      <a:latin typeface="Cambria Math"/>
                                      <a:ea typeface="Cambria Math"/>
                                      <a:cs typeface="Cambria Math"/>
                                      <a:sym typeface="Cambria Math"/>
                                    </a:rPr>
                                    <m:t xml:space="preserve">2</m:t>
                                  </m:r>
                                </m:sup>
                              </m:sSup>
                              <m:r>
                                <a:rPr kumimoji="0" lang="en-IN" sz="4000" b="0" i="0" u="none" strike="noStrike" kern="0" cap="none" spc="0" normalizeH="0" baseline="0" noProof="0" dirty="0">
                                  <a:ln>
                                    <a:noFill/>
                                  </a:ln>
                                  <a:solidFill>
                                    <a:srgbClr val="000000"/>
                                  </a:solidFill>
                                  <a:effectLst/>
                                  <a:uLnTx/>
                                  <a:uFillTx/>
                                  <a:latin typeface="Cambria Math"/>
                                  <a:ea typeface="Cambria Math"/>
                                  <a:cs typeface="Cambria Math"/>
                                  <a:sym typeface="Cambria Math"/>
                                </a:rPr>
                                <m:t xml:space="preserve"> </m:t>
                              </m:r>
                              <m:sSup>
                                <m:sSupPr/>
                                <m:e>
                                  <m:r>
                                    <a:rPr kumimoji="0" lang="en-IN" sz="4000" b="0" i="0" u="none" strike="noStrike" kern="0" cap="none" spc="0" normalizeH="0" baseline="0" noProof="0" dirty="0">
                                      <a:ln>
                                        <a:noFill/>
                                      </a:ln>
                                      <a:solidFill>
                                        <a:srgbClr val="000000"/>
                                      </a:solidFill>
                                      <a:effectLst/>
                                      <a:uLnTx/>
                                      <a:uFillTx/>
                                      <a:latin typeface="Cambria Math"/>
                                      <a:ea typeface="Cambria Math"/>
                                      <a:cs typeface="Cambria Math"/>
                                      <a:sym typeface="Cambria Math"/>
                                    </a:rPr>
                                    <m:t xml:space="preserve">T</m:t>
                                  </m:r>
                                </m:e>
                                <m:sup>
                                  <m:r>
                                    <a:rPr kumimoji="0" lang="en-IN" sz="4000" b="0" i="0" u="none" strike="noStrike" kern="0" cap="none" spc="0" normalizeH="0" baseline="0" noProof="0" dirty="0">
                                      <a:ln>
                                        <a:noFill/>
                                      </a:ln>
                                      <a:solidFill>
                                        <a:srgbClr val="000000"/>
                                      </a:solidFill>
                                      <a:effectLst/>
                                      <a:uLnTx/>
                                      <a:uFillTx/>
                                      <a:latin typeface="Cambria Math"/>
                                      <a:ea typeface="Cambria Math"/>
                                      <a:cs typeface="Cambria Math"/>
                                      <a:sym typeface="Cambria Math"/>
                                    </a:rPr>
                                    <m:t xml:space="preserve">-1</m:t>
                                  </m:r>
                                </m:sup>
                              </m:sSup>
                              <m:r>
                                <a:rPr kumimoji="0" lang="en-IN" sz="4000" b="0" i="0" u="none" strike="noStrike" kern="0" cap="none" spc="0" normalizeH="0" baseline="0" noProof="0" dirty="0">
                                  <a:ln>
                                    <a:noFill/>
                                  </a:ln>
                                  <a:solidFill>
                                    <a:srgbClr val="000000"/>
                                  </a:solidFill>
                                  <a:effectLst/>
                                  <a:uLnTx/>
                                  <a:uFillTx/>
                                  <a:latin typeface="Cambria Math"/>
                                  <a:ea typeface="Cambria Math"/>
                                  <a:cs typeface="Cambria Math"/>
                                  <a:sym typeface="Cambria Math"/>
                                </a:rPr>
                                <m:t xml:space="preserve">) </m:t>
                              </m:r>
                            </m:oMath>
                          </a14:m>
                        </mc:Choice>
                        <mc:Fallback>
                          <a:r>
                            <a:rPr kumimoji="0" lang="en-IN" sz="4000" b="0" i="0" u="none" strike="noStrike" kern="0" cap="none" spc="0" normalizeH="0" baseline="0" noProof="0" dirty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uLnTx/>
                              <a:uFillTx/>
                              <a:latin typeface="Cambria"/>
                              <a:ea typeface="Cambria"/>
                              <a:cs typeface="+mn-cs"/>
                              <a:sym typeface="Arial"/>
                            </a:rPr>
                            <a:t> (ML</a:t>
                          </a:r>
                          <a:r>
                            <a:rPr kumimoji="0" lang="en-IN" sz="2880" b="0" i="0" u="none" strike="noStrike" kern="0" cap="none" spc="0" normalizeH="0" baseline="52000" noProof="0" dirty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uLnTx/>
                              <a:uFillTx/>
                              <a:latin typeface="Cambria"/>
                              <a:ea typeface="Cambria"/>
                              <a:cs typeface="+mn-cs"/>
                              <a:sym typeface="Arial"/>
                            </a:rPr>
                            <a:t>2</a:t>
                          </a:r>
                          <a:r>
                            <a:rPr kumimoji="0" lang="en-IN" sz="4000" b="0" i="0" u="none" strike="noStrike" kern="0" cap="none" spc="0" normalizeH="0" baseline="0" noProof="0" dirty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uLnTx/>
                              <a:uFillTx/>
                              <a:latin typeface="Cambria"/>
                              <a:ea typeface="Cambria"/>
                              <a:cs typeface="+mn-cs"/>
                              <a:sym typeface="Arial"/>
                            </a:rPr>
                            <a:t> T</a:t>
                          </a:r>
                          <a:r>
                            <a:rPr kumimoji="0" lang="en-IN" sz="2880" b="0" i="0" u="none" strike="noStrike" kern="0" cap="none" spc="0" normalizeH="0" baseline="52000" noProof="0" dirty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uLnTx/>
                              <a:uFillTx/>
                              <a:latin typeface="Cambria"/>
                              <a:ea typeface="Cambria"/>
                              <a:cs typeface="+mn-cs"/>
                              <a:sym typeface="Arial"/>
                            </a:rPr>
                            <a:t>-1</a:t>
                          </a:r>
                          <a:r>
                            <a:rPr kumimoji="0" lang="en-IN" sz="4000" b="0" i="0" u="none" strike="noStrike" kern="0" cap="none" spc="0" normalizeH="0" baseline="0" noProof="0" dirty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uLnTx/>
                              <a:uFillTx/>
                              <a:latin typeface="Cambria"/>
                              <a:ea typeface="Cambria"/>
                              <a:cs typeface="+mn-cs"/>
                              <a:sym typeface="Arial"/>
                            </a:rPr>
                            <a:t>) </a:t>
                          </a:r>
                        </mc:Fallback>
                      </mc:AlternateContent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</p:spTree>
  </p:cSld>
  <p:clrMapOvr>
    <a:masterClrMapping/>
  </p:clrMapOvr>
  <p:transition spd="slow">
    <p:push/>
  </p:transition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Google Shape;129;p29"/>
          <p:cNvSpPr txBox="1"/>
          <p:nvPr/>
        </p:nvSpPr>
        <p:spPr>
          <a:xfrm>
            <a:off x="1104806" y="2396709"/>
            <a:ext cx="34747200" cy="25603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algn="l" marL="0" lvl="0" indent="0">
              <a:buSzPts val="8400"/>
              <a:buFont typeface="Arial"/>
              <a:buNone/>
            </a:pPr>
            <a:r>
              <a:rPr lang="en-IN" sz="6000" b="1" dirty="0">
                <a:solidFill>
                  <a:schemeClr val="lt1"/>
                </a:solidFill>
                <a:latin typeface="Cambria"/>
                <a:ea typeface="Cambria"/>
                <a:sym typeface="Cambria"/>
              </a:rPr>
              <a:t>35. Match List-I with List-II. [31 Jan, 2023 (Shift-II)]</a:t>
            </a:r>
          </a:p>
          <a:p>
            <a:pPr algn="l" marL="0" lvl="0" indent="0">
              <a:buSzPts val="8400"/>
              <a:buFont typeface="Arial"/>
              <a:buNone/>
            </a:pPr>
            <a:r>
              <a:rPr lang="en-IN" sz="6000" b="1" dirty="0">
                <a:solidFill>
                  <a:schemeClr val="lt1"/>
                </a:solidFill>
                <a:latin typeface="Cambria"/>
                <a:ea typeface="Cambria"/>
                <a:sym typeface="Cambria"/>
              </a:rPr>
              <a:t>Choose the correct answer from the options given below:</a:t>
            </a:r>
          </a:p>
        </p:txBody>
      </p:sp>
      <p:sp>
        <p:nvSpPr>
          <p:cNvPr id="3" name="Google Shape;130;p29"/>
          <p:cNvSpPr txBox="1"/>
          <p:nvPr/>
        </p:nvSpPr>
        <p:spPr>
          <a:xfrm>
            <a:off x="3107605" y="11663909"/>
            <a:ext cx="32744401" cy="15973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algn="l" marL="0" indent="0">
              <a:buSzPts val="8400"/>
            </a:pPr>
            <a:r>
              <a:rPr lang="en-IN" sz="6000" b="1" dirty="0">
                <a:solidFill>
                  <a:schemeClr val="lt1"/>
                </a:solidFill>
                <a:latin typeface="Cambria"/>
                <a:ea typeface="Cambria"/>
                <a:sym typeface="Cambria"/>
              </a:rPr>
              <a:t>A-I, B-IV, C-III, D-II</a:t>
            </a:r>
            <a:endParaRPr sz="6000" b="1" dirty="0">
              <a:solidFill>
                <a:schemeClr val="lt1"/>
              </a:solidFill>
              <a:latin typeface="Cambria"/>
              <a:ea typeface="Cambria"/>
            </a:endParaRPr>
          </a:p>
        </p:txBody>
      </p:sp>
      <p:sp>
        <p:nvSpPr>
          <p:cNvPr id="4" name="Google Shape;131;p29"/>
          <p:cNvSpPr/>
          <p:nvPr/>
        </p:nvSpPr>
        <p:spPr>
          <a:xfrm>
            <a:off x="-1864528" y="681774"/>
            <a:ext cx="7081988" cy="1569660"/>
          </a:xfrm>
          <a:prstGeom prst="roundRect">
            <a:avLst>
              <a:gd name="adj" fmla="val 50000"/>
            </a:avLst>
          </a:prstGeom>
          <a:gradFill>
            <a:gsLst>
              <a:gs pos="0">
                <a:srgbClr val="07213C"/>
              </a:gs>
              <a:gs pos="50000">
                <a:srgbClr val="0A3258"/>
              </a:gs>
              <a:gs pos="100000">
                <a:srgbClr val="0E3B69"/>
              </a:gs>
            </a:gsLst>
            <a:lin ang="16200000" scaled="0"/>
          </a:gradFill>
          <a:ln w="57150" cap="flat" cmpd="sng">
            <a:solidFill>
              <a:schemeClr val="lt1"/>
            </a:solidFill>
            <a:prstDash val="solid"/>
            <a:round/>
            <a:headEnd type="none" w="sm" len="sm"/>
            <a:tailEnd type="none" w="sm" len="sm"/>
          </a:ln>
          <a:effectLst>
            <a:outerShdw blurRad="50800" dist="38100" dir="10800000" algn="r" rotWithShape="0">
              <a:srgbClr val="000000">
                <a:alpha val="40000"/>
              </a:srgb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algn="l" marL="0" marR="0" lvl="0" indent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8400" b="1" i="0" u="none" strike="noStrike" cap="none">
              <a:solidFill>
                <a:schemeClr val="lt1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5" name="Google Shape;132;p29"/>
          <p:cNvSpPr txBox="1"/>
          <p:nvPr/>
        </p:nvSpPr>
        <p:spPr>
          <a:xfrm>
            <a:off x="1039500" y="827049"/>
            <a:ext cx="4562190" cy="101562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algn="l">
              <a:buSzPts val="8400"/>
            </a:pPr>
            <a:r>
              <a:rPr lang="en-IN" sz="6000" b="1" dirty="0">
                <a:solidFill>
                  <a:schemeClr val="lt1"/>
                </a:solidFill>
                <a:latin typeface="Cambria"/>
                <a:ea typeface="Cambria"/>
                <a:sym typeface="Cambria"/>
              </a:rPr>
              <a:t>Question</a:t>
            </a:r>
            <a:endParaRPr sz="6000" b="1" dirty="0">
              <a:solidFill>
                <a:schemeClr val="lt1"/>
              </a:solidFill>
              <a:latin typeface="Cambria"/>
              <a:ea typeface="Cambria"/>
            </a:endParaRPr>
          </a:p>
        </p:txBody>
      </p:sp>
      <p:sp>
        <p:nvSpPr>
          <p:cNvPr id="6" name="Google Shape;133;p29"/>
          <p:cNvSpPr/>
          <p:nvPr/>
        </p:nvSpPr>
        <p:spPr>
          <a:xfrm>
            <a:off x="1039499" y="11373120"/>
            <a:ext cx="1597200" cy="1597200"/>
          </a:xfrm>
          <a:prstGeom prst="ellipse">
            <a:avLst/>
          </a:prstGeom>
          <a:gradFill>
            <a:gsLst>
              <a:gs pos="0">
                <a:srgbClr val="07213C"/>
              </a:gs>
              <a:gs pos="50000">
                <a:srgbClr val="0A3258"/>
              </a:gs>
              <a:gs pos="100000">
                <a:srgbClr val="0E3B69"/>
              </a:gs>
            </a:gsLst>
            <a:lin ang="16200000" scaled="0"/>
          </a:gradFill>
          <a:ln w="57150" cap="flat" cmpd="sng">
            <a:solidFill>
              <a:schemeClr val="lt1"/>
            </a:solidFill>
            <a:prstDash val="solid"/>
            <a:round/>
            <a:headEnd type="none" w="sm" len="sm"/>
            <a:tailEnd type="none" w="sm" len="sm"/>
          </a:ln>
          <a:effectLst>
            <a:outerShdw blurRad="50800" dist="38100" dir="10800000" algn="r" rotWithShape="0">
              <a:srgbClr val="000000">
                <a:alpha val="40000"/>
              </a:srgb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algn="l" marL="0" marR="0" lvl="0" indent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400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" name="Google Shape;134;p29"/>
          <p:cNvSpPr txBox="1"/>
          <p:nvPr/>
        </p:nvSpPr>
        <p:spPr>
          <a:xfrm>
            <a:off x="1104807" y="11571625"/>
            <a:ext cx="1466700" cy="116951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lvl="0" indent="0" algn="ctr">
              <a:buSzPts val="8400"/>
              <a:buFont typeface="Arial"/>
              <a:buNone/>
            </a:pPr>
            <a:r>
              <a:rPr lang="en-IN" sz="7000" b="1" dirty="0">
                <a:solidFill>
                  <a:schemeClr val="lt1"/>
                </a:solidFill>
                <a:latin typeface="Cambria"/>
                <a:ea typeface="Cambria"/>
                <a:sym typeface="Poppins"/>
              </a:rPr>
              <a:t>A</a:t>
            </a:r>
            <a:endParaRPr sz="7000" b="1" dirty="0">
              <a:solidFill>
                <a:schemeClr val="lt1"/>
              </a:solidFill>
              <a:latin typeface="Cambria"/>
              <a:ea typeface="Cambria"/>
            </a:endParaRPr>
          </a:p>
        </p:txBody>
      </p:sp>
      <p:grpSp>
        <p:nvGrpSpPr>
          <p:cNvPr id="8" name="Group 3">
            <a:extLst>
              <a:ext uri="{FF2B5EF4-FFF2-40B4-BE49-F238E27FC236}">
                <a16:creationId xmlns:a16="http://schemas.microsoft.com/office/drawing/2014/main" id="{E7A8D3A8-3CB4-6749-CCFA-38CA3F055B3C}"/>
              </a:ext>
            </a:extLst>
          </p:cNvPr>
          <p:cNvGrpSpPr/>
          <p:nvPr/>
        </p:nvGrpSpPr>
        <p:grpSpPr>
          <a:xfrm>
            <a:off x="1039499" y="13490460"/>
            <a:ext cx="1597200" cy="1597200"/>
            <a:chOff x="1039499" y="8887793"/>
            <a:chExt cx="1597200" cy="1597200"/>
          </a:xfrm>
        </p:grpSpPr>
        <p:sp>
          <p:nvSpPr>
            <p:cNvPr id="9" name="Google Shape;135;p29"/>
            <p:cNvSpPr/>
            <p:nvPr/>
          </p:nvSpPr>
          <p:spPr>
            <a:xfrm>
              <a:off x="1039499" y="8887793"/>
              <a:ext cx="1597200" cy="1597200"/>
            </a:xfrm>
            <a:prstGeom prst="ellipse">
              <a:avLst/>
            </a:prstGeom>
            <a:gradFill>
              <a:gsLst>
                <a:gs pos="0">
                  <a:srgbClr val="07213C"/>
                </a:gs>
                <a:gs pos="50000">
                  <a:srgbClr val="0A3258"/>
                </a:gs>
                <a:gs pos="100000">
                  <a:srgbClr val="0E3B69"/>
                </a:gs>
              </a:gsLst>
              <a:lin ang="16200000" scaled="0"/>
            </a:gradFill>
            <a:ln w="5715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  <a:effectLst>
              <a:outerShdw blurRad="50800" dist="38100" dir="10800000" algn="r" rotWithShape="0">
                <a:srgbClr val="000000">
                  <a:alpha val="40000"/>
                </a:srgbClr>
              </a:outerShdw>
            </a:effectLst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algn="l" marL="0" marR="0" lvl="0" indent="0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4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0" name="Google Shape;136;p29"/>
            <p:cNvSpPr txBox="1"/>
            <p:nvPr/>
          </p:nvSpPr>
          <p:spPr>
            <a:xfrm>
              <a:off x="1104806" y="9086298"/>
              <a:ext cx="1466700" cy="12006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pPr algn="ctr">
                <a:buSzPts val="8400"/>
              </a:pPr>
              <a:r>
                <a:rPr lang="en-IN" sz="7000" b="1" dirty="0">
                  <a:solidFill>
                    <a:schemeClr val="lt1"/>
                  </a:solidFill>
                  <a:latin typeface="Cambria"/>
                  <a:ea typeface="Cambria"/>
                  <a:sym typeface="Poppins"/>
                </a:rPr>
                <a:t>B</a:t>
              </a:r>
              <a:endParaRPr sz="7000" b="1" dirty="0">
                <a:solidFill>
                  <a:schemeClr val="lt1"/>
                </a:solidFill>
                <a:latin typeface="Cambria"/>
                <a:ea typeface="Cambria"/>
              </a:endParaRPr>
            </a:p>
          </p:txBody>
        </p:sp>
      </p:grpSp>
      <p:grpSp>
        <p:nvGrpSpPr>
          <p:cNvPr id="11" name="Group 2">
            <a:extLst>
              <a:ext uri="{FF2B5EF4-FFF2-40B4-BE49-F238E27FC236}">
                <a16:creationId xmlns:a16="http://schemas.microsoft.com/office/drawing/2014/main" id="{1929EFE0-7899-C986-6D22-F9305746025F}"/>
              </a:ext>
            </a:extLst>
          </p:cNvPr>
          <p:cNvGrpSpPr/>
          <p:nvPr/>
        </p:nvGrpSpPr>
        <p:grpSpPr>
          <a:xfrm>
            <a:off x="1039499" y="15607800"/>
            <a:ext cx="1597200" cy="1597200"/>
            <a:chOff x="1039499" y="11392904"/>
            <a:chExt cx="1597200" cy="1597200"/>
          </a:xfrm>
        </p:grpSpPr>
        <p:sp>
          <p:nvSpPr>
            <p:cNvPr id="12" name="Google Shape;137;p29"/>
            <p:cNvSpPr/>
            <p:nvPr/>
          </p:nvSpPr>
          <p:spPr>
            <a:xfrm>
              <a:off x="1039499" y="11392904"/>
              <a:ext cx="1597200" cy="1597200"/>
            </a:xfrm>
            <a:prstGeom prst="ellipse">
              <a:avLst/>
            </a:prstGeom>
            <a:gradFill>
              <a:gsLst>
                <a:gs pos="0">
                  <a:srgbClr val="07213C"/>
                </a:gs>
                <a:gs pos="50000">
                  <a:srgbClr val="0A3258"/>
                </a:gs>
                <a:gs pos="100000">
                  <a:srgbClr val="0E3B69"/>
                </a:gs>
              </a:gsLst>
              <a:lin ang="16200000" scaled="0"/>
            </a:gradFill>
            <a:ln w="5715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  <a:effectLst>
              <a:outerShdw blurRad="50800" dist="38100" dir="10800000" algn="r" rotWithShape="0">
                <a:srgbClr val="000000">
                  <a:alpha val="40000"/>
                </a:srgbClr>
              </a:outerShdw>
            </a:effectLst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algn="l" marL="0" marR="0" lvl="0" indent="0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4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3" name="Google Shape;138;p29"/>
            <p:cNvSpPr txBox="1"/>
            <p:nvPr/>
          </p:nvSpPr>
          <p:spPr>
            <a:xfrm>
              <a:off x="1104806" y="11591409"/>
              <a:ext cx="1466700" cy="12006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pPr algn="ctr">
                <a:buSzPts val="8400"/>
              </a:pPr>
              <a:r>
                <a:rPr lang="en-IN" sz="7000" b="1" dirty="0">
                  <a:solidFill>
                    <a:schemeClr val="lt1"/>
                  </a:solidFill>
                  <a:latin typeface="Cambria"/>
                  <a:ea typeface="Cambria"/>
                  <a:sym typeface="Poppins"/>
                </a:rPr>
                <a:t>C</a:t>
              </a:r>
              <a:endParaRPr sz="7000" b="1" dirty="0">
                <a:solidFill>
                  <a:schemeClr val="lt1"/>
                </a:solidFill>
                <a:latin typeface="Cambria"/>
                <a:ea typeface="Cambria"/>
              </a:endParaRPr>
            </a:p>
          </p:txBody>
        </p:sp>
      </p:grpSp>
      <p:grpSp>
        <p:nvGrpSpPr>
          <p:cNvPr id="14" name="Group 1">
            <a:extLst>
              <a:ext uri="{FF2B5EF4-FFF2-40B4-BE49-F238E27FC236}">
                <a16:creationId xmlns:a16="http://schemas.microsoft.com/office/drawing/2014/main" id="{2EFF441D-B1EA-669C-64B0-91C1D604A467}"/>
              </a:ext>
            </a:extLst>
          </p:cNvPr>
          <p:cNvGrpSpPr/>
          <p:nvPr/>
        </p:nvGrpSpPr>
        <p:grpSpPr>
          <a:xfrm>
            <a:off x="1039499" y="17725140"/>
            <a:ext cx="1597200" cy="1597200"/>
            <a:chOff x="1039499" y="13898015"/>
            <a:chExt cx="1597200" cy="1597200"/>
          </a:xfrm>
        </p:grpSpPr>
        <p:sp>
          <p:nvSpPr>
            <p:cNvPr id="15" name="Google Shape;139;p29"/>
            <p:cNvSpPr/>
            <p:nvPr/>
          </p:nvSpPr>
          <p:spPr>
            <a:xfrm>
              <a:off x="1039499" y="13898015"/>
              <a:ext cx="1597200" cy="1597200"/>
            </a:xfrm>
            <a:prstGeom prst="ellipse">
              <a:avLst/>
            </a:prstGeom>
            <a:gradFill>
              <a:gsLst>
                <a:gs pos="0">
                  <a:srgbClr val="07213C"/>
                </a:gs>
                <a:gs pos="50000">
                  <a:srgbClr val="0A3258"/>
                </a:gs>
                <a:gs pos="100000">
                  <a:srgbClr val="0E3B69"/>
                </a:gs>
              </a:gsLst>
              <a:lin ang="16200000" scaled="0"/>
            </a:gradFill>
            <a:ln w="5715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  <a:effectLst>
              <a:outerShdw blurRad="50800" dist="38100" dir="10800000" algn="r" rotWithShape="0">
                <a:srgbClr val="000000">
                  <a:alpha val="40000"/>
                </a:srgbClr>
              </a:outerShdw>
            </a:effectLst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algn="l" marL="0" marR="0" lvl="0" indent="0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4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6" name="Google Shape;140;p29"/>
            <p:cNvSpPr txBox="1"/>
            <p:nvPr/>
          </p:nvSpPr>
          <p:spPr>
            <a:xfrm>
              <a:off x="1104806" y="14096520"/>
              <a:ext cx="1466700" cy="12006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pPr algn="ctr">
                <a:buSzPts val="8400"/>
              </a:pPr>
              <a:r>
                <a:rPr lang="en-IN" sz="7000" b="1" dirty="0">
                  <a:solidFill>
                    <a:schemeClr val="lt1"/>
                  </a:solidFill>
                  <a:latin typeface="Cambria"/>
                  <a:ea typeface="Cambria"/>
                  <a:sym typeface="Poppins"/>
                </a:rPr>
                <a:t>D</a:t>
              </a:r>
              <a:endParaRPr sz="7000" b="1" dirty="0">
                <a:solidFill>
                  <a:schemeClr val="lt1"/>
                </a:solidFill>
                <a:latin typeface="Cambria"/>
                <a:ea typeface="Cambria"/>
              </a:endParaRPr>
            </a:p>
          </p:txBody>
        </p:sp>
      </p:grpSp>
      <p:sp>
        <p:nvSpPr>
          <p:cNvPr id="17" name="Google Shape;130;p29">
            <a:extLst>
              <a:ext uri="{FF2B5EF4-FFF2-40B4-BE49-F238E27FC236}">
                <a16:creationId xmlns:a16="http://schemas.microsoft.com/office/drawing/2014/main" id="{359EC1B9-8B0A-CB48-A9AA-6F6EAF44500B}"/>
              </a:ext>
            </a:extLst>
          </p:cNvPr>
          <p:cNvSpPr txBox="1"/>
          <p:nvPr/>
        </p:nvSpPr>
        <p:spPr>
          <a:xfrm>
            <a:off x="3107605" y="13721051"/>
            <a:ext cx="32744401" cy="15973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algn="l" marL="0" indent="0">
              <a:buSzPts val="8400"/>
            </a:pPr>
            <a:r>
              <a:rPr lang="en-IN" sz="6000" b="1" dirty="0">
                <a:solidFill>
                  <a:schemeClr val="lt1"/>
                </a:solidFill>
                <a:latin typeface="Cambria"/>
                <a:ea typeface="Cambria"/>
                <a:sym typeface="Cambria"/>
              </a:rPr>
              <a:t>A-III, B-I, C-IV, D-II</a:t>
            </a:r>
            <a:endParaRPr sz="6000" b="1" dirty="0">
              <a:solidFill>
                <a:schemeClr val="lt1"/>
              </a:solidFill>
              <a:latin typeface="Cambria"/>
              <a:ea typeface="Cambria"/>
            </a:endParaRPr>
          </a:p>
        </p:txBody>
      </p:sp>
      <p:sp>
        <p:nvSpPr>
          <p:cNvPr id="18" name="Google Shape;130;p29">
            <a:extLst>
              <a:ext uri="{FF2B5EF4-FFF2-40B4-BE49-F238E27FC236}">
                <a16:creationId xmlns:a16="http://schemas.microsoft.com/office/drawing/2014/main" id="{7A900CAF-02A4-EA2C-D5AE-61E805D388DB}"/>
              </a:ext>
            </a:extLst>
          </p:cNvPr>
          <p:cNvSpPr txBox="1"/>
          <p:nvPr/>
        </p:nvSpPr>
        <p:spPr>
          <a:xfrm>
            <a:off x="3107605" y="15788366"/>
            <a:ext cx="32744401" cy="15973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algn="l" marL="0" indent="0">
              <a:buSzPts val="8400"/>
            </a:pPr>
            <a:r>
              <a:rPr lang="en-IN" sz="6000" b="1" dirty="0">
                <a:solidFill>
                  <a:schemeClr val="lt1"/>
                </a:solidFill>
                <a:latin typeface="Cambria"/>
                <a:ea typeface="Cambria"/>
                <a:sym typeface="Cambria"/>
              </a:rPr>
              <a:t>A-II, B-III, C-IV, D-I</a:t>
            </a:r>
            <a:endParaRPr sz="6000" b="1" dirty="0">
              <a:solidFill>
                <a:schemeClr val="lt1"/>
              </a:solidFill>
              <a:latin typeface="Cambria"/>
              <a:ea typeface="Cambria"/>
            </a:endParaRPr>
          </a:p>
        </p:txBody>
      </p:sp>
      <p:sp>
        <p:nvSpPr>
          <p:cNvPr id="19" name="Google Shape;130;p29">
            <a:extLst>
              <a:ext uri="{FF2B5EF4-FFF2-40B4-BE49-F238E27FC236}">
                <a16:creationId xmlns:a16="http://schemas.microsoft.com/office/drawing/2014/main" id="{14CC97B5-99F4-9A71-2E1A-0ED3B3F0A5F1}"/>
              </a:ext>
            </a:extLst>
          </p:cNvPr>
          <p:cNvSpPr txBox="1"/>
          <p:nvPr/>
        </p:nvSpPr>
        <p:spPr>
          <a:xfrm>
            <a:off x="3107605" y="17923645"/>
            <a:ext cx="32744401" cy="15973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algn="l" marL="0" indent="0">
              <a:buSzPts val="8400"/>
            </a:pPr>
            <a:r>
              <a:rPr lang="en-IN" sz="6000" b="1" dirty="0">
                <a:solidFill>
                  <a:schemeClr val="lt1"/>
                </a:solidFill>
                <a:latin typeface="Cambria"/>
                <a:ea typeface="Cambria"/>
                <a:sym typeface="Cambria"/>
              </a:rPr>
              <a:t>A-IV, B-II, C-I, D-III</a:t>
            </a:r>
            <a:endParaRPr sz="6000" b="1" dirty="0">
              <a:solidFill>
                <a:schemeClr val="lt1"/>
              </a:solidFill>
              <a:latin typeface="Cambria"/>
              <a:ea typeface="Cambria"/>
            </a:endParaRPr>
          </a:p>
        </p:txBody>
      </p:sp>
      <p:graphicFrame>
        <p:nvGraphicFramePr>
          <p:cNvPr id="20" name="ContentTable"/>
          <p:cNvGraphicFramePr>
            <a:graphicFrameLocks noGrp="1"/>
          </p:cNvGraphicFramePr>
          <p:nvPr/>
        </p:nvGraphicFramePr>
        <p:xfrm>
          <a:off x="1104806" y="5477029"/>
          <a:ext cx="34747200" cy="4576091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7373600"/>
                <a:gridCol w="17373600"/>
              </a:tblGrid>
              <a:tr h="915219">
                <a:tc>
                  <a:txBody>
                    <a:bodyPr/>
                    <a:lstStyle/>
                    <a:p>
                      <a:pPr algn="l" marL="0" marR="0" lvl="0" indent="0" rtl="0">
                        <a:lnSpc>
                          <a:spcPct val="110000"/>
                        </a:lnSpc>
                        <a:spcBef>
                          <a:spcPts val="60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buNone/>
                      </a:pPr>
                      <a:r>
                        <a:rPr lang="en-IN" sz="4000" b="1" i="0" u="none" strike="noStrike" cap="none" dirty="0">
                          <a:solidFill>
                            <a:schemeClr val="tx1"/>
                          </a:solidFill>
                          <a:latin typeface="Cambria"/>
                          <a:ea typeface="Cambria"/>
                          <a:sym typeface="Arial"/>
                        </a:rPr>
                        <a:t>List-I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marL="0" marR="0" lvl="0" indent="0" rtl="0">
                        <a:lnSpc>
                          <a:spcPct val="110000"/>
                        </a:lnSpc>
                        <a:spcBef>
                          <a:spcPts val="60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buNone/>
                      </a:pPr>
                      <a:r>
                        <a:rPr lang="en-IN" sz="4000" b="1" i="0" u="none" strike="noStrike" cap="none" dirty="0">
                          <a:solidFill>
                            <a:schemeClr val="tx1"/>
                          </a:solidFill>
                          <a:latin typeface="Cambria"/>
                          <a:ea typeface="Cambria"/>
                          <a:sym typeface="Arial"/>
                        </a:rPr>
                        <a:t>List-II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915218">
                <a:tc>
                  <a:txBody>
                    <a:bodyPr/>
                    <a:lstStyle/>
                    <a:p>
                      <a:pPr algn="l" marL="0" marR="0" lvl="0" indent="0" defTabSz="914400" rtl="0" eaLnBrk="1" fontAlgn="auto" latinLnBrk="0" hangingPunct="1">
                        <a:lnSpc>
                          <a:spcPct val="110000"/>
                        </a:lnSpc>
                        <a:spcBef>
                          <a:spcPts val="60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kumimoji="0" lang="en-IN" sz="4000" b="0" i="0" u="none" strike="noStrike" kern="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Cambria"/>
                          <a:ea typeface="Cambria"/>
                          <a:cs typeface="+mn-cs"/>
                          <a:sym typeface="Arial"/>
                        </a:rPr>
                        <a:t>A. Angular momentum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marL="0" marR="0" lvl="0" indent="0" defTabSz="914400" rtl="0" eaLnBrk="1" fontAlgn="auto" latinLnBrk="0" hangingPunct="1">
                        <a:lnSpc>
                          <a:spcPct val="110000"/>
                        </a:lnSpc>
                        <a:spcBef>
                          <a:spcPts val="60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kumimoji="0" lang="en-IN" sz="4000" b="0" i="0" u="none" strike="noStrike" kern="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Cambria"/>
                          <a:ea typeface="Cambria"/>
                          <a:cs typeface="+mn-cs"/>
                          <a:sym typeface="Arial"/>
                        </a:rPr>
                        <a:t>I. </a:t>
                      </a:r>
                      <mc:AlternateContent xmlns:mc="http://schemas.openxmlformats.org/markup-compatibility/2006">
                        <mc:Choice xmlns:a14="http://schemas.microsoft.com/office/drawing/2010/main" Requires="a14">
                          <a14:m xmlns:m="http://schemas.openxmlformats.org/officeDocument/2006/math">
                            <m:oMath>
                              <m:r>
                                <a:rPr kumimoji="0" lang="en-IN" sz="4000" b="0" i="0" u="none" strike="noStrike" kern="0" cap="none" spc="0" normalizeH="0" baseline="0" noProof="0" dirty="0">
                                  <a:ln>
                                    <a:noFill/>
                                  </a:ln>
                                  <a:solidFill>
                                    <a:srgbClr val="000000"/>
                                  </a:solidFill>
                                  <a:effectLst/>
                                  <a:uLnTx/>
                                  <a:uFillTx/>
                                  <a:latin typeface="Cambria Math"/>
                                  <a:ea typeface="Cambria Math"/>
                                  <a:cs typeface="Cambria Math"/>
                                  <a:sym typeface="Cambria Math"/>
                                </a:rPr>
                                <m:t xml:space="preserve"> [M</m:t>
                              </m:r>
                              <m:sSup>
                                <m:sSupPr/>
                                <m:e>
                                  <m:r>
                                    <a:rPr kumimoji="0" lang="en-IN" sz="4000" b="0" i="0" u="none" strike="noStrike" kern="0" cap="none" spc="0" normalizeH="0" baseline="0" noProof="0" dirty="0">
                                      <a:ln>
                                        <a:noFill/>
                                      </a:ln>
                                      <a:solidFill>
                                        <a:srgbClr val="000000"/>
                                      </a:solidFill>
                                      <a:effectLst/>
                                      <a:uLnTx/>
                                      <a:uFillTx/>
                                      <a:latin typeface="Cambria Math"/>
                                      <a:ea typeface="Cambria Math"/>
                                      <a:cs typeface="Cambria Math"/>
                                      <a:sym typeface="Cambria Math"/>
                                    </a:rPr>
                                    <m:t xml:space="preserve">L</m:t>
                                  </m:r>
                                </m:e>
                                <m:sup>
                                  <m:r>
                                    <a:rPr kumimoji="0" lang="en-IN" sz="4000" b="0" i="0" u="none" strike="noStrike" kern="0" cap="none" spc="0" normalizeH="0" baseline="0" noProof="0" dirty="0">
                                      <a:ln>
                                        <a:noFill/>
                                      </a:ln>
                                      <a:solidFill>
                                        <a:srgbClr val="000000"/>
                                      </a:solidFill>
                                      <a:effectLst/>
                                      <a:uLnTx/>
                                      <a:uFillTx/>
                                      <a:latin typeface="Cambria Math"/>
                                      <a:ea typeface="Cambria Math"/>
                                      <a:cs typeface="Cambria Math"/>
                                      <a:sym typeface="Cambria Math"/>
                                    </a:rPr>
                                    <m:t xml:space="preserve">2</m:t>
                                  </m:r>
                                </m:sup>
                              </m:sSup>
                              <m:r>
                                <a:rPr kumimoji="0" lang="en-IN" sz="4000" b="0" i="0" u="none" strike="noStrike" kern="0" cap="none" spc="0" normalizeH="0" baseline="0" noProof="0" dirty="0">
                                  <a:ln>
                                    <a:noFill/>
                                  </a:ln>
                                  <a:solidFill>
                                    <a:srgbClr val="000000"/>
                                  </a:solidFill>
                                  <a:effectLst/>
                                  <a:uLnTx/>
                                  <a:uFillTx/>
                                  <a:latin typeface="Cambria Math"/>
                                  <a:ea typeface="Cambria Math"/>
                                  <a:cs typeface="Cambria Math"/>
                                  <a:sym typeface="Cambria Math"/>
                                </a:rPr>
                                <m:t xml:space="preserve"> </m:t>
                              </m:r>
                              <m:sSup>
                                <m:sSupPr/>
                                <m:e>
                                  <m:r>
                                    <a:rPr kumimoji="0" lang="en-IN" sz="4000" b="0" i="0" u="none" strike="noStrike" kern="0" cap="none" spc="0" normalizeH="0" baseline="0" noProof="0" dirty="0">
                                      <a:ln>
                                        <a:noFill/>
                                      </a:ln>
                                      <a:solidFill>
                                        <a:srgbClr val="000000"/>
                                      </a:solidFill>
                                      <a:effectLst/>
                                      <a:uLnTx/>
                                      <a:uFillTx/>
                                      <a:latin typeface="Cambria Math"/>
                                      <a:ea typeface="Cambria Math"/>
                                      <a:cs typeface="Cambria Math"/>
                                      <a:sym typeface="Cambria Math"/>
                                    </a:rPr>
                                    <m:t xml:space="preserve">T</m:t>
                                  </m:r>
                                </m:e>
                                <m:sup>
                                  <m:r>
                                    <a:rPr kumimoji="0" lang="en-IN" sz="4000" b="0" i="0" u="none" strike="noStrike" kern="0" cap="none" spc="0" normalizeH="0" baseline="0" noProof="0" dirty="0">
                                      <a:ln>
                                        <a:noFill/>
                                      </a:ln>
                                      <a:solidFill>
                                        <a:srgbClr val="000000"/>
                                      </a:solidFill>
                                      <a:effectLst/>
                                      <a:uLnTx/>
                                      <a:uFillTx/>
                                      <a:latin typeface="Cambria Math"/>
                                      <a:ea typeface="Cambria Math"/>
                                      <a:cs typeface="Cambria Math"/>
                                      <a:sym typeface="Cambria Math"/>
                                    </a:rPr>
                                    <m:t xml:space="preserve">-2</m:t>
                                  </m:r>
                                </m:sup>
                              </m:sSup>
                              <m:r>
                                <a:rPr kumimoji="0" lang="en-IN" sz="4000" b="0" i="0" u="none" strike="noStrike" kern="0" cap="none" spc="0" normalizeH="0" baseline="0" noProof="0" dirty="0">
                                  <a:ln>
                                    <a:noFill/>
                                  </a:ln>
                                  <a:solidFill>
                                    <a:srgbClr val="000000"/>
                                  </a:solidFill>
                                  <a:effectLst/>
                                  <a:uLnTx/>
                                  <a:uFillTx/>
                                  <a:latin typeface="Cambria Math"/>
                                  <a:ea typeface="Cambria Math"/>
                                  <a:cs typeface="Cambria Math"/>
                                  <a:sym typeface="Cambria Math"/>
                                </a:rPr>
                                <m:t xml:space="preserve">] </m:t>
                              </m:r>
                            </m:oMath>
                          </a14:m>
                        </mc:Choice>
                        <mc:Fallback>
                          <a:r>
                            <a:rPr kumimoji="0" lang="en-IN" sz="4000" b="0" i="0" u="none" strike="noStrike" kern="0" cap="none" spc="0" normalizeH="0" baseline="0" noProof="0" dirty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uLnTx/>
                              <a:uFillTx/>
                              <a:latin typeface="Cambria"/>
                              <a:ea typeface="Cambria"/>
                              <a:cs typeface="+mn-cs"/>
                              <a:sym typeface="Arial"/>
                            </a:rPr>
                            <a:t> [ML</a:t>
                          </a:r>
                          <a:r>
                            <a:rPr kumimoji="0" lang="en-IN" sz="2880" b="0" i="0" u="none" strike="noStrike" kern="0" cap="none" spc="0" normalizeH="0" baseline="52000" noProof="0" dirty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uLnTx/>
                              <a:uFillTx/>
                              <a:latin typeface="Cambria"/>
                              <a:ea typeface="Cambria"/>
                              <a:cs typeface="+mn-cs"/>
                              <a:sym typeface="Arial"/>
                            </a:rPr>
                            <a:t>2</a:t>
                          </a:r>
                          <a:r>
                            <a:rPr kumimoji="0" lang="en-IN" sz="4000" b="0" i="0" u="none" strike="noStrike" kern="0" cap="none" spc="0" normalizeH="0" baseline="0" noProof="0" dirty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uLnTx/>
                              <a:uFillTx/>
                              <a:latin typeface="Cambria"/>
                              <a:ea typeface="Cambria"/>
                              <a:cs typeface="+mn-cs"/>
                              <a:sym typeface="Arial"/>
                            </a:rPr>
                            <a:t> T</a:t>
                          </a:r>
                          <a:r>
                            <a:rPr kumimoji="0" lang="en-IN" sz="2880" b="0" i="0" u="none" strike="noStrike" kern="0" cap="none" spc="0" normalizeH="0" baseline="52000" noProof="0" dirty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uLnTx/>
                              <a:uFillTx/>
                              <a:latin typeface="Cambria"/>
                              <a:ea typeface="Cambria"/>
                              <a:cs typeface="+mn-cs"/>
                              <a:sym typeface="Arial"/>
                            </a:rPr>
                            <a:t>-2</a:t>
                          </a:r>
                          <a:r>
                            <a:rPr kumimoji="0" lang="en-IN" sz="4000" b="0" i="0" u="none" strike="noStrike" kern="0" cap="none" spc="0" normalizeH="0" baseline="0" noProof="0" dirty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uLnTx/>
                              <a:uFillTx/>
                              <a:latin typeface="Cambria"/>
                              <a:ea typeface="Cambria"/>
                              <a:cs typeface="+mn-cs"/>
                              <a:sym typeface="Arial"/>
                            </a:rPr>
                            <a:t>] </a:t>
                          </a:r>
                        </mc:Fallback>
                      </mc:AlternateContent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915218">
                <a:tc>
                  <a:txBody>
                    <a:bodyPr/>
                    <a:lstStyle/>
                    <a:p>
                      <a:pPr algn="l" marL="0" marR="0" lvl="0" indent="0" defTabSz="914400" rtl="0" eaLnBrk="1" fontAlgn="auto" latinLnBrk="0" hangingPunct="1">
                        <a:lnSpc>
                          <a:spcPct val="110000"/>
                        </a:lnSpc>
                        <a:spcBef>
                          <a:spcPts val="60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kumimoji="0" lang="en-IN" sz="4000" b="0" i="0" u="none" strike="noStrike" kern="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Cambria"/>
                          <a:ea typeface="Cambria"/>
                          <a:cs typeface="+mn-cs"/>
                          <a:sym typeface="Arial"/>
                        </a:rPr>
                        <a:t>B. Torque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marL="0" marR="0" lvl="0" indent="0" defTabSz="914400" rtl="0" eaLnBrk="1" fontAlgn="auto" latinLnBrk="0" hangingPunct="1">
                        <a:lnSpc>
                          <a:spcPct val="110000"/>
                        </a:lnSpc>
                        <a:spcBef>
                          <a:spcPts val="60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kumimoji="0" lang="en-IN" sz="4000" b="0" i="0" u="none" strike="noStrike" kern="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Cambria"/>
                          <a:ea typeface="Cambria"/>
                          <a:cs typeface="+mn-cs"/>
                          <a:sym typeface="Arial"/>
                        </a:rPr>
                        <a:t>II. </a:t>
                      </a:r>
                      <mc:AlternateContent xmlns:mc="http://schemas.openxmlformats.org/markup-compatibility/2006">
                        <mc:Choice xmlns:a14="http://schemas.microsoft.com/office/drawing/2010/main" Requires="a14">
                          <a14:m xmlns:m="http://schemas.openxmlformats.org/officeDocument/2006/math">
                            <m:oMath>
                              <m:r>
                                <a:rPr kumimoji="0" lang="en-IN" sz="4000" b="0" i="0" u="none" strike="noStrike" kern="0" cap="none" spc="0" normalizeH="0" baseline="0" noProof="0" dirty="0">
                                  <a:ln>
                                    <a:noFill/>
                                  </a:ln>
                                  <a:solidFill>
                                    <a:srgbClr val="000000"/>
                                  </a:solidFill>
                                  <a:effectLst/>
                                  <a:uLnTx/>
                                  <a:uFillTx/>
                                  <a:latin typeface="Cambria Math"/>
                                  <a:ea typeface="Cambria Math"/>
                                  <a:cs typeface="Cambria Math"/>
                                  <a:sym typeface="Cambria Math"/>
                                </a:rPr>
                                <m:t xml:space="preserve"> [M</m:t>
                              </m:r>
                              <m:sSup>
                                <m:sSupPr/>
                                <m:e>
                                  <m:r>
                                    <a:rPr kumimoji="0" lang="en-IN" sz="4000" b="0" i="0" u="none" strike="noStrike" kern="0" cap="none" spc="0" normalizeH="0" baseline="0" noProof="0" dirty="0">
                                      <a:ln>
                                        <a:noFill/>
                                      </a:ln>
                                      <a:solidFill>
                                        <a:srgbClr val="000000"/>
                                      </a:solidFill>
                                      <a:effectLst/>
                                      <a:uLnTx/>
                                      <a:uFillTx/>
                                      <a:latin typeface="Cambria Math"/>
                                      <a:ea typeface="Cambria Math"/>
                                      <a:cs typeface="Cambria Math"/>
                                      <a:sym typeface="Cambria Math"/>
                                    </a:rPr>
                                    <m:t xml:space="preserve">L</m:t>
                                  </m:r>
                                </m:e>
                                <m:sup>
                                  <m:r>
                                    <a:rPr kumimoji="0" lang="en-IN" sz="4000" b="0" i="0" u="none" strike="noStrike" kern="0" cap="none" spc="0" normalizeH="0" baseline="0" noProof="0" dirty="0">
                                      <a:ln>
                                        <a:noFill/>
                                      </a:ln>
                                      <a:solidFill>
                                        <a:srgbClr val="000000"/>
                                      </a:solidFill>
                                      <a:effectLst/>
                                      <a:uLnTx/>
                                      <a:uFillTx/>
                                      <a:latin typeface="Cambria Math"/>
                                      <a:ea typeface="Cambria Math"/>
                                      <a:cs typeface="Cambria Math"/>
                                      <a:sym typeface="Cambria Math"/>
                                    </a:rPr>
                                    <m:t xml:space="preserve">-2</m:t>
                                  </m:r>
                                </m:sup>
                              </m:sSup>
                              <m:r>
                                <a:rPr kumimoji="0" lang="en-IN" sz="4000" b="0" i="0" u="none" strike="noStrike" kern="0" cap="none" spc="0" normalizeH="0" baseline="0" noProof="0" dirty="0">
                                  <a:ln>
                                    <a:noFill/>
                                  </a:ln>
                                  <a:solidFill>
                                    <a:srgbClr val="000000"/>
                                  </a:solidFill>
                                  <a:effectLst/>
                                  <a:uLnTx/>
                                  <a:uFillTx/>
                                  <a:latin typeface="Cambria Math"/>
                                  <a:ea typeface="Cambria Math"/>
                                  <a:cs typeface="Cambria Math"/>
                                  <a:sym typeface="Cambria Math"/>
                                </a:rPr>
                                <m:t xml:space="preserve"> </m:t>
                              </m:r>
                              <m:sSup>
                                <m:sSupPr/>
                                <m:e>
                                  <m:r>
                                    <a:rPr kumimoji="0" lang="en-IN" sz="4000" b="0" i="0" u="none" strike="noStrike" kern="0" cap="none" spc="0" normalizeH="0" baseline="0" noProof="0" dirty="0">
                                      <a:ln>
                                        <a:noFill/>
                                      </a:ln>
                                      <a:solidFill>
                                        <a:srgbClr val="000000"/>
                                      </a:solidFill>
                                      <a:effectLst/>
                                      <a:uLnTx/>
                                      <a:uFillTx/>
                                      <a:latin typeface="Cambria Math"/>
                                      <a:ea typeface="Cambria Math"/>
                                      <a:cs typeface="Cambria Math"/>
                                      <a:sym typeface="Cambria Math"/>
                                    </a:rPr>
                                    <m:t xml:space="preserve">T</m:t>
                                  </m:r>
                                </m:e>
                                <m:sup>
                                  <m:r>
                                    <a:rPr kumimoji="0" lang="en-IN" sz="4000" b="0" i="0" u="none" strike="noStrike" kern="0" cap="none" spc="0" normalizeH="0" baseline="0" noProof="0" dirty="0">
                                      <a:ln>
                                        <a:noFill/>
                                      </a:ln>
                                      <a:solidFill>
                                        <a:srgbClr val="000000"/>
                                      </a:solidFill>
                                      <a:effectLst/>
                                      <a:uLnTx/>
                                      <a:uFillTx/>
                                      <a:latin typeface="Cambria Math"/>
                                      <a:ea typeface="Cambria Math"/>
                                      <a:cs typeface="Cambria Math"/>
                                      <a:sym typeface="Cambria Math"/>
                                    </a:rPr>
                                    <m:t xml:space="preserve">-2</m:t>
                                  </m:r>
                                </m:sup>
                              </m:sSup>
                              <m:r>
                                <a:rPr kumimoji="0" lang="en-IN" sz="4000" b="0" i="0" u="none" strike="noStrike" kern="0" cap="none" spc="0" normalizeH="0" baseline="0" noProof="0" dirty="0">
                                  <a:ln>
                                    <a:noFill/>
                                  </a:ln>
                                  <a:solidFill>
                                    <a:srgbClr val="000000"/>
                                  </a:solidFill>
                                  <a:effectLst/>
                                  <a:uLnTx/>
                                  <a:uFillTx/>
                                  <a:latin typeface="Cambria Math"/>
                                  <a:ea typeface="Cambria Math"/>
                                  <a:cs typeface="Cambria Math"/>
                                  <a:sym typeface="Cambria Math"/>
                                </a:rPr>
                                <m:t xml:space="preserve">] </m:t>
                              </m:r>
                            </m:oMath>
                          </a14:m>
                        </mc:Choice>
                        <mc:Fallback>
                          <a:r>
                            <a:rPr kumimoji="0" lang="en-IN" sz="4000" b="0" i="0" u="none" strike="noStrike" kern="0" cap="none" spc="0" normalizeH="0" baseline="0" noProof="0" dirty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uLnTx/>
                              <a:uFillTx/>
                              <a:latin typeface="Cambria"/>
                              <a:ea typeface="Cambria"/>
                              <a:cs typeface="+mn-cs"/>
                              <a:sym typeface="Arial"/>
                            </a:rPr>
                            <a:t> [ML</a:t>
                          </a:r>
                          <a:r>
                            <a:rPr kumimoji="0" lang="en-IN" sz="2880" b="0" i="0" u="none" strike="noStrike" kern="0" cap="none" spc="0" normalizeH="0" baseline="52000" noProof="0" dirty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uLnTx/>
                              <a:uFillTx/>
                              <a:latin typeface="Cambria"/>
                              <a:ea typeface="Cambria"/>
                              <a:cs typeface="+mn-cs"/>
                              <a:sym typeface="Arial"/>
                            </a:rPr>
                            <a:t>-2</a:t>
                          </a:r>
                          <a:r>
                            <a:rPr kumimoji="0" lang="en-IN" sz="4000" b="0" i="0" u="none" strike="noStrike" kern="0" cap="none" spc="0" normalizeH="0" baseline="0" noProof="0" dirty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uLnTx/>
                              <a:uFillTx/>
                              <a:latin typeface="Cambria"/>
                              <a:ea typeface="Cambria"/>
                              <a:cs typeface="+mn-cs"/>
                              <a:sym typeface="Arial"/>
                            </a:rPr>
                            <a:t> T</a:t>
                          </a:r>
                          <a:r>
                            <a:rPr kumimoji="0" lang="en-IN" sz="2880" b="0" i="0" u="none" strike="noStrike" kern="0" cap="none" spc="0" normalizeH="0" baseline="52000" noProof="0" dirty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uLnTx/>
                              <a:uFillTx/>
                              <a:latin typeface="Cambria"/>
                              <a:ea typeface="Cambria"/>
                              <a:cs typeface="+mn-cs"/>
                              <a:sym typeface="Arial"/>
                            </a:rPr>
                            <a:t>-2</a:t>
                          </a:r>
                          <a:r>
                            <a:rPr kumimoji="0" lang="en-IN" sz="4000" b="0" i="0" u="none" strike="noStrike" kern="0" cap="none" spc="0" normalizeH="0" baseline="0" noProof="0" dirty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uLnTx/>
                              <a:uFillTx/>
                              <a:latin typeface="Cambria"/>
                              <a:ea typeface="Cambria"/>
                              <a:cs typeface="+mn-cs"/>
                              <a:sym typeface="Arial"/>
                            </a:rPr>
                            <a:t>] </a:t>
                          </a:r>
                        </mc:Fallback>
                      </mc:AlternateContent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915218">
                <a:tc>
                  <a:txBody>
                    <a:bodyPr/>
                    <a:lstStyle/>
                    <a:p>
                      <a:pPr algn="l" marL="0" marR="0" lvl="0" indent="0" defTabSz="914400" rtl="0" eaLnBrk="1" fontAlgn="auto" latinLnBrk="0" hangingPunct="1">
                        <a:lnSpc>
                          <a:spcPct val="110000"/>
                        </a:lnSpc>
                        <a:spcBef>
                          <a:spcPts val="60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kumimoji="0" lang="en-IN" sz="4000" b="0" i="0" u="none" strike="noStrike" kern="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Cambria"/>
                          <a:ea typeface="Cambria"/>
                          <a:cs typeface="+mn-cs"/>
                          <a:sym typeface="Arial"/>
                        </a:rPr>
                        <a:t>C. Stress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marL="0" marR="0" lvl="0" indent="0" defTabSz="914400" rtl="0" eaLnBrk="1" fontAlgn="auto" latinLnBrk="0" hangingPunct="1">
                        <a:lnSpc>
                          <a:spcPct val="110000"/>
                        </a:lnSpc>
                        <a:spcBef>
                          <a:spcPts val="60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kumimoji="0" lang="en-IN" sz="4000" b="0" i="0" u="none" strike="noStrike" kern="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Cambria"/>
                          <a:ea typeface="Cambria"/>
                          <a:cs typeface="+mn-cs"/>
                          <a:sym typeface="Arial"/>
                        </a:rPr>
                        <a:t>III. </a:t>
                      </a:r>
                      <mc:AlternateContent xmlns:mc="http://schemas.openxmlformats.org/markup-compatibility/2006">
                        <mc:Choice xmlns:a14="http://schemas.microsoft.com/office/drawing/2010/main" Requires="a14">
                          <a14:m xmlns:m="http://schemas.openxmlformats.org/officeDocument/2006/math">
                            <m:oMath>
                              <m:r>
                                <a:rPr kumimoji="0" lang="en-IN" sz="4000" b="0" i="0" u="none" strike="noStrike" kern="0" cap="none" spc="0" normalizeH="0" baseline="0" noProof="0" dirty="0">
                                  <a:ln>
                                    <a:noFill/>
                                  </a:ln>
                                  <a:solidFill>
                                    <a:srgbClr val="000000"/>
                                  </a:solidFill>
                                  <a:effectLst/>
                                  <a:uLnTx/>
                                  <a:uFillTx/>
                                  <a:latin typeface="Cambria Math"/>
                                  <a:ea typeface="Cambria Math"/>
                                  <a:cs typeface="Cambria Math"/>
                                  <a:sym typeface="Cambria Math"/>
                                </a:rPr>
                                <m:t xml:space="preserve"> [M</m:t>
                              </m:r>
                              <m:sSup>
                                <m:sSupPr/>
                                <m:e>
                                  <m:r>
                                    <a:rPr kumimoji="0" lang="en-IN" sz="4000" b="0" i="0" u="none" strike="noStrike" kern="0" cap="none" spc="0" normalizeH="0" baseline="0" noProof="0" dirty="0">
                                      <a:ln>
                                        <a:noFill/>
                                      </a:ln>
                                      <a:solidFill>
                                        <a:srgbClr val="000000"/>
                                      </a:solidFill>
                                      <a:effectLst/>
                                      <a:uLnTx/>
                                      <a:uFillTx/>
                                      <a:latin typeface="Cambria Math"/>
                                      <a:ea typeface="Cambria Math"/>
                                      <a:cs typeface="Cambria Math"/>
                                      <a:sym typeface="Cambria Math"/>
                                    </a:rPr>
                                    <m:t xml:space="preserve">L</m:t>
                                  </m:r>
                                </m:e>
                                <m:sup>
                                  <m:r>
                                    <a:rPr kumimoji="0" lang="en-IN" sz="4000" b="0" i="0" u="none" strike="noStrike" kern="0" cap="none" spc="0" normalizeH="0" baseline="0" noProof="0" dirty="0">
                                      <a:ln>
                                        <a:noFill/>
                                      </a:ln>
                                      <a:solidFill>
                                        <a:srgbClr val="000000"/>
                                      </a:solidFill>
                                      <a:effectLst/>
                                      <a:uLnTx/>
                                      <a:uFillTx/>
                                      <a:latin typeface="Cambria Math"/>
                                      <a:ea typeface="Cambria Math"/>
                                      <a:cs typeface="Cambria Math"/>
                                      <a:sym typeface="Cambria Math"/>
                                    </a:rPr>
                                    <m:t xml:space="preserve">2</m:t>
                                  </m:r>
                                </m:sup>
                              </m:sSup>
                              <m:r>
                                <a:rPr kumimoji="0" lang="en-IN" sz="4000" b="0" i="0" u="none" strike="noStrike" kern="0" cap="none" spc="0" normalizeH="0" baseline="0" noProof="0" dirty="0">
                                  <a:ln>
                                    <a:noFill/>
                                  </a:ln>
                                  <a:solidFill>
                                    <a:srgbClr val="000000"/>
                                  </a:solidFill>
                                  <a:effectLst/>
                                  <a:uLnTx/>
                                  <a:uFillTx/>
                                  <a:latin typeface="Cambria Math"/>
                                  <a:ea typeface="Cambria Math"/>
                                  <a:cs typeface="Cambria Math"/>
                                  <a:sym typeface="Cambria Math"/>
                                </a:rPr>
                                <m:t xml:space="preserve"> </m:t>
                              </m:r>
                              <m:sSup>
                                <m:sSupPr/>
                                <m:e>
                                  <m:r>
                                    <a:rPr kumimoji="0" lang="en-IN" sz="4000" b="0" i="0" u="none" strike="noStrike" kern="0" cap="none" spc="0" normalizeH="0" baseline="0" noProof="0" dirty="0">
                                      <a:ln>
                                        <a:noFill/>
                                      </a:ln>
                                      <a:solidFill>
                                        <a:srgbClr val="000000"/>
                                      </a:solidFill>
                                      <a:effectLst/>
                                      <a:uLnTx/>
                                      <a:uFillTx/>
                                      <a:latin typeface="Cambria Math"/>
                                      <a:ea typeface="Cambria Math"/>
                                      <a:cs typeface="Cambria Math"/>
                                      <a:sym typeface="Cambria Math"/>
                                    </a:rPr>
                                    <m:t xml:space="preserve">T</m:t>
                                  </m:r>
                                </m:e>
                                <m:sup>
                                  <m:r>
                                    <a:rPr kumimoji="0" lang="en-IN" sz="4000" b="0" i="0" u="none" strike="noStrike" kern="0" cap="none" spc="0" normalizeH="0" baseline="0" noProof="0" dirty="0">
                                      <a:ln>
                                        <a:noFill/>
                                      </a:ln>
                                      <a:solidFill>
                                        <a:srgbClr val="000000"/>
                                      </a:solidFill>
                                      <a:effectLst/>
                                      <a:uLnTx/>
                                      <a:uFillTx/>
                                      <a:latin typeface="Cambria Math"/>
                                      <a:ea typeface="Cambria Math"/>
                                      <a:cs typeface="Cambria Math"/>
                                      <a:sym typeface="Cambria Math"/>
                                    </a:rPr>
                                    <m:t xml:space="preserve">-1</m:t>
                                  </m:r>
                                </m:sup>
                              </m:sSup>
                              <m:r>
                                <a:rPr kumimoji="0" lang="en-IN" sz="4000" b="0" i="0" u="none" strike="noStrike" kern="0" cap="none" spc="0" normalizeH="0" baseline="0" noProof="0" dirty="0">
                                  <a:ln>
                                    <a:noFill/>
                                  </a:ln>
                                  <a:solidFill>
                                    <a:srgbClr val="000000"/>
                                  </a:solidFill>
                                  <a:effectLst/>
                                  <a:uLnTx/>
                                  <a:uFillTx/>
                                  <a:latin typeface="Cambria Math"/>
                                  <a:ea typeface="Cambria Math"/>
                                  <a:cs typeface="Cambria Math"/>
                                  <a:sym typeface="Cambria Math"/>
                                </a:rPr>
                                <m:t xml:space="preserve">] </m:t>
                              </m:r>
                            </m:oMath>
                          </a14:m>
                        </mc:Choice>
                        <mc:Fallback>
                          <a:r>
                            <a:rPr kumimoji="0" lang="en-IN" sz="4000" b="0" i="0" u="none" strike="noStrike" kern="0" cap="none" spc="0" normalizeH="0" baseline="0" noProof="0" dirty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uLnTx/>
                              <a:uFillTx/>
                              <a:latin typeface="Cambria"/>
                              <a:ea typeface="Cambria"/>
                              <a:cs typeface="+mn-cs"/>
                              <a:sym typeface="Arial"/>
                            </a:rPr>
                            <a:t> [ML</a:t>
                          </a:r>
                          <a:r>
                            <a:rPr kumimoji="0" lang="en-IN" sz="2880" b="0" i="0" u="none" strike="noStrike" kern="0" cap="none" spc="0" normalizeH="0" baseline="52000" noProof="0" dirty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uLnTx/>
                              <a:uFillTx/>
                              <a:latin typeface="Cambria"/>
                              <a:ea typeface="Cambria"/>
                              <a:cs typeface="+mn-cs"/>
                              <a:sym typeface="Arial"/>
                            </a:rPr>
                            <a:t>2</a:t>
                          </a:r>
                          <a:r>
                            <a:rPr kumimoji="0" lang="en-IN" sz="4000" b="0" i="0" u="none" strike="noStrike" kern="0" cap="none" spc="0" normalizeH="0" baseline="0" noProof="0" dirty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uLnTx/>
                              <a:uFillTx/>
                              <a:latin typeface="Cambria"/>
                              <a:ea typeface="Cambria"/>
                              <a:cs typeface="+mn-cs"/>
                              <a:sym typeface="Arial"/>
                            </a:rPr>
                            <a:t> T</a:t>
                          </a:r>
                          <a:r>
                            <a:rPr kumimoji="0" lang="en-IN" sz="2880" b="0" i="0" u="none" strike="noStrike" kern="0" cap="none" spc="0" normalizeH="0" baseline="52000" noProof="0" dirty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uLnTx/>
                              <a:uFillTx/>
                              <a:latin typeface="Cambria"/>
                              <a:ea typeface="Cambria"/>
                              <a:cs typeface="+mn-cs"/>
                              <a:sym typeface="Arial"/>
                            </a:rPr>
                            <a:t>-1</a:t>
                          </a:r>
                          <a:r>
                            <a:rPr kumimoji="0" lang="en-IN" sz="4000" b="0" i="0" u="none" strike="noStrike" kern="0" cap="none" spc="0" normalizeH="0" baseline="0" noProof="0" dirty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uLnTx/>
                              <a:uFillTx/>
                              <a:latin typeface="Cambria"/>
                              <a:ea typeface="Cambria"/>
                              <a:cs typeface="+mn-cs"/>
                              <a:sym typeface="Arial"/>
                            </a:rPr>
                            <a:t>] </a:t>
                          </a:r>
                        </mc:Fallback>
                      </mc:AlternateContent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915218">
                <a:tc>
                  <a:txBody>
                    <a:bodyPr/>
                    <a:lstStyle/>
                    <a:p>
                      <a:pPr algn="l" marL="0" marR="0" lvl="0" indent="0" defTabSz="914400" rtl="0" eaLnBrk="1" fontAlgn="auto" latinLnBrk="0" hangingPunct="1">
                        <a:lnSpc>
                          <a:spcPct val="110000"/>
                        </a:lnSpc>
                        <a:spcBef>
                          <a:spcPts val="60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kumimoji="0" lang="en-IN" sz="4000" b="0" i="0" u="none" strike="noStrike" kern="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Cambria"/>
                          <a:ea typeface="Cambria"/>
                          <a:cs typeface="+mn-cs"/>
                          <a:sym typeface="Arial"/>
                        </a:rPr>
                        <a:t>D. Pressure gradient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marL="0" marR="0" lvl="0" indent="0" defTabSz="914400" rtl="0" eaLnBrk="1" fontAlgn="auto" latinLnBrk="0" hangingPunct="1">
                        <a:lnSpc>
                          <a:spcPct val="110000"/>
                        </a:lnSpc>
                        <a:spcBef>
                          <a:spcPts val="60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kumimoji="0" lang="en-IN" sz="4000" b="0" i="0" u="none" strike="noStrike" kern="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Cambria"/>
                          <a:ea typeface="Cambria"/>
                          <a:cs typeface="+mn-cs"/>
                          <a:sym typeface="Arial"/>
                        </a:rPr>
                        <a:t>IV. </a:t>
                      </a:r>
                      <mc:AlternateContent xmlns:mc="http://schemas.openxmlformats.org/markup-compatibility/2006">
                        <mc:Choice xmlns:a14="http://schemas.microsoft.com/office/drawing/2010/main" Requires="a14">
                          <a14:m xmlns:m="http://schemas.openxmlformats.org/officeDocument/2006/math">
                            <m:oMath>
                              <m:r>
                                <a:rPr kumimoji="0" lang="en-IN" sz="4000" b="0" i="0" u="none" strike="noStrike" kern="0" cap="none" spc="0" normalizeH="0" baseline="0" noProof="0" dirty="0">
                                  <a:ln>
                                    <a:noFill/>
                                  </a:ln>
                                  <a:solidFill>
                                    <a:srgbClr val="000000"/>
                                  </a:solidFill>
                                  <a:effectLst/>
                                  <a:uLnTx/>
                                  <a:uFillTx/>
                                  <a:latin typeface="Cambria Math"/>
                                  <a:ea typeface="Cambria Math"/>
                                  <a:cs typeface="Cambria Math"/>
                                  <a:sym typeface="Cambria Math"/>
                                </a:rPr>
                                <m:t xml:space="preserve"> [M</m:t>
                              </m:r>
                              <m:sSup>
                                <m:sSupPr/>
                                <m:e>
                                  <m:r>
                                    <a:rPr kumimoji="0" lang="en-IN" sz="4000" b="0" i="0" u="none" strike="noStrike" kern="0" cap="none" spc="0" normalizeH="0" baseline="0" noProof="0" dirty="0">
                                      <a:ln>
                                        <a:noFill/>
                                      </a:ln>
                                      <a:solidFill>
                                        <a:srgbClr val="000000"/>
                                      </a:solidFill>
                                      <a:effectLst/>
                                      <a:uLnTx/>
                                      <a:uFillTx/>
                                      <a:latin typeface="Cambria Math"/>
                                      <a:ea typeface="Cambria Math"/>
                                      <a:cs typeface="Cambria Math"/>
                                      <a:sym typeface="Cambria Math"/>
                                    </a:rPr>
                                    <m:t xml:space="preserve">L</m:t>
                                  </m:r>
                                </m:e>
                                <m:sup>
                                  <m:r>
                                    <a:rPr kumimoji="0" lang="en-IN" sz="4000" b="0" i="0" u="none" strike="noStrike" kern="0" cap="none" spc="0" normalizeH="0" baseline="0" noProof="0" dirty="0">
                                      <a:ln>
                                        <a:noFill/>
                                      </a:ln>
                                      <a:solidFill>
                                        <a:srgbClr val="000000"/>
                                      </a:solidFill>
                                      <a:effectLst/>
                                      <a:uLnTx/>
                                      <a:uFillTx/>
                                      <a:latin typeface="Cambria Math"/>
                                      <a:ea typeface="Cambria Math"/>
                                      <a:cs typeface="Cambria Math"/>
                                      <a:sym typeface="Cambria Math"/>
                                    </a:rPr>
                                    <m:t xml:space="preserve">-1</m:t>
                                  </m:r>
                                </m:sup>
                              </m:sSup>
                              <m:r>
                                <a:rPr kumimoji="0" lang="en-IN" sz="4000" b="0" i="0" u="none" strike="noStrike" kern="0" cap="none" spc="0" normalizeH="0" baseline="0" noProof="0" dirty="0">
                                  <a:ln>
                                    <a:noFill/>
                                  </a:ln>
                                  <a:solidFill>
                                    <a:srgbClr val="000000"/>
                                  </a:solidFill>
                                  <a:effectLst/>
                                  <a:uLnTx/>
                                  <a:uFillTx/>
                                  <a:latin typeface="Cambria Math"/>
                                  <a:ea typeface="Cambria Math"/>
                                  <a:cs typeface="Cambria Math"/>
                                  <a:sym typeface="Cambria Math"/>
                                </a:rPr>
                                <m:t xml:space="preserve"> </m:t>
                              </m:r>
                              <m:sSup>
                                <m:sSupPr/>
                                <m:e>
                                  <m:r>
                                    <a:rPr kumimoji="0" lang="en-IN" sz="4000" b="0" i="0" u="none" strike="noStrike" kern="0" cap="none" spc="0" normalizeH="0" baseline="0" noProof="0" dirty="0">
                                      <a:ln>
                                        <a:noFill/>
                                      </a:ln>
                                      <a:solidFill>
                                        <a:srgbClr val="000000"/>
                                      </a:solidFill>
                                      <a:effectLst/>
                                      <a:uLnTx/>
                                      <a:uFillTx/>
                                      <a:latin typeface="Cambria Math"/>
                                      <a:ea typeface="Cambria Math"/>
                                      <a:cs typeface="Cambria Math"/>
                                      <a:sym typeface="Cambria Math"/>
                                    </a:rPr>
                                    <m:t xml:space="preserve">T</m:t>
                                  </m:r>
                                </m:e>
                                <m:sup>
                                  <m:r>
                                    <a:rPr kumimoji="0" lang="en-IN" sz="4000" b="0" i="0" u="none" strike="noStrike" kern="0" cap="none" spc="0" normalizeH="0" baseline="0" noProof="0" dirty="0">
                                      <a:ln>
                                        <a:noFill/>
                                      </a:ln>
                                      <a:solidFill>
                                        <a:srgbClr val="000000"/>
                                      </a:solidFill>
                                      <a:effectLst/>
                                      <a:uLnTx/>
                                      <a:uFillTx/>
                                      <a:latin typeface="Cambria Math"/>
                                      <a:ea typeface="Cambria Math"/>
                                      <a:cs typeface="Cambria Math"/>
                                      <a:sym typeface="Cambria Math"/>
                                    </a:rPr>
                                    <m:t xml:space="preserve">-2</m:t>
                                  </m:r>
                                </m:sup>
                              </m:sSup>
                              <m:r>
                                <a:rPr kumimoji="0" lang="en-IN" sz="4000" b="0" i="0" u="none" strike="noStrike" kern="0" cap="none" spc="0" normalizeH="0" baseline="0" noProof="0" dirty="0">
                                  <a:ln>
                                    <a:noFill/>
                                  </a:ln>
                                  <a:solidFill>
                                    <a:srgbClr val="000000"/>
                                  </a:solidFill>
                                  <a:effectLst/>
                                  <a:uLnTx/>
                                  <a:uFillTx/>
                                  <a:latin typeface="Cambria Math"/>
                                  <a:ea typeface="Cambria Math"/>
                                  <a:cs typeface="Cambria Math"/>
                                  <a:sym typeface="Cambria Math"/>
                                </a:rPr>
                                <m:t xml:space="preserve">] </m:t>
                              </m:r>
                            </m:oMath>
                          </a14:m>
                        </mc:Choice>
                        <mc:Fallback>
                          <a:r>
                            <a:rPr kumimoji="0" lang="en-IN" sz="4000" b="0" i="0" u="none" strike="noStrike" kern="0" cap="none" spc="0" normalizeH="0" baseline="0" noProof="0" dirty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uLnTx/>
                              <a:uFillTx/>
                              <a:latin typeface="Cambria"/>
                              <a:ea typeface="Cambria"/>
                              <a:cs typeface="+mn-cs"/>
                              <a:sym typeface="Arial"/>
                            </a:rPr>
                            <a:t> [ML</a:t>
                          </a:r>
                          <a:r>
                            <a:rPr kumimoji="0" lang="en-IN" sz="2880" b="0" i="0" u="none" strike="noStrike" kern="0" cap="none" spc="0" normalizeH="0" baseline="52000" noProof="0" dirty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uLnTx/>
                              <a:uFillTx/>
                              <a:latin typeface="Cambria"/>
                              <a:ea typeface="Cambria"/>
                              <a:cs typeface="+mn-cs"/>
                              <a:sym typeface="Arial"/>
                            </a:rPr>
                            <a:t>-1</a:t>
                          </a:r>
                          <a:r>
                            <a:rPr kumimoji="0" lang="en-IN" sz="4000" b="0" i="0" u="none" strike="noStrike" kern="0" cap="none" spc="0" normalizeH="0" baseline="0" noProof="0" dirty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uLnTx/>
                              <a:uFillTx/>
                              <a:latin typeface="Cambria"/>
                              <a:ea typeface="Cambria"/>
                              <a:cs typeface="+mn-cs"/>
                              <a:sym typeface="Arial"/>
                            </a:rPr>
                            <a:t> T</a:t>
                          </a:r>
                          <a:r>
                            <a:rPr kumimoji="0" lang="en-IN" sz="2880" b="0" i="0" u="none" strike="noStrike" kern="0" cap="none" spc="0" normalizeH="0" baseline="52000" noProof="0" dirty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uLnTx/>
                              <a:uFillTx/>
                              <a:latin typeface="Cambria"/>
                              <a:ea typeface="Cambria"/>
                              <a:cs typeface="+mn-cs"/>
                              <a:sym typeface="Arial"/>
                            </a:rPr>
                            <a:t>-2</a:t>
                          </a:r>
                          <a:r>
                            <a:rPr kumimoji="0" lang="en-IN" sz="4000" b="0" i="0" u="none" strike="noStrike" kern="0" cap="none" spc="0" normalizeH="0" baseline="0" noProof="0" dirty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uLnTx/>
                              <a:uFillTx/>
                              <a:latin typeface="Cambria"/>
                              <a:ea typeface="Cambria"/>
                              <a:cs typeface="+mn-cs"/>
                              <a:sym typeface="Arial"/>
                            </a:rPr>
                            <a:t>] </a:t>
                          </a:r>
                        </mc:Fallback>
                      </mc:AlternateContent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</p:spTree>
  </p:cSld>
  <p:clrMapOvr>
    <a:masterClrMapping/>
  </p:clrMapOvr>
  <p:transition spd="slow">
    <p:push/>
  </p:transition>
</p:sld>
</file>

<file path=ppt/theme/theme1.xml><?xml version="1.0" encoding="utf-8"?>
<a:theme xmlns:a="http://schemas.openxmlformats.org/drawingml/2006/main" name="Office Theme">
  <a:themeElements>
    <a:clrScheme name="Office Theme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47</TotalTime>
  <Words>364</Words>
  <Application>Microsoft Office PowerPoint</Application>
  <PresentationFormat>Custom</PresentationFormat>
  <Paragraphs>125</Paragraphs>
  <Slides>7</Slides>
  <Notes>7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7</vt:i4>
      </vt:variant>
    </vt:vector>
  </HeadingPairs>
  <TitlesOfParts>
    <vt:vector size="14" baseType="lpstr">
      <vt:lpstr>Cambria</vt:lpstr>
      <vt:lpstr>Calibri</vt:lpstr>
      <vt:lpstr>Arial</vt:lpstr>
      <vt:lpstr>Wingdings</vt:lpstr>
      <vt:lpstr>Poppins</vt:lpstr>
      <vt:lpstr>Play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creator>PW MSO 530</dc:creator>
  <cp:lastModifiedBy>e.wilson4890@gmail.com</cp:lastModifiedBy>
  <cp:revision>5</cp:revision>
  <dcterms:created xsi:type="dcterms:W3CDTF">2025-02-10T10:24:55Z</dcterms:created>
  <dcterms:modified xsi:type="dcterms:W3CDTF">2026-07-31T10:45:07Z</dcterms:modified>
</cp:coreProperties>
</file>