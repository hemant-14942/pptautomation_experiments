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58" Type="http://schemas.openxmlformats.org/officeDocument/2006/relationships/slide" Target="slides/slide27.xml"/><Relationship Id="rId59" Type="http://schemas.openxmlformats.org/officeDocument/2006/relationships/slide" Target="slides/slide28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E⃗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 A/(x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î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ĵ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SI unit of A and B are: [30 Jan, 2023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Joule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Newton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Ohm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Mho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The density of a material in SI units is 128 kg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410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 that of: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permeability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permittivity) [07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Voltage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Capacitance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Inductance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Resistance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Which of the following quantity has the dimension of momentum?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qI/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( 1/(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(B/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is: [22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x(t) = A sin t + B cos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+ Ct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[23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(B)-(IV), (C)-(II),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b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If b = 3, the value of c is ______. [28 Jan, 2025 (Shift-I)]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19. The pair of physical quantities not having same dimensions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and Young's modulus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Surface tension and impulse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Angular momentum and Planck's constant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Torque and energy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20. The expression given below shows the variation of velocity (v)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v = At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dimension of ABC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(B)-(IV),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22. The dimensional formula of latent heat is: [09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has the dimensions: [08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A]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[06 April,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incorrect but statement (II) is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correct but statement (II) is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143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93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472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256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Google Shape;133;p29"/>
          <p:cNvSpPr/>
          <p:nvPr/>
        </p:nvSpPr>
        <p:spPr>
          <a:xfrm>
            <a:off x="1039499" y="11373307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732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40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4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03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406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P + a/(V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letters have their usual meaning.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27. If G be the gravitational constant and u be the energy then which of the following quantity have the dimension as that the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: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gradient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Force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Gravitational potential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Energy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28. The dimensional formula of angular impulse is: [1 Feb,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the light of the above statements, 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true but Statement-II is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false but Statement-II is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[25 Jan, 2023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C-(II), D-(I)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A-(III), B-(IV),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A-(II), B-(I), C-(III), D-(IV)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B-IV,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