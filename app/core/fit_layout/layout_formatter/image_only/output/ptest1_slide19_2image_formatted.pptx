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9"/>
  </p:notesMasterIdLst>
  <p:sldIdLst>
    <p:sldId id="264" r:id="rId32"/>
    <p:sldId id="265" r:id="rId33"/>
    <p:sldId id="266" r:id="rId34"/>
    <p:sldId id="267" r:id="rId35"/>
    <p:sldId id="268" r:id="rId36"/>
    <p:sldId id="269" r:id="rId37"/>
    <p:sldId id="270" r:id="rId38"/>
    <p:sldId id="271" r:id="rId39"/>
    <p:sldId id="272" r:id="rId40"/>
    <p:sldId id="273" r:id="rId41"/>
    <p:sldId id="274" r:id="rId42"/>
    <p:sldId id="275" r:id="rId43"/>
    <p:sldId id="276" r:id="rId44"/>
    <p:sldId id="277" r:id="rId45"/>
    <p:sldId id="278" r:id="rId46"/>
    <p:sldId id="279" r:id="rId47"/>
    <p:sldId id="280" r:id="rId48"/>
    <p:sldId id="281" r:id="rId49"/>
    <p:sldId id="282" r:id="rId50"/>
    <p:sldId id="283" r:id="rId51"/>
    <p:sldId id="284" r:id="rId52"/>
  </p:sldIdLst>
  <p:sldSz cx="36576000" cy="20574000"/>
  <p:notesSz cx="6858000" cy="9144000"/>
  <p:embeddedFontLst>
    <p:embeddedFont>
      <p:font typeface="Cambria" panose="02040503050406030204" pitchFamily="18" charset="0"/>
      <p:regular r:id="rId10"/>
      <p:bold r:id="rId11"/>
      <p:italic r:id="rId12"/>
      <p:boldItalic r:id="rId13"/>
    </p:embeddedFont>
    <p:embeddedFont>
      <p:font typeface="Play" panose="020B0604020202020204" charset="0"/>
      <p:regular r:id="rId14"/>
      <p:bold r:id="rId15"/>
    </p:embeddedFont>
    <p:embeddedFont>
      <p:font typeface="Poppins" panose="00000500000000000000" pitchFamily="2"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2264">
          <p15:clr>
            <a:srgbClr val="A4A3A4"/>
          </p15:clr>
        </p15:guide>
        <p15:guide id="2" pos="552">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hTXF3oIDNHmtEeAXsM8Of30ZXpM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29" d="100"/>
          <a:sy n="29" d="100"/>
        </p:scale>
        <p:origin x="490" y="101"/>
      </p:cViewPr>
      <p:guideLst>
        <p:guide orient="horz" pos="12264"/>
        <p:guide pos="55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notesMaster" Target="notesMasters/notesMaster1.xml"/><Relationship Id="rId10" Type="http://schemas.openxmlformats.org/officeDocument/2006/relationships/font" Target="fonts/font1.fntdata"/><Relationship Id="rId11" Type="http://schemas.openxmlformats.org/officeDocument/2006/relationships/font" Target="fonts/font2.fntdata"/><Relationship Id="rId12" Type="http://schemas.openxmlformats.org/officeDocument/2006/relationships/font" Target="fonts/font3.fntdata"/><Relationship Id="rId13" Type="http://schemas.openxmlformats.org/officeDocument/2006/relationships/font" Target="fonts/font4.fntdata"/><Relationship Id="rId14" Type="http://schemas.openxmlformats.org/officeDocument/2006/relationships/font" Target="fonts/font5.fntdata"/><Relationship Id="rId15" Type="http://schemas.openxmlformats.org/officeDocument/2006/relationships/font" Target="fonts/font6.fntdata"/><Relationship Id="rId16" Type="http://schemas.openxmlformats.org/officeDocument/2006/relationships/font" Target="fonts/font7.fntdata"/><Relationship Id="rId17" Type="http://schemas.openxmlformats.org/officeDocument/2006/relationships/font" Target="fonts/font8.fntdata"/><Relationship Id="rId18" Type="http://schemas.openxmlformats.org/officeDocument/2006/relationships/font" Target="fonts/font9.fntdata"/><Relationship Id="rId19" Type="http://schemas.openxmlformats.org/officeDocument/2006/relationships/font" Target="fonts/font10.fntdata"/><Relationship Id="rId27" Type="http://customschemas.google.com/relationships/presentationmetadata" Target="metadata"/><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openxmlformats.org/officeDocument/2006/relationships/slide" Target="slides/slide1.xml"/><Relationship Id="rId33" Type="http://schemas.openxmlformats.org/officeDocument/2006/relationships/slide" Target="slides/slide2.xml"/><Relationship Id="rId34" Type="http://schemas.openxmlformats.org/officeDocument/2006/relationships/slide" Target="slides/slide3.xml"/><Relationship Id="rId35" Type="http://schemas.openxmlformats.org/officeDocument/2006/relationships/slide" Target="slides/slide4.xml"/><Relationship Id="rId36" Type="http://schemas.openxmlformats.org/officeDocument/2006/relationships/slide" Target="slides/slide5.xml"/><Relationship Id="rId37" Type="http://schemas.openxmlformats.org/officeDocument/2006/relationships/slide" Target="slides/slide6.xml"/><Relationship Id="rId38" Type="http://schemas.openxmlformats.org/officeDocument/2006/relationships/slide" Target="slides/slide7.xml"/><Relationship Id="rId39" Type="http://schemas.openxmlformats.org/officeDocument/2006/relationships/slide" Target="slides/slide8.xml"/><Relationship Id="rId40" Type="http://schemas.openxmlformats.org/officeDocument/2006/relationships/slide" Target="slides/slide9.xml"/><Relationship Id="rId41" Type="http://schemas.openxmlformats.org/officeDocument/2006/relationships/slide" Target="slides/slide10.xml"/><Relationship Id="rId42" Type="http://schemas.openxmlformats.org/officeDocument/2006/relationships/slide" Target="slides/slide11.xml"/><Relationship Id="rId43" Type="http://schemas.openxmlformats.org/officeDocument/2006/relationships/slide" Target="slides/slide12.xml"/><Relationship Id="rId44" Type="http://schemas.openxmlformats.org/officeDocument/2006/relationships/slide" Target="slides/slide13.xml"/><Relationship Id="rId45" Type="http://schemas.openxmlformats.org/officeDocument/2006/relationships/slide" Target="slides/slide14.xml"/><Relationship Id="rId46" Type="http://schemas.openxmlformats.org/officeDocument/2006/relationships/slide" Target="slides/slide15.xml"/><Relationship Id="rId47" Type="http://schemas.openxmlformats.org/officeDocument/2006/relationships/slide" Target="slides/slide16.xml"/><Relationship Id="rId48" Type="http://schemas.openxmlformats.org/officeDocument/2006/relationships/slide" Target="slides/slide17.xml"/><Relationship Id="rId49" Type="http://schemas.openxmlformats.org/officeDocument/2006/relationships/slide" Target="slides/slide18.xml"/><Relationship Id="rId50" Type="http://schemas.openxmlformats.org/officeDocument/2006/relationships/slide" Target="slides/slide19.xml"/><Relationship Id="rId51" Type="http://schemas.openxmlformats.org/officeDocument/2006/relationships/slide" Target="slides/slide20.xml"/><Relationship Id="rId52"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8"/>
        <p:cNvGrpSpPr/>
        <p:nvPr/>
      </p:nvGrpSpPr>
      <p:grpSpPr>
        <a:xfrm>
          <a:off x="0" y="0"/>
          <a:ext cx="0" cy="0"/>
          <a:chOff x="0" y="0"/>
          <a:chExt cx="0" cy="0"/>
        </a:xfrm>
      </p:grpSpPr>
      <p:sp>
        <p:nvSpPr>
          <p:cNvPr id="19" name="Google Shape;19;p17"/>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7"/>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2"/>
        <p:cNvGrpSpPr/>
        <p:nvPr/>
      </p:nvGrpSpPr>
      <p:grpSpPr>
        <a:xfrm>
          <a:off x="0" y="0"/>
          <a:ext cx="0" cy="0"/>
          <a:chOff x="0" y="0"/>
          <a:chExt cx="0" cy="0"/>
        </a:xfrm>
      </p:grpSpPr>
      <p:sp>
        <p:nvSpPr>
          <p:cNvPr id="23" name="Google Shape;23;p18"/>
          <p:cNvSpPr txBox="1">
            <a:spLocks noGrp="1"/>
          </p:cNvSpPr>
          <p:nvPr>
            <p:ph type="ctrTitle"/>
          </p:nvPr>
        </p:nvSpPr>
        <p:spPr>
          <a:xfrm>
            <a:off x="4572000" y="3367089"/>
            <a:ext cx="27432000" cy="71628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18000"/>
              <a:buFont typeface="Play"/>
              <a:buNone/>
              <a:defRPr sz="18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8"/>
          <p:cNvSpPr txBox="1">
            <a:spLocks noGrp="1"/>
          </p:cNvSpPr>
          <p:nvPr>
            <p:ph type="subTitle" idx="1"/>
          </p:nvPr>
        </p:nvSpPr>
        <p:spPr>
          <a:xfrm>
            <a:off x="4572000" y="10806114"/>
            <a:ext cx="27432000" cy="4967286"/>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000"/>
              </a:spcBef>
              <a:spcAft>
                <a:spcPts val="0"/>
              </a:spcAft>
              <a:buClr>
                <a:schemeClr val="dk1"/>
              </a:buClr>
              <a:buSzPts val="7200"/>
              <a:buNone/>
              <a:defRPr sz="7200"/>
            </a:lvl1pPr>
            <a:lvl2pPr lvl="1" algn="ctr">
              <a:lnSpc>
                <a:spcPct val="90000"/>
              </a:lnSpc>
              <a:spcBef>
                <a:spcPts val="1500"/>
              </a:spcBef>
              <a:spcAft>
                <a:spcPts val="0"/>
              </a:spcAft>
              <a:buClr>
                <a:schemeClr val="dk1"/>
              </a:buClr>
              <a:buSzPts val="6000"/>
              <a:buNone/>
              <a:defRPr sz="6000"/>
            </a:lvl2pPr>
            <a:lvl3pPr lvl="2" algn="ctr">
              <a:lnSpc>
                <a:spcPct val="90000"/>
              </a:lnSpc>
              <a:spcBef>
                <a:spcPts val="1500"/>
              </a:spcBef>
              <a:spcAft>
                <a:spcPts val="0"/>
              </a:spcAft>
              <a:buClr>
                <a:schemeClr val="dk1"/>
              </a:buClr>
              <a:buSzPts val="5400"/>
              <a:buNone/>
              <a:defRPr sz="5400"/>
            </a:lvl3pPr>
            <a:lvl4pPr lvl="3" algn="ctr">
              <a:lnSpc>
                <a:spcPct val="90000"/>
              </a:lnSpc>
              <a:spcBef>
                <a:spcPts val="1500"/>
              </a:spcBef>
              <a:spcAft>
                <a:spcPts val="0"/>
              </a:spcAft>
              <a:buClr>
                <a:schemeClr val="dk1"/>
              </a:buClr>
              <a:buSzPts val="4800"/>
              <a:buNone/>
              <a:defRPr sz="4800"/>
            </a:lvl4pPr>
            <a:lvl5pPr lvl="4" algn="ctr">
              <a:lnSpc>
                <a:spcPct val="90000"/>
              </a:lnSpc>
              <a:spcBef>
                <a:spcPts val="1500"/>
              </a:spcBef>
              <a:spcAft>
                <a:spcPts val="0"/>
              </a:spcAft>
              <a:buClr>
                <a:schemeClr val="dk1"/>
              </a:buClr>
              <a:buSzPts val="4800"/>
              <a:buNone/>
              <a:defRPr sz="4800"/>
            </a:lvl5pPr>
            <a:lvl6pPr lvl="5" algn="ctr">
              <a:lnSpc>
                <a:spcPct val="90000"/>
              </a:lnSpc>
              <a:spcBef>
                <a:spcPts val="1500"/>
              </a:spcBef>
              <a:spcAft>
                <a:spcPts val="0"/>
              </a:spcAft>
              <a:buClr>
                <a:schemeClr val="dk1"/>
              </a:buClr>
              <a:buSzPts val="4800"/>
              <a:buNone/>
              <a:defRPr sz="4800"/>
            </a:lvl6pPr>
            <a:lvl7pPr lvl="6" algn="ctr">
              <a:lnSpc>
                <a:spcPct val="90000"/>
              </a:lnSpc>
              <a:spcBef>
                <a:spcPts val="1500"/>
              </a:spcBef>
              <a:spcAft>
                <a:spcPts val="0"/>
              </a:spcAft>
              <a:buClr>
                <a:schemeClr val="dk1"/>
              </a:buClr>
              <a:buSzPts val="4800"/>
              <a:buNone/>
              <a:defRPr sz="4800"/>
            </a:lvl7pPr>
            <a:lvl8pPr lvl="7" algn="ctr">
              <a:lnSpc>
                <a:spcPct val="90000"/>
              </a:lnSpc>
              <a:spcBef>
                <a:spcPts val="1500"/>
              </a:spcBef>
              <a:spcAft>
                <a:spcPts val="0"/>
              </a:spcAft>
              <a:buClr>
                <a:schemeClr val="dk1"/>
              </a:buClr>
              <a:buSzPts val="4800"/>
              <a:buNone/>
              <a:defRPr sz="4800"/>
            </a:lvl8pPr>
            <a:lvl9pPr lvl="8" algn="ctr">
              <a:lnSpc>
                <a:spcPct val="90000"/>
              </a:lnSpc>
              <a:spcBef>
                <a:spcPts val="1500"/>
              </a:spcBef>
              <a:spcAft>
                <a:spcPts val="0"/>
              </a:spcAft>
              <a:buClr>
                <a:schemeClr val="dk1"/>
              </a:buClr>
              <a:buSzPts val="4800"/>
              <a:buNone/>
              <a:defRPr sz="4800"/>
            </a:lvl9pPr>
          </a:lstStyle>
          <a:p>
            <a:endParaRPr/>
          </a:p>
        </p:txBody>
      </p:sp>
      <p:sp>
        <p:nvSpPr>
          <p:cNvPr id="25" name="Google Shape;25;p18"/>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8"/>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8"/>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sp>
        <p:nvSpPr>
          <p:cNvPr id="29" name="Google Shape;29;p19"/>
          <p:cNvSpPr txBox="1">
            <a:spLocks noGrp="1"/>
          </p:cNvSpPr>
          <p:nvPr>
            <p:ph type="title"/>
          </p:nvPr>
        </p:nvSpPr>
        <p:spPr>
          <a:xfrm>
            <a:off x="2514600" y="1095377"/>
            <a:ext cx="31546800" cy="39766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9"/>
          <p:cNvSpPr txBox="1">
            <a:spLocks noGrp="1"/>
          </p:cNvSpPr>
          <p:nvPr>
            <p:ph type="body" idx="1"/>
          </p:nvPr>
        </p:nvSpPr>
        <p:spPr>
          <a:xfrm>
            <a:off x="2514600" y="5476875"/>
            <a:ext cx="31546800" cy="1305401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31" name="Google Shape;31;p19"/>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9"/>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9"/>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20"/>
          <p:cNvSpPr txBox="1">
            <a:spLocks noGrp="1"/>
          </p:cNvSpPr>
          <p:nvPr>
            <p:ph type="title"/>
          </p:nvPr>
        </p:nvSpPr>
        <p:spPr>
          <a:xfrm>
            <a:off x="2495550" y="5129216"/>
            <a:ext cx="31546800" cy="855821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8000"/>
              <a:buFont typeface="Play"/>
              <a:buNone/>
              <a:defRPr sz="18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0"/>
          <p:cNvSpPr txBox="1">
            <a:spLocks noGrp="1"/>
          </p:cNvSpPr>
          <p:nvPr>
            <p:ph type="body" idx="1"/>
          </p:nvPr>
        </p:nvSpPr>
        <p:spPr>
          <a:xfrm>
            <a:off x="2495550" y="13768391"/>
            <a:ext cx="31546800" cy="450056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000"/>
              </a:spcBef>
              <a:spcAft>
                <a:spcPts val="0"/>
              </a:spcAft>
              <a:buClr>
                <a:srgbClr val="757575"/>
              </a:buClr>
              <a:buSzPts val="7200"/>
              <a:buNone/>
              <a:defRPr sz="7200">
                <a:solidFill>
                  <a:srgbClr val="757575"/>
                </a:solidFill>
              </a:defRPr>
            </a:lvl1pPr>
            <a:lvl2pPr marL="914400" lvl="1" indent="-228600" algn="l">
              <a:lnSpc>
                <a:spcPct val="90000"/>
              </a:lnSpc>
              <a:spcBef>
                <a:spcPts val="1500"/>
              </a:spcBef>
              <a:spcAft>
                <a:spcPts val="0"/>
              </a:spcAft>
              <a:buClr>
                <a:srgbClr val="757575"/>
              </a:buClr>
              <a:buSzPts val="6000"/>
              <a:buNone/>
              <a:defRPr sz="6000">
                <a:solidFill>
                  <a:srgbClr val="757575"/>
                </a:solidFill>
              </a:defRPr>
            </a:lvl2pPr>
            <a:lvl3pPr marL="1371600" lvl="2" indent="-228600" algn="l">
              <a:lnSpc>
                <a:spcPct val="90000"/>
              </a:lnSpc>
              <a:spcBef>
                <a:spcPts val="1500"/>
              </a:spcBef>
              <a:spcAft>
                <a:spcPts val="0"/>
              </a:spcAft>
              <a:buClr>
                <a:srgbClr val="757575"/>
              </a:buClr>
              <a:buSzPts val="5400"/>
              <a:buNone/>
              <a:defRPr sz="5400">
                <a:solidFill>
                  <a:srgbClr val="757575"/>
                </a:solidFill>
              </a:defRPr>
            </a:lvl3pPr>
            <a:lvl4pPr marL="1828800" lvl="3" indent="-228600" algn="l">
              <a:lnSpc>
                <a:spcPct val="90000"/>
              </a:lnSpc>
              <a:spcBef>
                <a:spcPts val="1500"/>
              </a:spcBef>
              <a:spcAft>
                <a:spcPts val="0"/>
              </a:spcAft>
              <a:buClr>
                <a:srgbClr val="757575"/>
              </a:buClr>
              <a:buSzPts val="4800"/>
              <a:buNone/>
              <a:defRPr sz="4800">
                <a:solidFill>
                  <a:srgbClr val="757575"/>
                </a:solidFill>
              </a:defRPr>
            </a:lvl4pPr>
            <a:lvl5pPr marL="2286000" lvl="4" indent="-228600" algn="l">
              <a:lnSpc>
                <a:spcPct val="90000"/>
              </a:lnSpc>
              <a:spcBef>
                <a:spcPts val="1500"/>
              </a:spcBef>
              <a:spcAft>
                <a:spcPts val="0"/>
              </a:spcAft>
              <a:buClr>
                <a:srgbClr val="757575"/>
              </a:buClr>
              <a:buSzPts val="4800"/>
              <a:buNone/>
              <a:defRPr sz="4800">
                <a:solidFill>
                  <a:srgbClr val="757575"/>
                </a:solidFill>
              </a:defRPr>
            </a:lvl5pPr>
            <a:lvl6pPr marL="2743200" lvl="5" indent="-228600" algn="l">
              <a:lnSpc>
                <a:spcPct val="90000"/>
              </a:lnSpc>
              <a:spcBef>
                <a:spcPts val="1500"/>
              </a:spcBef>
              <a:spcAft>
                <a:spcPts val="0"/>
              </a:spcAft>
              <a:buClr>
                <a:srgbClr val="757575"/>
              </a:buClr>
              <a:buSzPts val="4800"/>
              <a:buNone/>
              <a:defRPr sz="4800">
                <a:solidFill>
                  <a:srgbClr val="757575"/>
                </a:solidFill>
              </a:defRPr>
            </a:lvl6pPr>
            <a:lvl7pPr marL="3200400" lvl="6" indent="-228600" algn="l">
              <a:lnSpc>
                <a:spcPct val="90000"/>
              </a:lnSpc>
              <a:spcBef>
                <a:spcPts val="1500"/>
              </a:spcBef>
              <a:spcAft>
                <a:spcPts val="0"/>
              </a:spcAft>
              <a:buClr>
                <a:srgbClr val="757575"/>
              </a:buClr>
              <a:buSzPts val="4800"/>
              <a:buNone/>
              <a:defRPr sz="4800">
                <a:solidFill>
                  <a:srgbClr val="757575"/>
                </a:solidFill>
              </a:defRPr>
            </a:lvl7pPr>
            <a:lvl8pPr marL="3657600" lvl="7" indent="-228600" algn="l">
              <a:lnSpc>
                <a:spcPct val="90000"/>
              </a:lnSpc>
              <a:spcBef>
                <a:spcPts val="1500"/>
              </a:spcBef>
              <a:spcAft>
                <a:spcPts val="0"/>
              </a:spcAft>
              <a:buClr>
                <a:srgbClr val="757575"/>
              </a:buClr>
              <a:buSzPts val="4800"/>
              <a:buNone/>
              <a:defRPr sz="4800">
                <a:solidFill>
                  <a:srgbClr val="757575"/>
                </a:solidFill>
              </a:defRPr>
            </a:lvl8pPr>
            <a:lvl9pPr marL="4114800" lvl="8" indent="-228600" algn="l">
              <a:lnSpc>
                <a:spcPct val="90000"/>
              </a:lnSpc>
              <a:spcBef>
                <a:spcPts val="1500"/>
              </a:spcBef>
              <a:spcAft>
                <a:spcPts val="0"/>
              </a:spcAft>
              <a:buClr>
                <a:srgbClr val="757575"/>
              </a:buClr>
              <a:buSzPts val="4800"/>
              <a:buNone/>
              <a:defRPr sz="4800">
                <a:solidFill>
                  <a:srgbClr val="757575"/>
                </a:solidFill>
              </a:defRPr>
            </a:lvl9pPr>
          </a:lstStyle>
          <a:p>
            <a:endParaRPr/>
          </a:p>
        </p:txBody>
      </p:sp>
      <p:sp>
        <p:nvSpPr>
          <p:cNvPr id="37" name="Google Shape;37;p20"/>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0"/>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0"/>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0"/>
        <p:cNvGrpSpPr/>
        <p:nvPr/>
      </p:nvGrpSpPr>
      <p:grpSpPr>
        <a:xfrm>
          <a:off x="0" y="0"/>
          <a:ext cx="0" cy="0"/>
          <a:chOff x="0" y="0"/>
          <a:chExt cx="0" cy="0"/>
        </a:xfrm>
      </p:grpSpPr>
      <p:sp>
        <p:nvSpPr>
          <p:cNvPr id="41" name="Google Shape;41;p21"/>
          <p:cNvSpPr txBox="1">
            <a:spLocks noGrp="1"/>
          </p:cNvSpPr>
          <p:nvPr>
            <p:ph type="title"/>
          </p:nvPr>
        </p:nvSpPr>
        <p:spPr>
          <a:xfrm>
            <a:off x="2514600" y="1095377"/>
            <a:ext cx="31546800" cy="39766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1"/>
          <p:cNvSpPr txBox="1">
            <a:spLocks noGrp="1"/>
          </p:cNvSpPr>
          <p:nvPr>
            <p:ph type="body" idx="1"/>
          </p:nvPr>
        </p:nvSpPr>
        <p:spPr>
          <a:xfrm>
            <a:off x="2514600" y="5476875"/>
            <a:ext cx="15544800" cy="1305401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43" name="Google Shape;43;p21"/>
          <p:cNvSpPr txBox="1">
            <a:spLocks noGrp="1"/>
          </p:cNvSpPr>
          <p:nvPr>
            <p:ph type="body" idx="2"/>
          </p:nvPr>
        </p:nvSpPr>
        <p:spPr>
          <a:xfrm>
            <a:off x="18516600" y="5476875"/>
            <a:ext cx="15544800" cy="1305401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44" name="Google Shape;44;p21"/>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21"/>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1"/>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sp>
        <p:nvSpPr>
          <p:cNvPr id="48" name="Google Shape;48;p22"/>
          <p:cNvSpPr txBox="1">
            <a:spLocks noGrp="1"/>
          </p:cNvSpPr>
          <p:nvPr>
            <p:ph type="title"/>
          </p:nvPr>
        </p:nvSpPr>
        <p:spPr>
          <a:xfrm>
            <a:off x="2519364" y="1095377"/>
            <a:ext cx="31546800" cy="39766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2"/>
          <p:cNvSpPr txBox="1">
            <a:spLocks noGrp="1"/>
          </p:cNvSpPr>
          <p:nvPr>
            <p:ph type="body" idx="1"/>
          </p:nvPr>
        </p:nvSpPr>
        <p:spPr>
          <a:xfrm>
            <a:off x="2519366" y="5043489"/>
            <a:ext cx="15473361" cy="2471736"/>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3000"/>
              </a:spcBef>
              <a:spcAft>
                <a:spcPts val="0"/>
              </a:spcAft>
              <a:buClr>
                <a:schemeClr val="dk1"/>
              </a:buClr>
              <a:buSzPts val="7200"/>
              <a:buNone/>
              <a:defRPr sz="7200" b="1"/>
            </a:lvl1pPr>
            <a:lvl2pPr marL="914400" lvl="1" indent="-228600" algn="l">
              <a:lnSpc>
                <a:spcPct val="90000"/>
              </a:lnSpc>
              <a:spcBef>
                <a:spcPts val="1500"/>
              </a:spcBef>
              <a:spcAft>
                <a:spcPts val="0"/>
              </a:spcAft>
              <a:buClr>
                <a:schemeClr val="dk1"/>
              </a:buClr>
              <a:buSzPts val="6000"/>
              <a:buNone/>
              <a:defRPr sz="6000" b="1"/>
            </a:lvl2pPr>
            <a:lvl3pPr marL="1371600" lvl="2" indent="-228600" algn="l">
              <a:lnSpc>
                <a:spcPct val="90000"/>
              </a:lnSpc>
              <a:spcBef>
                <a:spcPts val="1500"/>
              </a:spcBef>
              <a:spcAft>
                <a:spcPts val="0"/>
              </a:spcAft>
              <a:buClr>
                <a:schemeClr val="dk1"/>
              </a:buClr>
              <a:buSzPts val="5400"/>
              <a:buNone/>
              <a:defRPr sz="5400" b="1"/>
            </a:lvl3pPr>
            <a:lvl4pPr marL="1828800" lvl="3" indent="-228600" algn="l">
              <a:lnSpc>
                <a:spcPct val="90000"/>
              </a:lnSpc>
              <a:spcBef>
                <a:spcPts val="1500"/>
              </a:spcBef>
              <a:spcAft>
                <a:spcPts val="0"/>
              </a:spcAft>
              <a:buClr>
                <a:schemeClr val="dk1"/>
              </a:buClr>
              <a:buSzPts val="4800"/>
              <a:buNone/>
              <a:defRPr sz="4800" b="1"/>
            </a:lvl4pPr>
            <a:lvl5pPr marL="2286000" lvl="4" indent="-228600" algn="l">
              <a:lnSpc>
                <a:spcPct val="90000"/>
              </a:lnSpc>
              <a:spcBef>
                <a:spcPts val="1500"/>
              </a:spcBef>
              <a:spcAft>
                <a:spcPts val="0"/>
              </a:spcAft>
              <a:buClr>
                <a:schemeClr val="dk1"/>
              </a:buClr>
              <a:buSzPts val="4800"/>
              <a:buNone/>
              <a:defRPr sz="4800" b="1"/>
            </a:lvl5pPr>
            <a:lvl6pPr marL="2743200" lvl="5" indent="-228600" algn="l">
              <a:lnSpc>
                <a:spcPct val="90000"/>
              </a:lnSpc>
              <a:spcBef>
                <a:spcPts val="1500"/>
              </a:spcBef>
              <a:spcAft>
                <a:spcPts val="0"/>
              </a:spcAft>
              <a:buClr>
                <a:schemeClr val="dk1"/>
              </a:buClr>
              <a:buSzPts val="4800"/>
              <a:buNone/>
              <a:defRPr sz="4800" b="1"/>
            </a:lvl6pPr>
            <a:lvl7pPr marL="3200400" lvl="6" indent="-228600" algn="l">
              <a:lnSpc>
                <a:spcPct val="90000"/>
              </a:lnSpc>
              <a:spcBef>
                <a:spcPts val="1500"/>
              </a:spcBef>
              <a:spcAft>
                <a:spcPts val="0"/>
              </a:spcAft>
              <a:buClr>
                <a:schemeClr val="dk1"/>
              </a:buClr>
              <a:buSzPts val="4800"/>
              <a:buNone/>
              <a:defRPr sz="4800" b="1"/>
            </a:lvl7pPr>
            <a:lvl8pPr marL="3657600" lvl="7" indent="-228600" algn="l">
              <a:lnSpc>
                <a:spcPct val="90000"/>
              </a:lnSpc>
              <a:spcBef>
                <a:spcPts val="1500"/>
              </a:spcBef>
              <a:spcAft>
                <a:spcPts val="0"/>
              </a:spcAft>
              <a:buClr>
                <a:schemeClr val="dk1"/>
              </a:buClr>
              <a:buSzPts val="4800"/>
              <a:buNone/>
              <a:defRPr sz="4800" b="1"/>
            </a:lvl8pPr>
            <a:lvl9pPr marL="4114800" lvl="8" indent="-228600" algn="l">
              <a:lnSpc>
                <a:spcPct val="90000"/>
              </a:lnSpc>
              <a:spcBef>
                <a:spcPts val="1500"/>
              </a:spcBef>
              <a:spcAft>
                <a:spcPts val="0"/>
              </a:spcAft>
              <a:buClr>
                <a:schemeClr val="dk1"/>
              </a:buClr>
              <a:buSzPts val="4800"/>
              <a:buNone/>
              <a:defRPr sz="4800" b="1"/>
            </a:lvl9pPr>
          </a:lstStyle>
          <a:p>
            <a:endParaRPr/>
          </a:p>
        </p:txBody>
      </p:sp>
      <p:sp>
        <p:nvSpPr>
          <p:cNvPr id="50" name="Google Shape;50;p22"/>
          <p:cNvSpPr txBox="1">
            <a:spLocks noGrp="1"/>
          </p:cNvSpPr>
          <p:nvPr>
            <p:ph type="body" idx="2"/>
          </p:nvPr>
        </p:nvSpPr>
        <p:spPr>
          <a:xfrm>
            <a:off x="2519366" y="7515225"/>
            <a:ext cx="15473361" cy="1105376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51" name="Google Shape;51;p22"/>
          <p:cNvSpPr txBox="1">
            <a:spLocks noGrp="1"/>
          </p:cNvSpPr>
          <p:nvPr>
            <p:ph type="body" idx="3"/>
          </p:nvPr>
        </p:nvSpPr>
        <p:spPr>
          <a:xfrm>
            <a:off x="18516600" y="5043489"/>
            <a:ext cx="15549564" cy="2471736"/>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3000"/>
              </a:spcBef>
              <a:spcAft>
                <a:spcPts val="0"/>
              </a:spcAft>
              <a:buClr>
                <a:schemeClr val="dk1"/>
              </a:buClr>
              <a:buSzPts val="7200"/>
              <a:buNone/>
              <a:defRPr sz="7200" b="1"/>
            </a:lvl1pPr>
            <a:lvl2pPr marL="914400" lvl="1" indent="-228600" algn="l">
              <a:lnSpc>
                <a:spcPct val="90000"/>
              </a:lnSpc>
              <a:spcBef>
                <a:spcPts val="1500"/>
              </a:spcBef>
              <a:spcAft>
                <a:spcPts val="0"/>
              </a:spcAft>
              <a:buClr>
                <a:schemeClr val="dk1"/>
              </a:buClr>
              <a:buSzPts val="6000"/>
              <a:buNone/>
              <a:defRPr sz="6000" b="1"/>
            </a:lvl2pPr>
            <a:lvl3pPr marL="1371600" lvl="2" indent="-228600" algn="l">
              <a:lnSpc>
                <a:spcPct val="90000"/>
              </a:lnSpc>
              <a:spcBef>
                <a:spcPts val="1500"/>
              </a:spcBef>
              <a:spcAft>
                <a:spcPts val="0"/>
              </a:spcAft>
              <a:buClr>
                <a:schemeClr val="dk1"/>
              </a:buClr>
              <a:buSzPts val="5400"/>
              <a:buNone/>
              <a:defRPr sz="5400" b="1"/>
            </a:lvl3pPr>
            <a:lvl4pPr marL="1828800" lvl="3" indent="-228600" algn="l">
              <a:lnSpc>
                <a:spcPct val="90000"/>
              </a:lnSpc>
              <a:spcBef>
                <a:spcPts val="1500"/>
              </a:spcBef>
              <a:spcAft>
                <a:spcPts val="0"/>
              </a:spcAft>
              <a:buClr>
                <a:schemeClr val="dk1"/>
              </a:buClr>
              <a:buSzPts val="4800"/>
              <a:buNone/>
              <a:defRPr sz="4800" b="1"/>
            </a:lvl4pPr>
            <a:lvl5pPr marL="2286000" lvl="4" indent="-228600" algn="l">
              <a:lnSpc>
                <a:spcPct val="90000"/>
              </a:lnSpc>
              <a:spcBef>
                <a:spcPts val="1500"/>
              </a:spcBef>
              <a:spcAft>
                <a:spcPts val="0"/>
              </a:spcAft>
              <a:buClr>
                <a:schemeClr val="dk1"/>
              </a:buClr>
              <a:buSzPts val="4800"/>
              <a:buNone/>
              <a:defRPr sz="4800" b="1"/>
            </a:lvl5pPr>
            <a:lvl6pPr marL="2743200" lvl="5" indent="-228600" algn="l">
              <a:lnSpc>
                <a:spcPct val="90000"/>
              </a:lnSpc>
              <a:spcBef>
                <a:spcPts val="1500"/>
              </a:spcBef>
              <a:spcAft>
                <a:spcPts val="0"/>
              </a:spcAft>
              <a:buClr>
                <a:schemeClr val="dk1"/>
              </a:buClr>
              <a:buSzPts val="4800"/>
              <a:buNone/>
              <a:defRPr sz="4800" b="1"/>
            </a:lvl6pPr>
            <a:lvl7pPr marL="3200400" lvl="6" indent="-228600" algn="l">
              <a:lnSpc>
                <a:spcPct val="90000"/>
              </a:lnSpc>
              <a:spcBef>
                <a:spcPts val="1500"/>
              </a:spcBef>
              <a:spcAft>
                <a:spcPts val="0"/>
              </a:spcAft>
              <a:buClr>
                <a:schemeClr val="dk1"/>
              </a:buClr>
              <a:buSzPts val="4800"/>
              <a:buNone/>
              <a:defRPr sz="4800" b="1"/>
            </a:lvl7pPr>
            <a:lvl8pPr marL="3657600" lvl="7" indent="-228600" algn="l">
              <a:lnSpc>
                <a:spcPct val="90000"/>
              </a:lnSpc>
              <a:spcBef>
                <a:spcPts val="1500"/>
              </a:spcBef>
              <a:spcAft>
                <a:spcPts val="0"/>
              </a:spcAft>
              <a:buClr>
                <a:schemeClr val="dk1"/>
              </a:buClr>
              <a:buSzPts val="4800"/>
              <a:buNone/>
              <a:defRPr sz="4800" b="1"/>
            </a:lvl8pPr>
            <a:lvl9pPr marL="4114800" lvl="8" indent="-228600" algn="l">
              <a:lnSpc>
                <a:spcPct val="90000"/>
              </a:lnSpc>
              <a:spcBef>
                <a:spcPts val="1500"/>
              </a:spcBef>
              <a:spcAft>
                <a:spcPts val="0"/>
              </a:spcAft>
              <a:buClr>
                <a:schemeClr val="dk1"/>
              </a:buClr>
              <a:buSzPts val="4800"/>
              <a:buNone/>
              <a:defRPr sz="4800" b="1"/>
            </a:lvl9pPr>
          </a:lstStyle>
          <a:p>
            <a:endParaRPr/>
          </a:p>
        </p:txBody>
      </p:sp>
      <p:sp>
        <p:nvSpPr>
          <p:cNvPr id="52" name="Google Shape;52;p22"/>
          <p:cNvSpPr txBox="1">
            <a:spLocks noGrp="1"/>
          </p:cNvSpPr>
          <p:nvPr>
            <p:ph type="body" idx="4"/>
          </p:nvPr>
        </p:nvSpPr>
        <p:spPr>
          <a:xfrm>
            <a:off x="18516600" y="7515225"/>
            <a:ext cx="15549564" cy="1105376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53" name="Google Shape;53;p22"/>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2"/>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sp>
        <p:nvSpPr>
          <p:cNvPr id="57" name="Google Shape;57;p23"/>
          <p:cNvSpPr txBox="1">
            <a:spLocks noGrp="1"/>
          </p:cNvSpPr>
          <p:nvPr>
            <p:ph type="title"/>
          </p:nvPr>
        </p:nvSpPr>
        <p:spPr>
          <a:xfrm>
            <a:off x="2514600" y="1095377"/>
            <a:ext cx="31546800" cy="39766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3"/>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3"/>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1"/>
        <p:cNvGrpSpPr/>
        <p:nvPr/>
      </p:nvGrpSpPr>
      <p:grpSpPr>
        <a:xfrm>
          <a:off x="0" y="0"/>
          <a:ext cx="0" cy="0"/>
          <a:chOff x="0" y="0"/>
          <a:chExt cx="0" cy="0"/>
        </a:xfrm>
      </p:grpSpPr>
      <p:sp>
        <p:nvSpPr>
          <p:cNvPr id="62" name="Google Shape;62;p24"/>
          <p:cNvSpPr txBox="1">
            <a:spLocks noGrp="1"/>
          </p:cNvSpPr>
          <p:nvPr>
            <p:ph type="title"/>
          </p:nvPr>
        </p:nvSpPr>
        <p:spPr>
          <a:xfrm>
            <a:off x="2519366" y="1371600"/>
            <a:ext cx="11796711" cy="4800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9600"/>
              <a:buFont typeface="Play"/>
              <a:buNone/>
              <a:defRPr sz="9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4"/>
          <p:cNvSpPr txBox="1">
            <a:spLocks noGrp="1"/>
          </p:cNvSpPr>
          <p:nvPr>
            <p:ph type="body" idx="1"/>
          </p:nvPr>
        </p:nvSpPr>
        <p:spPr>
          <a:xfrm>
            <a:off x="15549564" y="2962277"/>
            <a:ext cx="18516600" cy="14620875"/>
          </a:xfrm>
          <a:prstGeom prst="rect">
            <a:avLst/>
          </a:prstGeom>
          <a:noFill/>
          <a:ln>
            <a:noFill/>
          </a:ln>
        </p:spPr>
        <p:txBody>
          <a:bodyPr spcFirstLastPara="1" wrap="square" lIns="91425" tIns="45700" rIns="91425" bIns="45700" anchor="t" anchorCtr="0">
            <a:normAutofit/>
          </a:bodyPr>
          <a:lstStyle>
            <a:lvl1pPr marL="457200" lvl="0" indent="-838200" algn="l">
              <a:lnSpc>
                <a:spcPct val="90000"/>
              </a:lnSpc>
              <a:spcBef>
                <a:spcPts val="3000"/>
              </a:spcBef>
              <a:spcAft>
                <a:spcPts val="0"/>
              </a:spcAft>
              <a:buClr>
                <a:schemeClr val="dk1"/>
              </a:buClr>
              <a:buSzPts val="9600"/>
              <a:buChar char="•"/>
              <a:defRPr sz="9600"/>
            </a:lvl1pPr>
            <a:lvl2pPr marL="914400" lvl="1" indent="-762000" algn="l">
              <a:lnSpc>
                <a:spcPct val="90000"/>
              </a:lnSpc>
              <a:spcBef>
                <a:spcPts val="1500"/>
              </a:spcBef>
              <a:spcAft>
                <a:spcPts val="0"/>
              </a:spcAft>
              <a:buClr>
                <a:schemeClr val="dk1"/>
              </a:buClr>
              <a:buSzPts val="8400"/>
              <a:buChar char="•"/>
              <a:defRPr sz="8400"/>
            </a:lvl2pPr>
            <a:lvl3pPr marL="1371600" lvl="2" indent="-685800" algn="l">
              <a:lnSpc>
                <a:spcPct val="90000"/>
              </a:lnSpc>
              <a:spcBef>
                <a:spcPts val="1500"/>
              </a:spcBef>
              <a:spcAft>
                <a:spcPts val="0"/>
              </a:spcAft>
              <a:buClr>
                <a:schemeClr val="dk1"/>
              </a:buClr>
              <a:buSzPts val="7200"/>
              <a:buChar char="•"/>
              <a:defRPr sz="7200"/>
            </a:lvl3pPr>
            <a:lvl4pPr marL="1828800" lvl="3" indent="-609600" algn="l">
              <a:lnSpc>
                <a:spcPct val="90000"/>
              </a:lnSpc>
              <a:spcBef>
                <a:spcPts val="1500"/>
              </a:spcBef>
              <a:spcAft>
                <a:spcPts val="0"/>
              </a:spcAft>
              <a:buClr>
                <a:schemeClr val="dk1"/>
              </a:buClr>
              <a:buSzPts val="6000"/>
              <a:buChar char="•"/>
              <a:defRPr sz="6000"/>
            </a:lvl4pPr>
            <a:lvl5pPr marL="2286000" lvl="4" indent="-609600" algn="l">
              <a:lnSpc>
                <a:spcPct val="90000"/>
              </a:lnSpc>
              <a:spcBef>
                <a:spcPts val="1500"/>
              </a:spcBef>
              <a:spcAft>
                <a:spcPts val="0"/>
              </a:spcAft>
              <a:buClr>
                <a:schemeClr val="dk1"/>
              </a:buClr>
              <a:buSzPts val="6000"/>
              <a:buChar char="•"/>
              <a:defRPr sz="6000"/>
            </a:lvl5pPr>
            <a:lvl6pPr marL="2743200" lvl="5" indent="-609600" algn="l">
              <a:lnSpc>
                <a:spcPct val="90000"/>
              </a:lnSpc>
              <a:spcBef>
                <a:spcPts val="1500"/>
              </a:spcBef>
              <a:spcAft>
                <a:spcPts val="0"/>
              </a:spcAft>
              <a:buClr>
                <a:schemeClr val="dk1"/>
              </a:buClr>
              <a:buSzPts val="6000"/>
              <a:buChar char="•"/>
              <a:defRPr sz="6000"/>
            </a:lvl6pPr>
            <a:lvl7pPr marL="3200400" lvl="6" indent="-609600" algn="l">
              <a:lnSpc>
                <a:spcPct val="90000"/>
              </a:lnSpc>
              <a:spcBef>
                <a:spcPts val="1500"/>
              </a:spcBef>
              <a:spcAft>
                <a:spcPts val="0"/>
              </a:spcAft>
              <a:buClr>
                <a:schemeClr val="dk1"/>
              </a:buClr>
              <a:buSzPts val="6000"/>
              <a:buChar char="•"/>
              <a:defRPr sz="6000"/>
            </a:lvl7pPr>
            <a:lvl8pPr marL="3657600" lvl="7" indent="-609600" algn="l">
              <a:lnSpc>
                <a:spcPct val="90000"/>
              </a:lnSpc>
              <a:spcBef>
                <a:spcPts val="1500"/>
              </a:spcBef>
              <a:spcAft>
                <a:spcPts val="0"/>
              </a:spcAft>
              <a:buClr>
                <a:schemeClr val="dk1"/>
              </a:buClr>
              <a:buSzPts val="6000"/>
              <a:buChar char="•"/>
              <a:defRPr sz="6000"/>
            </a:lvl8pPr>
            <a:lvl9pPr marL="4114800" lvl="8" indent="-609600" algn="l">
              <a:lnSpc>
                <a:spcPct val="90000"/>
              </a:lnSpc>
              <a:spcBef>
                <a:spcPts val="1500"/>
              </a:spcBef>
              <a:spcAft>
                <a:spcPts val="0"/>
              </a:spcAft>
              <a:buClr>
                <a:schemeClr val="dk1"/>
              </a:buClr>
              <a:buSzPts val="6000"/>
              <a:buChar char="•"/>
              <a:defRPr sz="6000"/>
            </a:lvl9pPr>
          </a:lstStyle>
          <a:p>
            <a:endParaRPr/>
          </a:p>
        </p:txBody>
      </p:sp>
      <p:sp>
        <p:nvSpPr>
          <p:cNvPr id="64" name="Google Shape;64;p24"/>
          <p:cNvSpPr txBox="1">
            <a:spLocks noGrp="1"/>
          </p:cNvSpPr>
          <p:nvPr>
            <p:ph type="body" idx="2"/>
          </p:nvPr>
        </p:nvSpPr>
        <p:spPr>
          <a:xfrm>
            <a:off x="2519366" y="6172200"/>
            <a:ext cx="11796711" cy="1143476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000"/>
              </a:spcBef>
              <a:spcAft>
                <a:spcPts val="0"/>
              </a:spcAft>
              <a:buClr>
                <a:schemeClr val="dk1"/>
              </a:buClr>
              <a:buSzPts val="4800"/>
              <a:buNone/>
              <a:defRPr sz="4800"/>
            </a:lvl1pPr>
            <a:lvl2pPr marL="914400" lvl="1" indent="-228600" algn="l">
              <a:lnSpc>
                <a:spcPct val="90000"/>
              </a:lnSpc>
              <a:spcBef>
                <a:spcPts val="1500"/>
              </a:spcBef>
              <a:spcAft>
                <a:spcPts val="0"/>
              </a:spcAft>
              <a:buClr>
                <a:schemeClr val="dk1"/>
              </a:buClr>
              <a:buSzPts val="4200"/>
              <a:buNone/>
              <a:defRPr sz="4200"/>
            </a:lvl2pPr>
            <a:lvl3pPr marL="1371600" lvl="2" indent="-228600" algn="l">
              <a:lnSpc>
                <a:spcPct val="90000"/>
              </a:lnSpc>
              <a:spcBef>
                <a:spcPts val="1500"/>
              </a:spcBef>
              <a:spcAft>
                <a:spcPts val="0"/>
              </a:spcAft>
              <a:buClr>
                <a:schemeClr val="dk1"/>
              </a:buClr>
              <a:buSzPts val="3600"/>
              <a:buNone/>
              <a:defRPr sz="3600"/>
            </a:lvl3pPr>
            <a:lvl4pPr marL="1828800" lvl="3" indent="-228600" algn="l">
              <a:lnSpc>
                <a:spcPct val="90000"/>
              </a:lnSpc>
              <a:spcBef>
                <a:spcPts val="1500"/>
              </a:spcBef>
              <a:spcAft>
                <a:spcPts val="0"/>
              </a:spcAft>
              <a:buClr>
                <a:schemeClr val="dk1"/>
              </a:buClr>
              <a:buSzPts val="3000"/>
              <a:buNone/>
              <a:defRPr sz="3000"/>
            </a:lvl4pPr>
            <a:lvl5pPr marL="2286000" lvl="4" indent="-228600" algn="l">
              <a:lnSpc>
                <a:spcPct val="90000"/>
              </a:lnSpc>
              <a:spcBef>
                <a:spcPts val="1500"/>
              </a:spcBef>
              <a:spcAft>
                <a:spcPts val="0"/>
              </a:spcAft>
              <a:buClr>
                <a:schemeClr val="dk1"/>
              </a:buClr>
              <a:buSzPts val="3000"/>
              <a:buNone/>
              <a:defRPr sz="3000"/>
            </a:lvl5pPr>
            <a:lvl6pPr marL="2743200" lvl="5" indent="-228600" algn="l">
              <a:lnSpc>
                <a:spcPct val="90000"/>
              </a:lnSpc>
              <a:spcBef>
                <a:spcPts val="1500"/>
              </a:spcBef>
              <a:spcAft>
                <a:spcPts val="0"/>
              </a:spcAft>
              <a:buClr>
                <a:schemeClr val="dk1"/>
              </a:buClr>
              <a:buSzPts val="3000"/>
              <a:buNone/>
              <a:defRPr sz="3000"/>
            </a:lvl6pPr>
            <a:lvl7pPr marL="3200400" lvl="6" indent="-228600" algn="l">
              <a:lnSpc>
                <a:spcPct val="90000"/>
              </a:lnSpc>
              <a:spcBef>
                <a:spcPts val="1500"/>
              </a:spcBef>
              <a:spcAft>
                <a:spcPts val="0"/>
              </a:spcAft>
              <a:buClr>
                <a:schemeClr val="dk1"/>
              </a:buClr>
              <a:buSzPts val="3000"/>
              <a:buNone/>
              <a:defRPr sz="3000"/>
            </a:lvl7pPr>
            <a:lvl8pPr marL="3657600" lvl="7" indent="-228600" algn="l">
              <a:lnSpc>
                <a:spcPct val="90000"/>
              </a:lnSpc>
              <a:spcBef>
                <a:spcPts val="1500"/>
              </a:spcBef>
              <a:spcAft>
                <a:spcPts val="0"/>
              </a:spcAft>
              <a:buClr>
                <a:schemeClr val="dk1"/>
              </a:buClr>
              <a:buSzPts val="3000"/>
              <a:buNone/>
              <a:defRPr sz="3000"/>
            </a:lvl8pPr>
            <a:lvl9pPr marL="4114800" lvl="8" indent="-228600" algn="l">
              <a:lnSpc>
                <a:spcPct val="90000"/>
              </a:lnSpc>
              <a:spcBef>
                <a:spcPts val="1500"/>
              </a:spcBef>
              <a:spcAft>
                <a:spcPts val="0"/>
              </a:spcAft>
              <a:buClr>
                <a:schemeClr val="dk1"/>
              </a:buClr>
              <a:buSzPts val="3000"/>
              <a:buNone/>
              <a:defRPr sz="3000"/>
            </a:lvl9pPr>
          </a:lstStyle>
          <a:p>
            <a:endParaRPr/>
          </a:p>
        </p:txBody>
      </p:sp>
      <p:sp>
        <p:nvSpPr>
          <p:cNvPr id="65" name="Google Shape;65;p24"/>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4"/>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8"/>
        <p:cNvGrpSpPr/>
        <p:nvPr/>
      </p:nvGrpSpPr>
      <p:grpSpPr>
        <a:xfrm>
          <a:off x="0" y="0"/>
          <a:ext cx="0" cy="0"/>
          <a:chOff x="0" y="0"/>
          <a:chExt cx="0" cy="0"/>
        </a:xfrm>
      </p:grpSpPr>
      <p:sp>
        <p:nvSpPr>
          <p:cNvPr id="69" name="Google Shape;69;p25"/>
          <p:cNvSpPr txBox="1">
            <a:spLocks noGrp="1"/>
          </p:cNvSpPr>
          <p:nvPr>
            <p:ph type="title"/>
          </p:nvPr>
        </p:nvSpPr>
        <p:spPr>
          <a:xfrm>
            <a:off x="2519366" y="1371600"/>
            <a:ext cx="11796711" cy="4800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9600"/>
              <a:buFont typeface="Play"/>
              <a:buNone/>
              <a:defRPr sz="9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5"/>
          <p:cNvSpPr>
            <a:spLocks noGrp="1"/>
          </p:cNvSpPr>
          <p:nvPr>
            <p:ph type="pic" idx="2"/>
          </p:nvPr>
        </p:nvSpPr>
        <p:spPr>
          <a:xfrm>
            <a:off x="15549564" y="2962277"/>
            <a:ext cx="18516600" cy="14620875"/>
          </a:xfrm>
          <a:prstGeom prst="rect">
            <a:avLst/>
          </a:prstGeom>
          <a:noFill/>
          <a:ln>
            <a:noFill/>
          </a:ln>
        </p:spPr>
      </p:sp>
      <p:sp>
        <p:nvSpPr>
          <p:cNvPr id="71" name="Google Shape;71;p25"/>
          <p:cNvSpPr txBox="1">
            <a:spLocks noGrp="1"/>
          </p:cNvSpPr>
          <p:nvPr>
            <p:ph type="body" idx="1"/>
          </p:nvPr>
        </p:nvSpPr>
        <p:spPr>
          <a:xfrm>
            <a:off x="2519366" y="6172200"/>
            <a:ext cx="11796711" cy="1143476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000"/>
              </a:spcBef>
              <a:spcAft>
                <a:spcPts val="0"/>
              </a:spcAft>
              <a:buClr>
                <a:schemeClr val="dk1"/>
              </a:buClr>
              <a:buSzPts val="4800"/>
              <a:buNone/>
              <a:defRPr sz="4800"/>
            </a:lvl1pPr>
            <a:lvl2pPr marL="914400" lvl="1" indent="-228600" algn="l">
              <a:lnSpc>
                <a:spcPct val="90000"/>
              </a:lnSpc>
              <a:spcBef>
                <a:spcPts val="1500"/>
              </a:spcBef>
              <a:spcAft>
                <a:spcPts val="0"/>
              </a:spcAft>
              <a:buClr>
                <a:schemeClr val="dk1"/>
              </a:buClr>
              <a:buSzPts val="4200"/>
              <a:buNone/>
              <a:defRPr sz="4200"/>
            </a:lvl2pPr>
            <a:lvl3pPr marL="1371600" lvl="2" indent="-228600" algn="l">
              <a:lnSpc>
                <a:spcPct val="90000"/>
              </a:lnSpc>
              <a:spcBef>
                <a:spcPts val="1500"/>
              </a:spcBef>
              <a:spcAft>
                <a:spcPts val="0"/>
              </a:spcAft>
              <a:buClr>
                <a:schemeClr val="dk1"/>
              </a:buClr>
              <a:buSzPts val="3600"/>
              <a:buNone/>
              <a:defRPr sz="3600"/>
            </a:lvl3pPr>
            <a:lvl4pPr marL="1828800" lvl="3" indent="-228600" algn="l">
              <a:lnSpc>
                <a:spcPct val="90000"/>
              </a:lnSpc>
              <a:spcBef>
                <a:spcPts val="1500"/>
              </a:spcBef>
              <a:spcAft>
                <a:spcPts val="0"/>
              </a:spcAft>
              <a:buClr>
                <a:schemeClr val="dk1"/>
              </a:buClr>
              <a:buSzPts val="3000"/>
              <a:buNone/>
              <a:defRPr sz="3000"/>
            </a:lvl4pPr>
            <a:lvl5pPr marL="2286000" lvl="4" indent="-228600" algn="l">
              <a:lnSpc>
                <a:spcPct val="90000"/>
              </a:lnSpc>
              <a:spcBef>
                <a:spcPts val="1500"/>
              </a:spcBef>
              <a:spcAft>
                <a:spcPts val="0"/>
              </a:spcAft>
              <a:buClr>
                <a:schemeClr val="dk1"/>
              </a:buClr>
              <a:buSzPts val="3000"/>
              <a:buNone/>
              <a:defRPr sz="3000"/>
            </a:lvl5pPr>
            <a:lvl6pPr marL="2743200" lvl="5" indent="-228600" algn="l">
              <a:lnSpc>
                <a:spcPct val="90000"/>
              </a:lnSpc>
              <a:spcBef>
                <a:spcPts val="1500"/>
              </a:spcBef>
              <a:spcAft>
                <a:spcPts val="0"/>
              </a:spcAft>
              <a:buClr>
                <a:schemeClr val="dk1"/>
              </a:buClr>
              <a:buSzPts val="3000"/>
              <a:buNone/>
              <a:defRPr sz="3000"/>
            </a:lvl6pPr>
            <a:lvl7pPr marL="3200400" lvl="6" indent="-228600" algn="l">
              <a:lnSpc>
                <a:spcPct val="90000"/>
              </a:lnSpc>
              <a:spcBef>
                <a:spcPts val="1500"/>
              </a:spcBef>
              <a:spcAft>
                <a:spcPts val="0"/>
              </a:spcAft>
              <a:buClr>
                <a:schemeClr val="dk1"/>
              </a:buClr>
              <a:buSzPts val="3000"/>
              <a:buNone/>
              <a:defRPr sz="3000"/>
            </a:lvl7pPr>
            <a:lvl8pPr marL="3657600" lvl="7" indent="-228600" algn="l">
              <a:lnSpc>
                <a:spcPct val="90000"/>
              </a:lnSpc>
              <a:spcBef>
                <a:spcPts val="1500"/>
              </a:spcBef>
              <a:spcAft>
                <a:spcPts val="0"/>
              </a:spcAft>
              <a:buClr>
                <a:schemeClr val="dk1"/>
              </a:buClr>
              <a:buSzPts val="3000"/>
              <a:buNone/>
              <a:defRPr sz="3000"/>
            </a:lvl8pPr>
            <a:lvl9pPr marL="4114800" lvl="8" indent="-228600" algn="l">
              <a:lnSpc>
                <a:spcPct val="90000"/>
              </a:lnSpc>
              <a:spcBef>
                <a:spcPts val="1500"/>
              </a:spcBef>
              <a:spcAft>
                <a:spcPts val="0"/>
              </a:spcAft>
              <a:buClr>
                <a:schemeClr val="dk1"/>
              </a:buClr>
              <a:buSzPts val="3000"/>
              <a:buNone/>
              <a:defRPr sz="3000"/>
            </a:lvl9pPr>
          </a:lstStyle>
          <a:p>
            <a:endParaRPr/>
          </a:p>
        </p:txBody>
      </p:sp>
      <p:sp>
        <p:nvSpPr>
          <p:cNvPr id="72" name="Google Shape;72;p25"/>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5"/>
        <p:cNvGrpSpPr/>
        <p:nvPr/>
      </p:nvGrpSpPr>
      <p:grpSpPr>
        <a:xfrm>
          <a:off x="0" y="0"/>
          <a:ext cx="0" cy="0"/>
          <a:chOff x="0" y="0"/>
          <a:chExt cx="0" cy="0"/>
        </a:xfrm>
      </p:grpSpPr>
      <p:sp>
        <p:nvSpPr>
          <p:cNvPr id="76" name="Google Shape;76;p26"/>
          <p:cNvSpPr txBox="1">
            <a:spLocks noGrp="1"/>
          </p:cNvSpPr>
          <p:nvPr>
            <p:ph type="title"/>
          </p:nvPr>
        </p:nvSpPr>
        <p:spPr>
          <a:xfrm>
            <a:off x="2514600" y="1095377"/>
            <a:ext cx="31546800" cy="39766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6"/>
          <p:cNvSpPr txBox="1">
            <a:spLocks noGrp="1"/>
          </p:cNvSpPr>
          <p:nvPr>
            <p:ph type="body" idx="1"/>
          </p:nvPr>
        </p:nvSpPr>
        <p:spPr>
          <a:xfrm rot="5400000">
            <a:off x="11760993" y="-3769518"/>
            <a:ext cx="13054014" cy="315468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78" name="Google Shape;78;p26"/>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6"/>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6"/>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1"/>
        <p:cNvGrpSpPr/>
        <p:nvPr/>
      </p:nvGrpSpPr>
      <p:grpSpPr>
        <a:xfrm>
          <a:off x="0" y="0"/>
          <a:ext cx="0" cy="0"/>
          <a:chOff x="0" y="0"/>
          <a:chExt cx="0" cy="0"/>
        </a:xfrm>
      </p:grpSpPr>
      <p:sp>
        <p:nvSpPr>
          <p:cNvPr id="82" name="Google Shape;82;p27"/>
          <p:cNvSpPr txBox="1">
            <a:spLocks noGrp="1"/>
          </p:cNvSpPr>
          <p:nvPr>
            <p:ph type="title"/>
          </p:nvPr>
        </p:nvSpPr>
        <p:spPr>
          <a:xfrm rot="5400000">
            <a:off x="21400293" y="5869782"/>
            <a:ext cx="17435514" cy="7886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7"/>
          <p:cNvSpPr txBox="1">
            <a:spLocks noGrp="1"/>
          </p:cNvSpPr>
          <p:nvPr>
            <p:ph type="body" idx="1"/>
          </p:nvPr>
        </p:nvSpPr>
        <p:spPr>
          <a:xfrm rot="5400000">
            <a:off x="5398293" y="-1788318"/>
            <a:ext cx="17435514" cy="232029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84" name="Google Shape;84;p27"/>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27"/>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27"/>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2514600" y="1095377"/>
            <a:ext cx="31546800" cy="3976689"/>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13200"/>
              <a:buFont typeface="Play"/>
              <a:buNone/>
              <a:defRPr sz="13200" b="0" i="0" u="none" strike="noStrike" cap="none">
                <a:solidFill>
                  <a:schemeClr val="dk1"/>
                </a:solidFill>
                <a:latin typeface="Play"/>
                <a:ea typeface="Play"/>
                <a:cs typeface="Play"/>
                <a:sym typeface="Pla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6"/>
          <p:cNvSpPr txBox="1">
            <a:spLocks noGrp="1"/>
          </p:cNvSpPr>
          <p:nvPr>
            <p:ph type="body" idx="1"/>
          </p:nvPr>
        </p:nvSpPr>
        <p:spPr>
          <a:xfrm>
            <a:off x="2514600" y="5476875"/>
            <a:ext cx="31546800" cy="13054014"/>
          </a:xfrm>
          <a:prstGeom prst="rect">
            <a:avLst/>
          </a:prstGeom>
          <a:noFill/>
          <a:ln>
            <a:noFill/>
          </a:ln>
        </p:spPr>
        <p:txBody>
          <a:bodyPr spcFirstLastPara="1" wrap="square" lIns="91425" tIns="45700" rIns="91425" bIns="45700" anchor="t" anchorCtr="0">
            <a:normAutofit/>
          </a:bodyPr>
          <a:lstStyle>
            <a:lvl1pPr marL="457200" marR="0" lvl="0" indent="-762000" algn="l" rtl="0">
              <a:lnSpc>
                <a:spcPct val="90000"/>
              </a:lnSpc>
              <a:spcBef>
                <a:spcPts val="3000"/>
              </a:spcBef>
              <a:spcAft>
                <a:spcPts val="0"/>
              </a:spcAft>
              <a:buClr>
                <a:schemeClr val="dk1"/>
              </a:buClr>
              <a:buSzPts val="8400"/>
              <a:buFont typeface="Arial"/>
              <a:buChar char="•"/>
              <a:defRPr sz="8400" b="0" i="0" u="none" strike="noStrike" cap="none">
                <a:solidFill>
                  <a:schemeClr val="dk1"/>
                </a:solidFill>
                <a:latin typeface="Arial"/>
                <a:ea typeface="Arial"/>
                <a:cs typeface="Arial"/>
                <a:sym typeface="Arial"/>
              </a:defRPr>
            </a:lvl1pPr>
            <a:lvl2pPr marL="914400" marR="0" lvl="1" indent="-685800" algn="l" rtl="0">
              <a:lnSpc>
                <a:spcPct val="90000"/>
              </a:lnSpc>
              <a:spcBef>
                <a:spcPts val="1500"/>
              </a:spcBef>
              <a:spcAft>
                <a:spcPts val="0"/>
              </a:spcAft>
              <a:buClr>
                <a:schemeClr val="dk1"/>
              </a:buClr>
              <a:buSzPts val="7200"/>
              <a:buFont typeface="Arial"/>
              <a:buChar char="•"/>
              <a:defRPr sz="7200" b="0" i="0" u="none" strike="noStrike" cap="none">
                <a:solidFill>
                  <a:schemeClr val="dk1"/>
                </a:solidFill>
                <a:latin typeface="Arial"/>
                <a:ea typeface="Arial"/>
                <a:cs typeface="Arial"/>
                <a:sym typeface="Arial"/>
              </a:defRPr>
            </a:lvl2pPr>
            <a:lvl3pPr marL="1371600" marR="0" lvl="2" indent="-609600" algn="l" rtl="0">
              <a:lnSpc>
                <a:spcPct val="90000"/>
              </a:lnSpc>
              <a:spcBef>
                <a:spcPts val="1500"/>
              </a:spcBef>
              <a:spcAft>
                <a:spcPts val="0"/>
              </a:spcAft>
              <a:buClr>
                <a:schemeClr val="dk1"/>
              </a:buClr>
              <a:buSzPts val="6000"/>
              <a:buFont typeface="Arial"/>
              <a:buChar char="•"/>
              <a:defRPr sz="6000" b="0" i="0" u="none" strike="noStrike" cap="none">
                <a:solidFill>
                  <a:schemeClr val="dk1"/>
                </a:solidFill>
                <a:latin typeface="Arial"/>
                <a:ea typeface="Arial"/>
                <a:cs typeface="Arial"/>
                <a:sym typeface="Arial"/>
              </a:defRPr>
            </a:lvl3pPr>
            <a:lvl4pPr marL="1828800" marR="0" lvl="3"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4pPr>
            <a:lvl5pPr marL="2286000" marR="0" lvl="4"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5pPr>
            <a:lvl6pPr marL="2743200" marR="0" lvl="5"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6pPr>
            <a:lvl7pPr marL="3200400" marR="0" lvl="6"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7pPr>
            <a:lvl8pPr marL="3657600" marR="0" lvl="7"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8pPr>
            <a:lvl9pPr marL="4114800" marR="0" lvl="8"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9pPr>
          </a:lstStyle>
          <a:p>
            <a:endParaRPr/>
          </a:p>
        </p:txBody>
      </p:sp>
      <p:sp>
        <p:nvSpPr>
          <p:cNvPr id="12" name="Google Shape;12;p16"/>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6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16"/>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6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16"/>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grpSp>
        <p:nvGrpSpPr>
          <p:cNvPr id="15" name="Google Shape;15;p16"/>
          <p:cNvGrpSpPr/>
          <p:nvPr/>
        </p:nvGrpSpPr>
        <p:grpSpPr>
          <a:xfrm>
            <a:off x="33712347" y="-2"/>
            <a:ext cx="2057358" cy="2669535"/>
            <a:chOff x="11306724" y="96065"/>
            <a:chExt cx="685786" cy="889845"/>
          </a:xfrm>
        </p:grpSpPr>
        <p:sp>
          <p:nvSpPr>
            <p:cNvPr id="16" name="Google Shape;16;p16"/>
            <p:cNvSpPr/>
            <p:nvPr/>
          </p:nvSpPr>
          <p:spPr>
            <a:xfrm rot="10800000" flipH="1">
              <a:off x="11306724" y="96065"/>
              <a:ext cx="685786" cy="889845"/>
            </a:xfrm>
            <a:prstGeom prst="round2SameRect">
              <a:avLst>
                <a:gd name="adj1" fmla="val 50000"/>
                <a:gd name="adj2" fmla="val 0"/>
              </a:avLst>
            </a:prstGeom>
            <a:solidFill>
              <a:schemeClr val="lt1"/>
            </a:solidFill>
            <a:ln>
              <a:noFill/>
            </a:ln>
            <a:effectLst>
              <a:outerShdw blurRad="50800" dist="38100" dir="5400000" algn="t" rotWithShape="0">
                <a:srgbClr val="000000">
                  <a:alpha val="6941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200"/>
                <a:buFont typeface="Arial"/>
                <a:buNone/>
              </a:pPr>
              <a:endParaRPr sz="16200" b="0" i="0" u="none" strike="noStrike" cap="none">
                <a:solidFill>
                  <a:schemeClr val="lt1"/>
                </a:solidFill>
                <a:latin typeface="Arial"/>
                <a:ea typeface="Arial"/>
                <a:cs typeface="Arial"/>
                <a:sym typeface="Arial"/>
              </a:endParaRPr>
            </a:p>
          </p:txBody>
        </p:sp>
        <p:pic>
          <p:nvPicPr>
            <p:cNvPr id="17" name="Google Shape;17;p16"/>
            <p:cNvPicPr preferRelativeResize="0"/>
            <p:nvPr/>
          </p:nvPicPr>
          <p:blipFill rotWithShape="1">
            <a:blip r:embed="rId14">
              <a:alphaModFix/>
            </a:blip>
            <a:srcRect l="8081" t="7836" r="10621" b="9836"/>
            <a:stretch/>
          </p:blipFill>
          <p:spPr>
            <a:xfrm>
              <a:off x="11373763" y="365125"/>
              <a:ext cx="551707" cy="546550"/>
            </a:xfrm>
            <a:prstGeom prst="ellipse">
              <a:avLst/>
            </a:prstGeom>
            <a:noFill/>
            <a:ln>
              <a:noFill/>
            </a:ln>
          </p:spPr>
        </p:pic>
      </p:gr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01_1_enhanced.png"/><Relationship Id="rId4" Type="http://schemas.openxmlformats.org/officeDocument/2006/relationships/image" Target="../media/slide_001_2_enhanced.png"/><Relationship Id="rId5" Type="http://schemas.openxmlformats.org/officeDocument/2006/relationships/image" Target="../media/slide_001_3_enhanced.png"/><Relationship Id="rId6" Type="http://schemas.openxmlformats.org/officeDocument/2006/relationships/image" Target="../media/slide_001_4_enhanced.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02_1_enhanced.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06_1_enhanced.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09_1_enhanced.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10_1_enhanced.png"/><Relationship Id="rId4" Type="http://schemas.openxmlformats.org/officeDocument/2006/relationships/image" Target="../media/slide_010_2_enhanced.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15_1_enhanced.png"/><Relationship Id="rId4" Type="http://schemas.openxmlformats.org/officeDocument/2006/relationships/image" Target="../media/slide_015_2_enhanced.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16_1_enhanced.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18_1_enhanced.png"/><Relationship Id="rId4" Type="http://schemas.openxmlformats.org/officeDocument/2006/relationships/image" Target="../media/slide_018_2_enhanced.png"/><Relationship Id="rId5" Type="http://schemas.openxmlformats.org/officeDocument/2006/relationships/image" Target="../media/slide_018_3_enhanced.png"/><Relationship Id="rId6" Type="http://schemas.openxmlformats.org/officeDocument/2006/relationships/image" Target="../media/slide_018_4_enhanced.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19_1_enhanced.png"/><Relationship Id="rId4" Type="http://schemas.openxmlformats.org/officeDocument/2006/relationships/image" Target="../media/slide_019_2_enhanced.png"/><Relationship Id="rId5" Type="http://schemas.openxmlformats.org/officeDocument/2006/relationships/image" Target="../media/slide_019_3_enhanced.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slide_021_1_enhanced.png"/><Relationship Id="rId4" Type="http://schemas.openxmlformats.org/officeDocument/2006/relationships/image" Target="../media/slide_021_2_enhanced.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21409273" cy="17393675"/>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N</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NH</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में नाइट्रोजन पर एकाकी इलेक्ट्रॉन युग्म होता है तथा तीन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N-H </m:t>
                    </m:r>
                  </m:oMath>
                </a14:m>
              </mc:Choice>
              <mc:Fallback>
                <a:r>
                  <a:rPr lang="en-IN" sz="5000" dirty="0">
                    <a:solidFill>
                      <a:schemeClr val="lt1"/>
                    </a:solidFill>
                    <a:latin typeface="Cambria"/>
                    <a:ea typeface="Cambria"/>
                    <a:sym typeface="Cambria"/>
                  </a:rPr>
                  <a:t> N-H </a:t>
                </a:r>
              </mc:Fallback>
            </mc:AlternateContent>
            <a:r>
              <a:rPr lang="hi-IN" altLang="en-US" sz="5000" dirty="0">
                <a:cs typeface="Noto Sans Devanagari"/>
                <a:solidFill>
                  <a:schemeClr val="lt1"/>
                </a:solidFill>
                <a:latin typeface="Cambria"/>
                <a:ea typeface="Noto Sans Devanagari"/>
                <a:sym typeface="Cambria"/>
              </a:rPr>
              <a:t> बंधीय युग्म होते हैं।</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BC</m:t>
                    </m:r>
                    <m:sSub>
                      <m:sSubPr/>
                      <m:e>
                        <m:r>
                          <a:rPr lang="en-IN" sz="5000" dirty="0">
                            <a:solidFill>
                              <a:schemeClr val="lt1"/>
                            </a:solidFill>
                            <a:latin typeface="Cambria Math"/>
                            <a:ea typeface="Cambria Math"/>
                            <a:sym typeface="Cambria Math"/>
                          </a:rPr>
                          <m:t xml:space="preserve">l</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BCl</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में बोरॉन के पास केवल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6</m:t>
                    </m:r>
                    <m:sSup>
                      <m:sSupPr/>
                      <m:e>
                        <m:r>
                          <a:rPr lang="en-IN" sz="5000" dirty="0">
                            <a:solidFill>
                              <a:schemeClr val="lt1"/>
                            </a:solidFill>
                            <a:latin typeface="Cambria Math"/>
                            <a:ea typeface="Cambria Math"/>
                            <a:sym typeface="Cambria Math"/>
                          </a:rPr>
                          <m:t xml:space="preserve">e</m:t>
                        </m:r>
                      </m:e>
                      <m:sup>
                        <m:r>
                          <a:rPr lang="en-IN" sz="5000" dirty="0">
                            <a:solidFill>
                              <a:schemeClr val="lt1"/>
                            </a:solidFill>
                            <a:latin typeface="Cambria Math"/>
                            <a:ea typeface="Cambria Math"/>
                            <a:sym typeface="Cambria Math"/>
                          </a:rPr>
                          <m:t xml:space="preserve">-</m:t>
                        </m:r>
                      </m:sup>
                    </m:sSup>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6e</a:t>
                </a:r>
                <a:r>
                  <a:rPr baseline="52000" lang="en-IN" sz="3600" dirty="0">
                    <a:solidFill>
                      <a:schemeClr val="lt1"/>
                    </a:solidFill>
                    <a:latin typeface="Cambria"/>
                    <a:ea typeface="Cambria"/>
                    <a:sym typeface="Cambria"/>
                  </a:rPr>
                  <a:t>-</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होते हैं (अपूर्ण अष्टक)।</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N</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NH</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का एकाकी इलेक्ट्रॉन युग्म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BC</m:t>
                    </m:r>
                    <m:sSub>
                      <m:sSubPr/>
                      <m:e>
                        <m:r>
                          <a:rPr lang="en-IN" sz="5000" dirty="0">
                            <a:solidFill>
                              <a:schemeClr val="lt1"/>
                            </a:solidFill>
                            <a:latin typeface="Cambria Math"/>
                            <a:ea typeface="Cambria Math"/>
                            <a:sym typeface="Cambria Math"/>
                          </a:rPr>
                          <m:t xml:space="preserve">l</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BCl</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को दान करके उपसहसंयोजी बंध बनाता है:</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N → BC</m:t>
                    </m:r>
                    <m:sSub>
                      <m:sSubPr/>
                      <m:e>
                        <m:r>
                          <a:rPr lang="en-IN" sz="5000" dirty="0">
                            <a:solidFill>
                              <a:schemeClr val="lt1"/>
                            </a:solidFill>
                            <a:latin typeface="Cambria Math"/>
                            <a:ea typeface="Cambria Math"/>
                            <a:sym typeface="Cambria Math"/>
                          </a:rPr>
                          <m:t xml:space="preserve">l</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H</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N </a:t>
                </a:r>
                <a:r>
                  <a:rPr lang="en-IN" sz="5000" dirty="0">
                    <a:solidFill>
                      <a:schemeClr val="lt1"/>
                    </a:solidFill>
                    <a:latin typeface="Arial"/>
                    <a:ea typeface="Arial"/>
                    <a:sym typeface="Arial"/>
                  </a:rPr>
                  <a:t>→</a:t>
                </a:r>
                <a:r>
                  <a:rPr lang="en-IN" sz="5000" dirty="0">
                    <a:solidFill>
                      <a:schemeClr val="lt1"/>
                    </a:solidFill>
                    <a:latin typeface="Cambria"/>
                    <a:ea typeface="Cambria"/>
                    <a:sym typeface="Cambria"/>
                  </a:rPr>
                  <a:t> BCl</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लुईस अम्ल - क्षार सिद्धांत</a:t>
            </a:r>
          </a:p>
        </p:txBody>
      </p:sp>
      <p:pic>
        <p:nvPicPr>
          <p:cNvPr id="4" name="slide_001_1_enhanced.png"/>
          <p:cNvPicPr preferRelativeResize="0"/>
          <p:nvPr/>
        </p:nvPicPr>
        <p:blipFill rotWithShape="1">
          <a:blip r:embed="rId3"/>
          <a:srcRect/>
          <a:stretch>
            <a:fillRect/>
          </a:stretch>
        </p:blipFill>
        <p:spPr>
          <a:xfrm>
            <a:off x="27718953" y="3995695"/>
            <a:ext cx="2552753" cy="3143639"/>
          </a:xfrm>
          <a:prstGeom prst="rect">
            <a:avLst/>
          </a:prstGeom>
          <a:noFill/>
          <a:ln>
            <a:noFill/>
          </a:ln>
        </p:spPr>
      </p:pic>
      <p:pic>
        <p:nvPicPr>
          <p:cNvPr id="5" name="slide_001_2_enhanced.png"/>
          <p:cNvPicPr preferRelativeResize="0"/>
          <p:nvPr/>
        </p:nvPicPr>
        <p:blipFill rotWithShape="1">
          <a:blip r:embed="rId4"/>
          <a:srcRect/>
          <a:stretch>
            <a:fillRect/>
          </a:stretch>
        </p:blipFill>
        <p:spPr>
          <a:xfrm>
            <a:off x="26922254" y="7299334"/>
            <a:ext cx="4146151" cy="3143639"/>
          </a:xfrm>
          <a:prstGeom prst="rect">
            <a:avLst/>
          </a:prstGeom>
          <a:noFill/>
          <a:ln>
            <a:noFill/>
          </a:ln>
        </p:spPr>
      </p:pic>
      <p:pic>
        <p:nvPicPr>
          <p:cNvPr id="6" name="slide_001_3_enhanced.png"/>
          <p:cNvPicPr preferRelativeResize="0"/>
          <p:nvPr/>
        </p:nvPicPr>
        <p:blipFill rotWithShape="1">
          <a:blip r:embed="rId5"/>
          <a:srcRect/>
          <a:stretch>
            <a:fillRect/>
          </a:stretch>
        </p:blipFill>
        <p:spPr>
          <a:xfrm>
            <a:off x="25729738" y="10602973"/>
            <a:ext cx="6531182" cy="3143639"/>
          </a:xfrm>
          <a:prstGeom prst="rect">
            <a:avLst/>
          </a:prstGeom>
          <a:noFill/>
          <a:ln>
            <a:noFill/>
          </a:ln>
        </p:spPr>
      </p:pic>
      <p:pic>
        <p:nvPicPr>
          <p:cNvPr id="7" name="slide_001_4_enhanced.png"/>
          <p:cNvPicPr preferRelativeResize="0"/>
          <p:nvPr/>
        </p:nvPicPr>
        <p:blipFill rotWithShape="1">
          <a:blip r:embed="rId6"/>
          <a:srcRect/>
          <a:stretch>
            <a:fillRect/>
          </a:stretch>
        </p:blipFill>
        <p:spPr>
          <a:xfrm>
            <a:off x="27336090" y="13906612"/>
            <a:ext cx="3318479" cy="3143639"/>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8348964"/>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N</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NH</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 लुईस क्षार (एकाकी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p>
                      <m:sSupPr/>
                      <m:e>
                        <m:r>
                          <a:rPr lang="en-IN" sz="5000" dirty="0">
                            <a:solidFill>
                              <a:schemeClr val="lt1"/>
                            </a:solidFill>
                            <a:latin typeface="Cambria Math"/>
                            <a:ea typeface="Cambria Math"/>
                            <a:sym typeface="Cambria Math"/>
                          </a:rPr>
                          <m:t xml:space="preserve">e</m:t>
                        </m:r>
                      </m:e>
                      <m:sup>
                        <m:r>
                          <a:rPr lang="en-IN" sz="5000" dirty="0">
                            <a:solidFill>
                              <a:schemeClr val="lt1"/>
                            </a:solidFill>
                            <a:latin typeface="Cambria Math"/>
                            <a:ea typeface="Cambria Math"/>
                            <a:sym typeface="Cambria Math"/>
                          </a:rPr>
                          <m:t xml:space="preserve">-</m:t>
                        </m:r>
                      </m:sup>
                    </m:sSup>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e</a:t>
                </a:r>
                <a:r>
                  <a:rPr baseline="52000" lang="en-IN" sz="3600" dirty="0">
                    <a:solidFill>
                      <a:schemeClr val="lt1"/>
                    </a:solidFill>
                    <a:latin typeface="Cambria"/>
                    <a:ea typeface="Cambria"/>
                    <a:sym typeface="Cambria"/>
                  </a:rPr>
                  <a:t>-</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युग्म दाता)</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BC</m:t>
                    </m:r>
                    <m:sSub>
                      <m:sSubPr/>
                      <m:e>
                        <m:r>
                          <a:rPr lang="en-IN" sz="5000" dirty="0">
                            <a:solidFill>
                              <a:schemeClr val="lt1"/>
                            </a:solidFill>
                            <a:latin typeface="Cambria Math"/>
                            <a:ea typeface="Cambria Math"/>
                            <a:sym typeface="Cambria Math"/>
                          </a:rPr>
                          <m:t xml:space="preserve">l</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BCl</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 लुईस अम्ल (एकाकी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p>
                      <m:sSupPr/>
                      <m:e>
                        <m:r>
                          <a:rPr lang="en-IN" sz="5000" dirty="0">
                            <a:solidFill>
                              <a:schemeClr val="lt1"/>
                            </a:solidFill>
                            <a:latin typeface="Cambria Math"/>
                            <a:ea typeface="Cambria Math"/>
                            <a:sym typeface="Cambria Math"/>
                          </a:rPr>
                          <m:t xml:space="preserve">e</m:t>
                        </m:r>
                      </m:e>
                      <m:sup>
                        <m:r>
                          <a:rPr lang="en-IN" sz="5000" dirty="0">
                            <a:solidFill>
                              <a:schemeClr val="lt1"/>
                            </a:solidFill>
                            <a:latin typeface="Cambria Math"/>
                            <a:ea typeface="Cambria Math"/>
                            <a:sym typeface="Cambria Math"/>
                          </a:rPr>
                          <m:t xml:space="preserve">-</m:t>
                        </m:r>
                      </m:sup>
                    </m:sSup>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e</a:t>
                </a:r>
                <a:r>
                  <a:rPr baseline="52000" lang="en-IN" sz="3600" dirty="0">
                    <a:solidFill>
                      <a:schemeClr val="lt1"/>
                    </a:solidFill>
                    <a:latin typeface="Cambria"/>
                    <a:ea typeface="Cambria"/>
                    <a:sym typeface="Cambria"/>
                  </a:rPr>
                  <a:t>-</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युग्म ग्राही)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नाइट्रोजन का एकाकी इलेक्ट्रॉन युग्म बोरॉन की ओर दान होकर उपसहसंयोजी बंध बनाता है।</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उपसहसंयोजी बंध का निर्माण</a:t>
            </a:r>
          </a:p>
        </p:txBody>
      </p:sp>
      <p:pic>
        <p:nvPicPr>
          <p:cNvPr id="4" name="slide_002_1_enhanced.png"/>
          <p:cNvPicPr preferRelativeResize="0"/>
          <p:nvPr/>
        </p:nvPicPr>
        <p:blipFill rotWithShape="1">
          <a:blip r:embed="rId3"/>
          <a:srcRect/>
          <a:stretch>
            <a:fillRect/>
          </a:stretch>
        </p:blipFill>
        <p:spPr>
          <a:xfrm>
            <a:off x="15490585" y="10957769"/>
            <a:ext cx="5594829" cy="8724711"/>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ऐसे अणु, आयन जिनके केन्द्रीय परमाणु को अष्टक पूर्ण करने के लिये एकाकी इलेक्ट्रॉन युग्म की आवश्यकता होती है लुईस अम्ल कहलाते हैं अर्थात इलेक्ट्रॉन युग्म ग्राही लुईस अम्ल कहलाते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उदाहरण :-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BC</m:t>
                    </m:r>
                    <m:sSub>
                      <m:sSubPr/>
                      <m:e>
                        <m:r>
                          <a:rPr lang="en-IN" sz="5000" dirty="0">
                            <a:solidFill>
                              <a:schemeClr val="lt1"/>
                            </a:solidFill>
                            <a:latin typeface="Cambria Math"/>
                            <a:ea typeface="Cambria Math"/>
                            <a:sym typeface="Cambria Math"/>
                          </a:rPr>
                          <m:t xml:space="preserve">l</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BCl</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(बोरॉन ट्राइ क्लोराइड),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AlC</m:t>
                    </m:r>
                    <m:sSub>
                      <m:sSubPr/>
                      <m:e>
                        <m:r>
                          <a:rPr lang="en-IN" sz="5000" dirty="0">
                            <a:solidFill>
                              <a:schemeClr val="lt1"/>
                            </a:solidFill>
                            <a:latin typeface="Cambria Math"/>
                            <a:ea typeface="Cambria Math"/>
                            <a:sym typeface="Cambria Math"/>
                          </a:rPr>
                          <m:t xml:space="preserve">l</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AlCl</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(एल्युमीनियम ट्राइ क्लोराइड) आदि</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लुईस अम्ल</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ऐसे अणु, आयन या धातु जिनके केन्द्रीय परमाणु का अष्टक पूर्ण होता है तथा इनके पास एकाकी इलेक्ट्रॉन युग्म होते हैं जिसे ये रासायनिक अभिक्रिया में दान करके उपसहसंयोजी बंध बना सकते हैं, लुईस क्षार कहलाते हैं अर्थात इलेक्ट्रॉन युग्म दाता लुईस क्षार कहलाते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उदाहरण :-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N</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NH</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(अमोनिया) आदि।</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लुईस क्षार</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बॉन्ड पैरामीटर</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बन्ध लंबाई</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बन्ध कोण</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बन्ध एन्थैल्पी</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बॉन्ड आर्डर</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अनुनादी संरचना</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बन्धों की ध्रुवता</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बॉन्ड पैरामीटर</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21409273" cy="17393675"/>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बंध लंबाई को एक अणु में दो बंधित परमाणुओं के नाभिक के बीच संतुलन दूरी के रूप में परिभाषित किया जाता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बंध लंबाई को स्पेक्ट्रोस्कोपिक, एक्स–रे विवर्तन और इलेक्ट्रॉन विवर्तन तकनीकों द्वारा मापा जाता है।</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बन्ध लंबाई</a:t>
            </a:r>
          </a:p>
        </p:txBody>
      </p:sp>
      <p:pic>
        <p:nvPicPr>
          <p:cNvPr id="4" name="slide_006_1_enhanced.png"/>
          <p:cNvPicPr preferRelativeResize="0"/>
          <p:nvPr/>
        </p:nvPicPr>
        <p:blipFill rotWithShape="1">
          <a:blip r:embed="rId3"/>
          <a:srcRect/>
          <a:stretch>
            <a:fillRect/>
          </a:stretch>
        </p:blipFill>
        <p:spPr>
          <a:xfrm>
            <a:off x="23055193" y="6783665"/>
            <a:ext cx="11880273" cy="7478618"/>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बंध लंबाई: कुछ सामान्य अणुओं में बंध लंबाई</a:t>
            </a:r>
          </a:p>
        </p:txBody>
      </p:sp>
      <p:graphicFrame>
        <p:nvGraphicFramePr>
          <p:cNvPr id="3" name="ContentTable"/>
          <p:cNvGraphicFramePr>
            <a:graphicFrameLocks noGrp="1"/>
          </p:cNvGraphicFramePr>
          <p:nvPr/>
        </p:nvGraphicFramePr>
        <p:xfrm>
          <a:off x="6096000" y="2773368"/>
          <a:ext cx="24384000" cy="9240000"/>
        </p:xfrm>
        <a:graphic>
          <a:graphicData uri="http://schemas.openxmlformats.org/drawingml/2006/table">
            <a:tbl>
              <a:tblPr firstRow="1" bandRow="1">
                <a:tableStyleId>{5C22544A-7EE6-4342-B048-85BDC9FD1C3A}</a:tableStyleId>
              </a:tblPr>
              <a:tblGrid>
                <a:gridCol w="12192000"/>
                <a:gridCol w="12192000"/>
              </a:tblGrid>
              <a:tr h="1320000">
                <a:tc>
                  <a:txBody>
                    <a:bodyPr/>
                    <a:lstStyle/>
                    <a:p>
                      <a:pPr algn="l" marL="0" marR="0" lvl="0" indent="0" rtl="0">
                        <a:lnSpc>
                          <a:spcPct val="110000"/>
                        </a:lnSpc>
                        <a:spcBef>
                          <a:spcPts val="600"/>
                        </a:spcBef>
                        <a:spcAft>
                          <a:spcPts val="0"/>
                        </a:spcAft>
                        <a:buClr>
                          <a:srgbClr val="000000"/>
                        </a:buClr>
                        <a:buFont typeface="Arial"/>
                        <a:buNone/>
                      </a:pPr>
                      <a:r>
                        <a:rPr lang="hi-IN" altLang="en-US" sz="5000" b="1" i="0" u="none" strike="noStrike" cap="none" dirty="0">
                          <a:cs typeface="Noto Sans Devanagari"/>
                          <a:solidFill>
                            <a:schemeClr val="tx1"/>
                          </a:solidFill>
                          <a:latin typeface="Cambria"/>
                          <a:ea typeface="Noto Sans Devanagari"/>
                          <a:sym typeface="Arial"/>
                        </a:rPr>
                        <a:t>अणु</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rtl="0">
                        <a:lnSpc>
                          <a:spcPct val="110000"/>
                        </a:lnSpc>
                        <a:spcBef>
                          <a:spcPts val="600"/>
                        </a:spcBef>
                        <a:spcAft>
                          <a:spcPts val="0"/>
                        </a:spcAft>
                        <a:buClr>
                          <a:srgbClr val="000000"/>
                        </a:buClr>
                        <a:buFont typeface="Arial"/>
                        <a:buNone/>
                      </a:pPr>
                      <a:r>
                        <a:rPr lang="hi-IN" altLang="en-US" sz="5000" b="1" i="0" u="none" strike="noStrike" cap="none" dirty="0">
                          <a:cs typeface="Noto Sans Devanagari"/>
                          <a:solidFill>
                            <a:schemeClr val="tx1"/>
                          </a:solidFill>
                          <a:latin typeface="Cambria"/>
                          <a:ea typeface="Noto Sans Devanagari"/>
                          <a:sym typeface="Arial"/>
                        </a:rPr>
                        <a:t>बंध लंबाई(pm)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000">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mc:AlternateContent xmlns:mc="http://schemas.openxmlformats.org/markup-compatibility/2006">
                        <mc:Choice xmlns:a14="http://schemas.microsoft.com/office/drawing/2010/main" Requires="a14">
                          <a14:m xmlns:m="http://schemas.openxmlformats.org/officeDocument/2006/math">
                            <m:oMath>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sSub>
                                <m:sSubPr/>
                                <m:e>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H</m:t>
                                  </m:r>
                                </m:e>
                                <m: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2</m:t>
                                  </m:r>
                                </m:sub>
                              </m:s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oMath>
                          </a14:m>
                        </mc:Choice>
                        <mc:Fallback>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H</a:t>
                          </a:r>
                          <a:r>
                            <a:rPr kumimoji="0" lang="en-IN" sz="3600" b="0" i="0" u="none" strike="noStrike" kern="0" cap="none" spc="0" normalizeH="0" baseline="-25000" noProof="0" dirty="0">
                              <a:ln>
                                <a:noFill/>
                              </a:ln>
                              <a:solidFill>
                                <a:srgbClr val="000000"/>
                              </a:solidFill>
                              <a:effectLst/>
                              <a:uLnTx/>
                              <a:uFillTx/>
                              <a:latin typeface="Cambria"/>
                              <a:ea typeface="Cambria"/>
                              <a:cs typeface="+mn-cs"/>
                              <a:sym typeface="Arial"/>
                            </a:rPr>
                            <a:t>2</a:t>
                          </a: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a:t>
                          </a:r>
                        </mc:Fallback>
                      </mc:AlternateContent>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74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000">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mc:AlternateContent xmlns:mc="http://schemas.openxmlformats.org/markup-compatibility/2006">
                        <mc:Choice xmlns:a14="http://schemas.microsoft.com/office/drawing/2010/main" Requires="a14">
                          <a14:m xmlns:m="http://schemas.openxmlformats.org/officeDocument/2006/math">
                            <m:oMath>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sSub>
                                <m:sSubPr/>
                                <m:e>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F</m:t>
                                  </m:r>
                                </m:e>
                                <m: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2</m:t>
                                  </m:r>
                                </m:sub>
                              </m:s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oMath>
                          </a14:m>
                        </mc:Choice>
                        <mc:Fallback>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F</a:t>
                          </a:r>
                          <a:r>
                            <a:rPr kumimoji="0" lang="en-IN" sz="3600" b="0" i="0" u="none" strike="noStrike" kern="0" cap="none" spc="0" normalizeH="0" baseline="-25000" noProof="0" dirty="0">
                              <a:ln>
                                <a:noFill/>
                              </a:ln>
                              <a:solidFill>
                                <a:srgbClr val="000000"/>
                              </a:solidFill>
                              <a:effectLst/>
                              <a:uLnTx/>
                              <a:uFillTx/>
                              <a:latin typeface="Cambria"/>
                              <a:ea typeface="Cambria"/>
                              <a:cs typeface="+mn-cs"/>
                              <a:sym typeface="Arial"/>
                            </a:rPr>
                            <a:t>2</a:t>
                          </a: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a:t>
                          </a:r>
                        </mc:Fallback>
                      </mc:AlternateContent>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144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000">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mc:AlternateContent xmlns:mc="http://schemas.openxmlformats.org/markup-compatibility/2006">
                        <mc:Choice xmlns:a14="http://schemas.microsoft.com/office/drawing/2010/main" Requires="a14">
                          <a14:m xmlns:m="http://schemas.openxmlformats.org/officeDocument/2006/math">
                            <m:oMath>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C</m:t>
                              </m:r>
                              <m:sSub>
                                <m:sSubPr/>
                                <m:e>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l</m:t>
                                  </m:r>
                                </m:e>
                                <m: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2</m:t>
                                  </m:r>
                                </m:sub>
                              </m:s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oMath>
                          </a14:m>
                        </mc:Choice>
                        <mc:Fallback>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Cl</a:t>
                          </a:r>
                          <a:r>
                            <a:rPr kumimoji="0" lang="en-IN" sz="3600" b="0" i="0" u="none" strike="noStrike" kern="0" cap="none" spc="0" normalizeH="0" baseline="-25000" noProof="0" dirty="0">
                              <a:ln>
                                <a:noFill/>
                              </a:ln>
                              <a:solidFill>
                                <a:srgbClr val="000000"/>
                              </a:solidFill>
                              <a:effectLst/>
                              <a:uLnTx/>
                              <a:uFillTx/>
                              <a:latin typeface="Cambria"/>
                              <a:ea typeface="Cambria"/>
                              <a:cs typeface="+mn-cs"/>
                              <a:sym typeface="Arial"/>
                            </a:rPr>
                            <a:t>2</a:t>
                          </a: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a:t>
                          </a:r>
                        </mc:Fallback>
                      </mc:AlternateContent>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199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000">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mc:AlternateContent xmlns:mc="http://schemas.openxmlformats.org/markup-compatibility/2006">
                        <mc:Choice xmlns:a14="http://schemas.microsoft.com/office/drawing/2010/main" Requires="a14">
                          <a14:m xmlns:m="http://schemas.openxmlformats.org/officeDocument/2006/math">
                            <m:oMath>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B</m:t>
                              </m:r>
                              <m:sSub>
                                <m:sSubPr/>
                                <m:e>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r</m:t>
                                  </m:r>
                                </m:e>
                                <m: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2</m:t>
                                  </m:r>
                                </m:sub>
                              </m:s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oMath>
                          </a14:m>
                        </mc:Choice>
                        <mc:Fallback>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Br</a:t>
                          </a:r>
                          <a:r>
                            <a:rPr kumimoji="0" lang="en-IN" sz="3600" b="0" i="0" u="none" strike="noStrike" kern="0" cap="none" spc="0" normalizeH="0" baseline="-25000" noProof="0" dirty="0">
                              <a:ln>
                                <a:noFill/>
                              </a:ln>
                              <a:solidFill>
                                <a:srgbClr val="000000"/>
                              </a:solidFill>
                              <a:effectLst/>
                              <a:uLnTx/>
                              <a:uFillTx/>
                              <a:latin typeface="Cambria"/>
                              <a:ea typeface="Cambria"/>
                              <a:cs typeface="+mn-cs"/>
                              <a:sym typeface="Arial"/>
                            </a:rPr>
                            <a:t>2</a:t>
                          </a: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a:t>
                          </a:r>
                        </mc:Fallback>
                      </mc:AlternateContent>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228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000">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mc:AlternateContent xmlns:mc="http://schemas.openxmlformats.org/markup-compatibility/2006">
                        <mc:Choice xmlns:a14="http://schemas.microsoft.com/office/drawing/2010/main" Requires="a14">
                          <a14:m xmlns:m="http://schemas.openxmlformats.org/officeDocument/2006/math">
                            <m:oMath>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sSub>
                                <m:sSubPr/>
                                <m:e>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I</m:t>
                                  </m:r>
                                </m:e>
                                <m: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2</m:t>
                                  </m:r>
                                </m:sub>
                              </m:s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oMath>
                          </a14:m>
                        </mc:Choice>
                        <mc:Fallback>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I</a:t>
                          </a:r>
                          <a:r>
                            <a:rPr kumimoji="0" lang="en-IN" sz="3600" b="0" i="0" u="none" strike="noStrike" kern="0" cap="none" spc="0" normalizeH="0" baseline="-25000" noProof="0" dirty="0">
                              <a:ln>
                                <a:noFill/>
                              </a:ln>
                              <a:solidFill>
                                <a:srgbClr val="000000"/>
                              </a:solidFill>
                              <a:effectLst/>
                              <a:uLnTx/>
                              <a:uFillTx/>
                              <a:latin typeface="Cambria"/>
                              <a:ea typeface="Cambria"/>
                              <a:cs typeface="+mn-cs"/>
                              <a:sym typeface="Arial"/>
                            </a:rPr>
                            <a:t>2</a:t>
                          </a: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a:t>
                          </a:r>
                        </mc:Fallback>
                      </mc:AlternateContent>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267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320000">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mc:AlternateContent xmlns:mc="http://schemas.openxmlformats.org/markup-compatibility/2006">
                        <mc:Choice xmlns:a14="http://schemas.microsoft.com/office/drawing/2010/main" Requires="a14">
                          <a14:m xmlns:m="http://schemas.openxmlformats.org/officeDocument/2006/math">
                            <m:oMath>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sSub>
                                <m:sSubPr/>
                                <m:e>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N</m:t>
                                  </m:r>
                                </m:e>
                                <m: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2</m:t>
                                  </m:r>
                                </m:sub>
                              </m:sSub>
                              <m:r>
                                <a:rPr kumimoji="0" lang="en-IN" sz="5000" b="0" i="0" u="none" strike="noStrike" kern="0" cap="none" spc="0" normalizeH="0" baseline="0" noProof="0" dirty="0">
                                  <a:ln>
                                    <a:noFill/>
                                  </a:ln>
                                  <a:solidFill>
                                    <a:srgbClr val="000000"/>
                                  </a:solidFill>
                                  <a:effectLst/>
                                  <a:uLnTx/>
                                  <a:uFillTx/>
                                  <a:latin typeface="Cambria Math"/>
                                  <a:ea typeface="Cambria Math"/>
                                  <a:cs typeface="Cambria Math"/>
                                  <a:sym typeface="Cambria Math"/>
                                </a:rPr>
                                <m:t xml:space="preserve"> </m:t>
                              </m:r>
                            </m:oMath>
                          </a14:m>
                        </mc:Choice>
                        <mc:Fallback>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N</a:t>
                          </a:r>
                          <a:r>
                            <a:rPr kumimoji="0" lang="en-IN" sz="3600" b="0" i="0" u="none" strike="noStrike" kern="0" cap="none" spc="0" normalizeH="0" baseline="-25000" noProof="0" dirty="0">
                              <a:ln>
                                <a:noFill/>
                              </a:ln>
                              <a:solidFill>
                                <a:srgbClr val="000000"/>
                              </a:solidFill>
                              <a:effectLst/>
                              <a:uLnTx/>
                              <a:uFillTx/>
                              <a:latin typeface="Cambria"/>
                              <a:ea typeface="Cambria"/>
                              <a:cs typeface="+mn-cs"/>
                              <a:sym typeface="Arial"/>
                            </a:rPr>
                            <a:t>2</a:t>
                          </a: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 </a:t>
                          </a:r>
                        </mc:Fallback>
                      </mc:AlternateContent>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marL="0" marR="0" lvl="0" indent="0"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109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एकल बंध &gt; द्विबंध &gt; त्रिबंध</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F-F &gt; O=O &gt; N≡ N </m:t>
                    </m:r>
                  </m:oMath>
                </a14:m>
              </mc:Choice>
              <mc:Fallback>
                <a:r>
                  <a:rPr lang="en-IN" sz="5000" dirty="0">
                    <a:solidFill>
                      <a:schemeClr val="lt1"/>
                    </a:solidFill>
                    <a:latin typeface="Cambria"/>
                    <a:ea typeface="Cambria"/>
                    <a:sym typeface="Cambria"/>
                  </a:rPr>
                  <a:t> F-F &gt; O=O &gt; N</a:t>
                </a:r>
                <a:r>
                  <a:rPr lang="en-IN" sz="5000" dirty="0">
                    <a:solidFill>
                      <a:schemeClr val="lt1"/>
                    </a:solidFill>
                    <a:latin typeface="Arial"/>
                    <a:ea typeface="Arial"/>
                    <a:sym typeface="Arial"/>
                  </a:rPr>
                  <a:t>≡</a:t>
                </a:r>
                <a:r>
                  <a:rPr lang="en-IN" sz="5000" dirty="0">
                    <a:solidFill>
                      <a:schemeClr val="lt1"/>
                    </a:solidFill>
                    <a:latin typeface="Cambria"/>
                    <a:ea typeface="Cambria"/>
                    <a:sym typeface="Cambria"/>
                  </a:rPr>
                  <a:t> N </a:t>
                </a:r>
              </mc:Fallback>
            </mc:AlternateContent>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बंध लंबाई</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9566521"/>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R = </m:t>
                    </m:r>
                    <m:sSub>
                      <m:sSubPr/>
                      <m:e>
                        <m:r>
                          <a:rPr lang="en-IN" sz="5000" dirty="0">
                            <a:solidFill>
                              <a:schemeClr val="lt1"/>
                            </a:solidFill>
                            <a:latin typeface="Cambria Math"/>
                            <a:ea typeface="Cambria Math"/>
                            <a:sym typeface="Cambria Math"/>
                          </a:rPr>
                          <m:t xml:space="preserve">r</m:t>
                        </m:r>
                      </m:e>
                      <m:sub>
                        <m:r>
                          <a:rPr lang="en-IN" sz="5000" dirty="0">
                            <a:solidFill>
                              <a:schemeClr val="lt1"/>
                            </a:solidFill>
                            <a:latin typeface="Cambria Math"/>
                            <a:ea typeface="Cambria Math"/>
                            <a:sym typeface="Cambria Math"/>
                          </a:rPr>
                          <m:t xml:space="preserve">A</m:t>
                        </m:r>
                      </m:sub>
                    </m:sSub>
                    <m:r>
                      <a:rPr lang="en-IN" sz="5000" dirty="0">
                        <a:solidFill>
                          <a:schemeClr val="lt1"/>
                        </a:solidFill>
                        <a:latin typeface="Cambria Math"/>
                        <a:ea typeface="Cambria Math"/>
                        <a:sym typeface="Cambria Math"/>
                      </a:rPr>
                      <m:t xml:space="preserve"> + </m:t>
                    </m:r>
                    <m:sSub>
                      <m:sSubPr/>
                      <m:e>
                        <m:r>
                          <a:rPr lang="en-IN" sz="5000" dirty="0">
                            <a:solidFill>
                              <a:schemeClr val="lt1"/>
                            </a:solidFill>
                            <a:latin typeface="Cambria Math"/>
                            <a:ea typeface="Cambria Math"/>
                            <a:sym typeface="Cambria Math"/>
                          </a:rPr>
                          <m:t xml:space="preserve">r</m:t>
                        </m:r>
                      </m:e>
                      <m:sub>
                        <m:r>
                          <a:rPr lang="en-IN" sz="5000" dirty="0">
                            <a:solidFill>
                              <a:schemeClr val="lt1"/>
                            </a:solidFill>
                            <a:latin typeface="Cambria Math"/>
                            <a:ea typeface="Cambria Math"/>
                            <a:sym typeface="Cambria Math"/>
                          </a:rPr>
                          <m:t xml:space="preserve">B</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R = r</a:t>
                </a:r>
                <a:r>
                  <a:rPr baseline="-25000" lang="en-IN" sz="3600" dirty="0">
                    <a:solidFill>
                      <a:schemeClr val="lt1"/>
                    </a:solidFill>
                    <a:latin typeface="Cambria"/>
                    <a:ea typeface="Cambria"/>
                    <a:sym typeface="Cambria"/>
                  </a:rPr>
                  <a:t>A</a:t>
                </a:r>
                <a:r>
                  <a:rPr lang="en-IN" sz="5000" dirty="0">
                    <a:solidFill>
                      <a:schemeClr val="lt1"/>
                    </a:solidFill>
                    <a:latin typeface="Cambria"/>
                    <a:ea typeface="Cambria"/>
                    <a:sym typeface="Cambria"/>
                  </a:rPr>
                  <a:t> + r</a:t>
                </a:r>
                <a:r>
                  <a:rPr baseline="-25000" lang="en-IN" sz="3600" dirty="0">
                    <a:solidFill>
                      <a:schemeClr val="lt1"/>
                    </a:solidFill>
                    <a:latin typeface="Cambria"/>
                    <a:ea typeface="Cambria"/>
                    <a:sym typeface="Cambria"/>
                  </a:rPr>
                  <a:t>B</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 R बंध लंबाई है और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r</m:t>
                        </m:r>
                      </m:e>
                      <m:sub>
                        <m:r>
                          <a:rPr lang="en-IN" sz="5000" dirty="0">
                            <a:solidFill>
                              <a:schemeClr val="lt1"/>
                            </a:solidFill>
                            <a:latin typeface="Cambria Math"/>
                            <a:ea typeface="Cambria Math"/>
                            <a:sym typeface="Cambria Math"/>
                          </a:rPr>
                          <m:t xml:space="preserve">A</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r</a:t>
                </a:r>
                <a:r>
                  <a:rPr baseline="-25000" lang="en-IN" sz="3600" dirty="0">
                    <a:solidFill>
                      <a:schemeClr val="lt1"/>
                    </a:solidFill>
                    <a:latin typeface="Cambria"/>
                    <a:ea typeface="Cambria"/>
                    <a:sym typeface="Cambria"/>
                  </a:rPr>
                  <a:t>A</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और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r</m:t>
                        </m:r>
                      </m:e>
                      <m:sub>
                        <m:r>
                          <a:rPr lang="en-IN" sz="5000" dirty="0">
                            <a:solidFill>
                              <a:schemeClr val="lt1"/>
                            </a:solidFill>
                            <a:latin typeface="Cambria Math"/>
                            <a:ea typeface="Cambria Math"/>
                            <a:sym typeface="Cambria Math"/>
                          </a:rPr>
                          <m:t xml:space="preserve">B</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r</a:t>
                </a:r>
                <a:r>
                  <a:rPr baseline="-25000" lang="en-IN" sz="3600" dirty="0">
                    <a:solidFill>
                      <a:schemeClr val="lt1"/>
                    </a:solidFill>
                    <a:latin typeface="Cambria"/>
                    <a:ea typeface="Cambria"/>
                    <a:sym typeface="Cambria"/>
                  </a:rPr>
                  <a:t>B</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क्रमशः परमाणु A और B की सहसंयोजक त्रिज्याएँ हैं।</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बंध लंबाई</a:t>
            </a:r>
          </a:p>
        </p:txBody>
      </p:sp>
      <p:pic>
        <p:nvPicPr>
          <p:cNvPr id="4" name="slide_009_1_enhanced.png"/>
          <p:cNvPicPr preferRelativeResize="0"/>
          <p:nvPr/>
        </p:nvPicPr>
        <p:blipFill rotWithShape="1">
          <a:blip r:embed="rId3"/>
          <a:srcRect/>
          <a:stretch>
            <a:fillRect/>
          </a:stretch>
        </p:blipFill>
        <p:spPr>
          <a:xfrm>
            <a:off x="14348457" y="12175326"/>
            <a:ext cx="7879086" cy="7507154"/>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21409273" cy="17393675"/>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इसे एक अणु/जटिल आयन में केंद्रीय परमाणु के चारों ओर बंधन इलेक्ट्रॉन युग्मों वाले कक्षकों के बीच के कोण के रूप में परिभाषित किया जाता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बंधन कोण को डिग्री में व्यक्त किया जाता है जिसे स्पेक्ट्रोस्कोपिक विधियों द्वारा प्रयोगात्मक रूप से निर्धारित किया जा सकता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यह अणु के आकार को निर्धारित करने में मदद करता है।</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बन्ध कोण</a:t>
            </a:r>
          </a:p>
        </p:txBody>
      </p:sp>
      <p:pic>
        <p:nvPicPr>
          <p:cNvPr id="4" name="slide_010_1_enhanced.png"/>
          <p:cNvPicPr preferRelativeResize="0"/>
          <p:nvPr/>
        </p:nvPicPr>
        <p:blipFill rotWithShape="1">
          <a:blip r:embed="rId3"/>
          <a:srcRect/>
          <a:stretch>
            <a:fillRect/>
          </a:stretch>
        </p:blipFill>
        <p:spPr>
          <a:xfrm>
            <a:off x="25955898" y="3995695"/>
            <a:ext cx="6078863" cy="6447279"/>
          </a:xfrm>
          <a:prstGeom prst="rect">
            <a:avLst/>
          </a:prstGeom>
          <a:noFill/>
          <a:ln>
            <a:noFill/>
          </a:ln>
        </p:spPr>
      </p:pic>
      <p:pic>
        <p:nvPicPr>
          <p:cNvPr id="5" name="slide_010_2_enhanced.png"/>
          <p:cNvPicPr preferRelativeResize="0"/>
          <p:nvPr/>
        </p:nvPicPr>
        <p:blipFill rotWithShape="1">
          <a:blip r:embed="rId4"/>
          <a:srcRect/>
          <a:stretch>
            <a:fillRect/>
          </a:stretch>
        </p:blipFill>
        <p:spPr>
          <a:xfrm>
            <a:off x="24127714" y="10602974"/>
            <a:ext cx="9735230" cy="6447279"/>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2" name="Google Shape;129;p29"/>
          <p:cNvSpPr txBox="1"/>
          <p:nvPr/>
        </p:nvSpPr>
        <p:spPr>
          <a:xfrm>
            <a:off x="1104806" y="2396709"/>
            <a:ext cx="34747200" cy="1645920"/>
          </a:xfrm>
          <a:prstGeom prst="rect">
            <a:avLst/>
          </a:prstGeom>
          <a:noFill/>
          <a:ln>
            <a:noFill/>
          </a:ln>
        </p:spPr>
        <p:txBody>
          <a:bodyPr spcFirstLastPara="1" wrap="square" lIns="91425" tIns="45700" rIns="91425" bIns="45700" anchor="t" anchorCtr="0">
            <a:spAutoFit/>
          </a:bodyPr>
          <a:lstStyle/>
          <a:p>
            <a:pPr algn="l" marL="0" lvl="0" indent="0">
              <a:buSzPts val="8400"/>
              <a:buFont typeface="Arial"/>
              <a:buNone/>
            </a:pPr>
            <mc:AlternateContent xmlns:mc="http://schemas.openxmlformats.org/markup-compatibility/2006">
              <mc:Choice xmlns:a14="http://schemas.microsoft.com/office/drawing/2010/main" Requires="a14">
                <a14:m xmlns:m="http://schemas.openxmlformats.org/officeDocument/2006/math">
                  <m:oMath>
                    <m:r>
                      <a:rPr lang="en-IN" sz="6000" b="1" dirty="0">
                        <a:solidFill>
                          <a:schemeClr val="lt1"/>
                        </a:solidFill>
                        <a:latin typeface="Cambria Math"/>
                        <a:ea typeface="Cambria Math"/>
                        <a:sym typeface="Cambria Math"/>
                      </a:rPr>
                      <m:t xml:space="preserve"> </m:t>
                    </m:r>
                    <m:sSub>
                      <m:sSubPr/>
                      <m:e>
                        <m:r>
                          <a:rPr lang="en-IN" sz="6000" b="1" dirty="0">
                            <a:solidFill>
                              <a:schemeClr val="lt1"/>
                            </a:solidFill>
                            <a:latin typeface="Cambria Math"/>
                            <a:ea typeface="Cambria Math"/>
                            <a:sym typeface="Cambria Math"/>
                          </a:rPr>
                          <m:t xml:space="preserve">H</m:t>
                        </m:r>
                      </m:e>
                      <m:sub>
                        <m:r>
                          <a:rPr lang="en-IN" sz="6000" b="1" dirty="0">
                            <a:solidFill>
                              <a:schemeClr val="lt1"/>
                            </a:solidFill>
                            <a:latin typeface="Cambria Math"/>
                            <a:ea typeface="Cambria Math"/>
                            <a:sym typeface="Cambria Math"/>
                          </a:rPr>
                          <m:t xml:space="preserve">2</m:t>
                        </m:r>
                      </m:sub>
                    </m:sSub>
                    <m:r>
                      <a:rPr lang="en-IN" sz="6000" b="1" dirty="0">
                        <a:solidFill>
                          <a:schemeClr val="lt1"/>
                        </a:solidFill>
                        <a:latin typeface="Cambria Math"/>
                        <a:ea typeface="Cambria Math"/>
                        <a:sym typeface="Cambria Math"/>
                      </a:rPr>
                      <m:t xml:space="preserve">O </m:t>
                    </m:r>
                  </m:oMath>
                </a14:m>
              </mc:Choice>
              <mc:Fallback>
                <a:r>
                  <a:rPr lang="en-IN" sz="6000" b="1" dirty="0">
                    <a:solidFill>
                      <a:schemeClr val="lt1"/>
                    </a:solidFill>
                    <a:latin typeface="Cambria"/>
                    <a:ea typeface="Cambria"/>
                    <a:sym typeface="Cambria"/>
                  </a:rPr>
                  <a:t> H</a:t>
                </a:r>
                <a:r>
                  <a:rPr baseline="-25000" lang="en-IN" sz="4320" b="1" dirty="0">
                    <a:solidFill>
                      <a:schemeClr val="lt1"/>
                    </a:solidFill>
                    <a:latin typeface="Cambria"/>
                    <a:ea typeface="Cambria"/>
                    <a:sym typeface="Cambria"/>
                  </a:rPr>
                  <a:t>2</a:t>
                </a:r>
                <a:r>
                  <a:rPr lang="en-IN" sz="6000" b="1" dirty="0">
                    <a:solidFill>
                      <a:schemeClr val="lt1"/>
                    </a:solidFill>
                    <a:latin typeface="Cambria"/>
                    <a:ea typeface="Cambria"/>
                    <a:sym typeface="Cambria"/>
                  </a:rPr>
                  <a:t>O </a:t>
                </a:r>
              </mc:Fallback>
            </mc:AlternateContent>
            <a:r>
              <a:rPr lang="hi-IN" altLang="en-US" sz="6000" b="1" dirty="0">
                <a:cs typeface="Noto Sans Devanagari"/>
                <a:solidFill>
                  <a:schemeClr val="lt1"/>
                </a:solidFill>
                <a:latin typeface="Cambria"/>
                <a:ea typeface="Noto Sans Devanagari"/>
                <a:sym typeface="Cambria"/>
              </a:rPr>
              <a:t> में बंध कोण है...</a:t>
            </a:r>
          </a:p>
        </p:txBody>
      </p:sp>
      <p:sp>
        <p:nvSpPr>
          <p:cNvPr id="3" name="Google Shape;130;p29"/>
          <p:cNvSpPr txBox="1"/>
          <p:nvPr/>
        </p:nvSpPr>
        <p:spPr>
          <a:xfrm>
            <a:off x="3107605" y="5653418"/>
            <a:ext cx="32744401" cy="1597340"/>
          </a:xfrm>
          <a:prstGeom prst="rect">
            <a:avLst/>
          </a:prstGeom>
          <a:noFill/>
          <a:ln>
            <a:noFill/>
          </a:ln>
        </p:spPr>
        <p:txBody>
          <a:bodyPr spcFirstLastPara="1" wrap="square" lIns="91425" tIns="45700" rIns="91425" bIns="45700" anchor="t" anchorCtr="0">
            <a:spAutoFit/>
          </a:bodyPr>
          <a:lstStyle/>
          <a:p>
            <a:pPr algn="l" marL="0" indent="0">
              <a:buSzPts val="8400"/>
            </a:pPr>
            <mc:AlternateContent xmlns:mc="http://schemas.openxmlformats.org/markup-compatibility/2006">
              <mc:Choice xmlns:a14="http://schemas.microsoft.com/office/drawing/2010/main" Requires="a14">
                <a14:m xmlns:m="http://schemas.openxmlformats.org/officeDocument/2006/math">
                  <m:oMath>
                    <m:r>
                      <a:rPr lang="en-IN" sz="6000" b="1" dirty="0">
                        <a:solidFill>
                          <a:schemeClr val="lt1"/>
                        </a:solidFill>
                        <a:latin typeface="Cambria Math"/>
                        <a:ea typeface="Cambria Math"/>
                        <a:sym typeface="Cambria Math"/>
                      </a:rPr>
                      <m:t xml:space="preserve"> 109°</m:t>
                    </m:r>
                    <m:sSup>
                      <m:sSupPr/>
                      <m:e>
                        <m:r>
                          <a:rPr lang="en-IN" sz="6000" b="1" dirty="0">
                            <a:solidFill>
                              <a:schemeClr val="lt1"/>
                            </a:solidFill>
                            <a:latin typeface="Cambria Math"/>
                            <a:ea typeface="Cambria Math"/>
                            <a:sym typeface="Cambria Math"/>
                          </a:rPr>
                          <m:t xml:space="preserve">2</m:t>
                        </m:r>
                      </m:e>
                      <m:sup>
                        <m:r>
                          <a:rPr lang="en-IN" sz="6000" b="1" dirty="0">
                            <a:solidFill>
                              <a:schemeClr val="lt1"/>
                            </a:solidFill>
                            <a:latin typeface="Cambria Math"/>
                            <a:ea typeface="Cambria Math"/>
                            <a:sym typeface="Cambria Math"/>
                          </a:rPr>
                          <m:t xml:space="preserve">1</m:t>
                        </m:r>
                      </m:sup>
                    </m:sSup>
                    <m:r>
                      <a:rPr lang="en-IN" sz="6000" b="1" dirty="0">
                        <a:solidFill>
                          <a:schemeClr val="lt1"/>
                        </a:solidFill>
                        <a:latin typeface="Cambria Math"/>
                        <a:ea typeface="Cambria Math"/>
                        <a:sym typeface="Cambria Math"/>
                      </a:rPr>
                      <m:t xml:space="preserve"> </m:t>
                    </m:r>
                  </m:oMath>
                </a14:m>
              </mc:Choice>
              <mc:Fallback>
                <a:r>
                  <a:rPr lang="en-IN" sz="6000" b="1" dirty="0">
                    <a:solidFill>
                      <a:schemeClr val="lt1"/>
                    </a:solidFill>
                    <a:latin typeface="Cambria"/>
                    <a:ea typeface="Cambria"/>
                    <a:sym typeface="Cambria"/>
                  </a:rPr>
                  <a:t> 109</a:t>
                </a:r>
                <a:r>
                  <a:rPr lang="en-IN" sz="6000" b="1" dirty="0">
                    <a:solidFill>
                      <a:schemeClr val="lt1"/>
                    </a:solidFill>
                    <a:latin typeface="Arial"/>
                    <a:ea typeface="Arial"/>
                    <a:sym typeface="Arial"/>
                  </a:rPr>
                  <a:t>°</a:t>
                </a:r>
                <a:r>
                  <a:rPr lang="en-IN" sz="6000" b="1" dirty="0">
                    <a:solidFill>
                      <a:schemeClr val="lt1"/>
                    </a:solidFill>
                    <a:latin typeface="Cambria"/>
                    <a:ea typeface="Cambria"/>
                    <a:sym typeface="Cambria"/>
                  </a:rPr>
                  <a:t>2</a:t>
                </a:r>
                <a:r>
                  <a:rPr baseline="52000" lang="en-IN" sz="4320" b="1" dirty="0">
                    <a:solidFill>
                      <a:schemeClr val="lt1"/>
                    </a:solidFill>
                    <a:latin typeface="Cambria"/>
                    <a:ea typeface="Cambria"/>
                    <a:sym typeface="Cambria"/>
                  </a:rPr>
                  <a:t>1</a:t>
                </a:r>
                <a:r>
                  <a:rPr lang="en-IN" sz="6000" b="1" dirty="0">
                    <a:solidFill>
                      <a:schemeClr val="lt1"/>
                    </a:solidFill>
                    <a:latin typeface="Cambria"/>
                    <a:ea typeface="Cambria"/>
                    <a:sym typeface="Cambria"/>
                  </a:rPr>
                  <a:t> </a:t>
                </a:r>
              </mc:Fallback>
            </mc:AlternateContent>
            <a:endParaRPr sz="6000" b="1" dirty="0">
              <a:solidFill>
                <a:schemeClr val="lt1"/>
              </a:solidFill>
              <a:latin typeface="Cambria"/>
              <a:ea typeface="Cambria"/>
            </a:endParaRPr>
          </a:p>
        </p:txBody>
      </p:sp>
      <p:sp>
        <p:nvSpPr>
          <p:cNvPr id="4" name="Google Shape;131;p29"/>
          <p:cNvSpPr/>
          <p:nvPr/>
        </p:nvSpPr>
        <p:spPr>
          <a:xfrm>
            <a:off x="-1864528" y="681774"/>
            <a:ext cx="7081988" cy="1569660"/>
          </a:xfrm>
          <a:prstGeom prst="roundRect">
            <a:avLst>
              <a:gd name="adj" fmla="val 50000"/>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8400" b="1" i="0" u="none" strike="noStrike" cap="none">
              <a:solidFill>
                <a:schemeClr val="lt1"/>
              </a:solidFill>
              <a:latin typeface="Poppins"/>
              <a:ea typeface="Poppins"/>
              <a:cs typeface="Poppins"/>
              <a:sym typeface="Poppins"/>
            </a:endParaRPr>
          </a:p>
        </p:txBody>
      </p:sp>
      <p:sp>
        <p:nvSpPr>
          <p:cNvPr id="5" name="Google Shape;132;p29"/>
          <p:cNvSpPr txBox="1"/>
          <p:nvPr/>
        </p:nvSpPr>
        <p:spPr>
          <a:xfrm>
            <a:off x="1039500" y="827049"/>
            <a:ext cx="4562190" cy="1015622"/>
          </a:xfrm>
          <a:prstGeom prst="rect">
            <a:avLst/>
          </a:prstGeom>
          <a:noFill/>
          <a:ln>
            <a:noFill/>
          </a:ln>
        </p:spPr>
        <p:txBody>
          <a:bodyPr spcFirstLastPara="1" wrap="square" lIns="91425" tIns="45700" rIns="91425" bIns="45700" anchor="t" anchorCtr="0">
            <a:spAutoFit/>
          </a:bodyPr>
          <a:lstStyle/>
          <a:p>
            <a:pPr algn="l">
              <a:buSzPts val="8400"/>
            </a:pPr>
            <a:r>
              <a:rPr lang="en-IN" sz="6000" b="1" dirty="0">
                <a:solidFill>
                  <a:schemeClr val="lt1"/>
                </a:solidFill>
                <a:latin typeface="Cambria"/>
                <a:ea typeface="Cambria"/>
                <a:sym typeface="Cambria"/>
              </a:rPr>
              <a:t>Question</a:t>
            </a:r>
            <a:endParaRPr sz="6000" b="1" dirty="0">
              <a:solidFill>
                <a:schemeClr val="lt1"/>
              </a:solidFill>
              <a:latin typeface="Cambria"/>
              <a:ea typeface="Cambria"/>
            </a:endParaRPr>
          </a:p>
        </p:txBody>
      </p:sp>
      <p:sp>
        <p:nvSpPr>
          <p:cNvPr id="6" name="Google Shape;133;p29"/>
          <p:cNvSpPr/>
          <p:nvPr/>
        </p:nvSpPr>
        <p:spPr>
          <a:xfrm>
            <a:off x="1039499" y="5362629"/>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 name="Google Shape;134;p29"/>
          <p:cNvSpPr txBox="1"/>
          <p:nvPr/>
        </p:nvSpPr>
        <p:spPr>
          <a:xfrm>
            <a:off x="1104807" y="5561134"/>
            <a:ext cx="1466700" cy="1169511"/>
          </a:xfrm>
          <a:prstGeom prst="rect">
            <a:avLst/>
          </a:prstGeom>
          <a:noFill/>
          <a:ln>
            <a:noFill/>
          </a:ln>
        </p:spPr>
        <p:txBody>
          <a:bodyPr spcFirstLastPara="1" wrap="square" lIns="91425" tIns="45700" rIns="91425" bIns="45700" anchor="t" anchorCtr="0">
            <a:spAutoFit/>
          </a:bodyPr>
          <a:lstStyle/>
          <a:p>
            <a:pPr marL="0" lvl="0" indent="0" algn="ctr">
              <a:buSzPts val="8400"/>
              <a:buFont typeface="Arial"/>
              <a:buNone/>
            </a:pPr>
            <a:r>
              <a:rPr lang="en-IN" sz="7000" b="1" dirty="0">
                <a:solidFill>
                  <a:schemeClr val="lt1"/>
                </a:solidFill>
                <a:latin typeface="Cambria"/>
                <a:ea typeface="Cambria"/>
                <a:sym typeface="Poppins"/>
              </a:rPr>
              <a:t>A</a:t>
            </a:r>
            <a:endParaRPr sz="7000" b="1" dirty="0">
              <a:solidFill>
                <a:schemeClr val="lt1"/>
              </a:solidFill>
              <a:latin typeface="Cambria"/>
              <a:ea typeface="Cambria"/>
            </a:endParaRPr>
          </a:p>
        </p:txBody>
      </p:sp>
      <p:grpSp>
        <p:nvGrpSpPr>
          <p:cNvPr id="8" name="Group 3">
            <a:extLst>
              <a:ext uri="{FF2B5EF4-FFF2-40B4-BE49-F238E27FC236}">
                <a16:creationId xmlns:a16="http://schemas.microsoft.com/office/drawing/2014/main" id="{E7A8D3A8-3CB4-6749-CCFA-38CA3F055B3C}"/>
              </a:ext>
            </a:extLst>
          </p:cNvPr>
          <p:cNvGrpSpPr/>
          <p:nvPr/>
        </p:nvGrpSpPr>
        <p:grpSpPr>
          <a:xfrm>
            <a:off x="1039499" y="7479969"/>
            <a:ext cx="1597200" cy="1597200"/>
            <a:chOff x="1039499" y="8887793"/>
            <a:chExt cx="1597200" cy="1597200"/>
          </a:xfrm>
        </p:grpSpPr>
        <p:sp>
          <p:nvSpPr>
            <p:cNvPr id="9" name="Google Shape;135;p29"/>
            <p:cNvSpPr/>
            <p:nvPr/>
          </p:nvSpPr>
          <p:spPr>
            <a:xfrm>
              <a:off x="1039499" y="8887793"/>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 name="Google Shape;136;p29"/>
            <p:cNvSpPr txBox="1"/>
            <p:nvPr/>
          </p:nvSpPr>
          <p:spPr>
            <a:xfrm>
              <a:off x="1104806" y="9086298"/>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B</a:t>
              </a:r>
              <a:endParaRPr sz="7000" b="1" dirty="0">
                <a:solidFill>
                  <a:schemeClr val="lt1"/>
                </a:solidFill>
                <a:latin typeface="Cambria"/>
                <a:ea typeface="Cambria"/>
              </a:endParaRPr>
            </a:p>
          </p:txBody>
        </p:sp>
      </p:grpSp>
      <p:grpSp>
        <p:nvGrpSpPr>
          <p:cNvPr id="11" name="Group 2">
            <a:extLst>
              <a:ext uri="{FF2B5EF4-FFF2-40B4-BE49-F238E27FC236}">
                <a16:creationId xmlns:a16="http://schemas.microsoft.com/office/drawing/2014/main" id="{1929EFE0-7899-C986-6D22-F9305746025F}"/>
              </a:ext>
            </a:extLst>
          </p:cNvPr>
          <p:cNvGrpSpPr/>
          <p:nvPr/>
        </p:nvGrpSpPr>
        <p:grpSpPr>
          <a:xfrm>
            <a:off x="1039499" y="9597309"/>
            <a:ext cx="1597200" cy="1597200"/>
            <a:chOff x="1039499" y="11392904"/>
            <a:chExt cx="1597200" cy="1597200"/>
          </a:xfrm>
        </p:grpSpPr>
        <p:sp>
          <p:nvSpPr>
            <p:cNvPr id="12" name="Google Shape;137;p29"/>
            <p:cNvSpPr/>
            <p:nvPr/>
          </p:nvSpPr>
          <p:spPr>
            <a:xfrm>
              <a:off x="1039499" y="11392904"/>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3" name="Google Shape;138;p29"/>
            <p:cNvSpPr txBox="1"/>
            <p:nvPr/>
          </p:nvSpPr>
          <p:spPr>
            <a:xfrm>
              <a:off x="1104806" y="11591409"/>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C</a:t>
              </a:r>
              <a:endParaRPr sz="7000" b="1" dirty="0">
                <a:solidFill>
                  <a:schemeClr val="lt1"/>
                </a:solidFill>
                <a:latin typeface="Cambria"/>
                <a:ea typeface="Cambria"/>
              </a:endParaRPr>
            </a:p>
          </p:txBody>
        </p:sp>
      </p:grpSp>
      <p:grpSp>
        <p:nvGrpSpPr>
          <p:cNvPr id="14" name="Group 1">
            <a:extLst>
              <a:ext uri="{FF2B5EF4-FFF2-40B4-BE49-F238E27FC236}">
                <a16:creationId xmlns:a16="http://schemas.microsoft.com/office/drawing/2014/main" id="{2EFF441D-B1EA-669C-64B0-91C1D604A467}"/>
              </a:ext>
            </a:extLst>
          </p:cNvPr>
          <p:cNvGrpSpPr/>
          <p:nvPr/>
        </p:nvGrpSpPr>
        <p:grpSpPr>
          <a:xfrm>
            <a:off x="1039499" y="11714649"/>
            <a:ext cx="1597200" cy="1597200"/>
            <a:chOff x="1039499" y="13898015"/>
            <a:chExt cx="1597200" cy="1597200"/>
          </a:xfrm>
        </p:grpSpPr>
        <p:sp>
          <p:nvSpPr>
            <p:cNvPr id="15" name="Google Shape;139;p29"/>
            <p:cNvSpPr/>
            <p:nvPr/>
          </p:nvSpPr>
          <p:spPr>
            <a:xfrm>
              <a:off x="1039499" y="13898015"/>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6" name="Google Shape;140;p29"/>
            <p:cNvSpPr txBox="1"/>
            <p:nvPr/>
          </p:nvSpPr>
          <p:spPr>
            <a:xfrm>
              <a:off x="1104806" y="14096520"/>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D</a:t>
              </a:r>
              <a:endParaRPr sz="7000" b="1" dirty="0">
                <a:solidFill>
                  <a:schemeClr val="lt1"/>
                </a:solidFill>
                <a:latin typeface="Cambria"/>
                <a:ea typeface="Cambria"/>
              </a:endParaRPr>
            </a:p>
          </p:txBody>
        </p:sp>
      </p:grpSp>
      <p:sp>
        <p:nvSpPr>
          <p:cNvPr id="17" name="Google Shape;130;p29">
            <a:extLst>
              <a:ext uri="{FF2B5EF4-FFF2-40B4-BE49-F238E27FC236}">
                <a16:creationId xmlns:a16="http://schemas.microsoft.com/office/drawing/2014/main" id="{359EC1B9-8B0A-CB48-A9AA-6F6EAF44500B}"/>
              </a:ext>
            </a:extLst>
          </p:cNvPr>
          <p:cNvSpPr txBox="1"/>
          <p:nvPr/>
        </p:nvSpPr>
        <p:spPr>
          <a:xfrm>
            <a:off x="3107605" y="7710560"/>
            <a:ext cx="32744401" cy="1597340"/>
          </a:xfrm>
          <a:prstGeom prst="rect">
            <a:avLst/>
          </a:prstGeom>
          <a:noFill/>
          <a:ln>
            <a:noFill/>
          </a:ln>
        </p:spPr>
        <p:txBody>
          <a:bodyPr spcFirstLastPara="1" wrap="square" lIns="91425" tIns="45700" rIns="91425" bIns="45700" anchor="t" anchorCtr="0">
            <a:spAutoFit/>
          </a:bodyPr>
          <a:lstStyle/>
          <a:p>
            <a:pPr algn="l" marL="0" indent="0">
              <a:buSzPts val="8400"/>
            </a:pPr>
            <mc:AlternateContent xmlns:mc="http://schemas.openxmlformats.org/markup-compatibility/2006">
              <mc:Choice xmlns:a14="http://schemas.microsoft.com/office/drawing/2010/main" Requires="a14">
                <a14:m xmlns:m="http://schemas.openxmlformats.org/officeDocument/2006/math">
                  <m:oMath>
                    <m:r>
                      <a:rPr lang="en-IN" sz="6000" b="1" dirty="0">
                        <a:solidFill>
                          <a:schemeClr val="lt1"/>
                        </a:solidFill>
                        <a:latin typeface="Cambria Math"/>
                        <a:ea typeface="Cambria Math"/>
                        <a:sym typeface="Cambria Math"/>
                      </a:rPr>
                      <m:t xml:space="preserve"> 107° </m:t>
                    </m:r>
                  </m:oMath>
                </a14:m>
              </mc:Choice>
              <mc:Fallback>
                <a:r>
                  <a:rPr lang="en-IN" sz="6000" b="1" dirty="0">
                    <a:solidFill>
                      <a:schemeClr val="lt1"/>
                    </a:solidFill>
                    <a:latin typeface="Cambria"/>
                    <a:ea typeface="Cambria"/>
                    <a:sym typeface="Cambria"/>
                  </a:rPr>
                  <a:t> 107</a:t>
                </a:r>
                <a:r>
                  <a:rPr lang="en-IN" sz="6000" b="1" dirty="0">
                    <a:solidFill>
                      <a:schemeClr val="lt1"/>
                    </a:solidFill>
                    <a:latin typeface="Arial"/>
                    <a:ea typeface="Arial"/>
                    <a:sym typeface="Arial"/>
                  </a:rPr>
                  <a:t>°</a:t>
                </a:r>
                <a:r>
                  <a:rPr lang="en-IN" sz="6000" b="1" dirty="0">
                    <a:solidFill>
                      <a:schemeClr val="lt1"/>
                    </a:solidFill>
                    <a:latin typeface="Cambria"/>
                    <a:ea typeface="Cambria"/>
                    <a:sym typeface="Cambria"/>
                  </a:rPr>
                  <a:t> </a:t>
                </a:r>
              </mc:Fallback>
            </mc:AlternateContent>
            <a:endParaRPr sz="6000" b="1" dirty="0">
              <a:solidFill>
                <a:schemeClr val="lt1"/>
              </a:solidFill>
              <a:latin typeface="Cambria"/>
              <a:ea typeface="Cambria"/>
            </a:endParaRPr>
          </a:p>
        </p:txBody>
      </p:sp>
      <p:sp>
        <p:nvSpPr>
          <p:cNvPr id="18" name="Google Shape;130;p29">
            <a:extLst>
              <a:ext uri="{FF2B5EF4-FFF2-40B4-BE49-F238E27FC236}">
                <a16:creationId xmlns:a16="http://schemas.microsoft.com/office/drawing/2014/main" id="{7A900CAF-02A4-EA2C-D5AE-61E805D388DB}"/>
              </a:ext>
            </a:extLst>
          </p:cNvPr>
          <p:cNvSpPr txBox="1"/>
          <p:nvPr/>
        </p:nvSpPr>
        <p:spPr>
          <a:xfrm>
            <a:off x="3107605" y="9777875"/>
            <a:ext cx="32744401" cy="1597340"/>
          </a:xfrm>
          <a:prstGeom prst="rect">
            <a:avLst/>
          </a:prstGeom>
          <a:noFill/>
          <a:ln>
            <a:noFill/>
          </a:ln>
        </p:spPr>
        <p:txBody>
          <a:bodyPr spcFirstLastPara="1" wrap="square" lIns="91425" tIns="45700" rIns="91425" bIns="45700" anchor="t" anchorCtr="0">
            <a:spAutoFit/>
          </a:bodyPr>
          <a:lstStyle/>
          <a:p>
            <a:pPr algn="l" marL="0" indent="0">
              <a:buSzPts val="8400"/>
            </a:pPr>
            <mc:AlternateContent xmlns:mc="http://schemas.openxmlformats.org/markup-compatibility/2006">
              <mc:Choice xmlns:a14="http://schemas.microsoft.com/office/drawing/2010/main" Requires="a14">
                <a14:m xmlns:m="http://schemas.openxmlformats.org/officeDocument/2006/math">
                  <m:oMath>
                    <m:r>
                      <a:rPr lang="en-IN" sz="6000" b="1" dirty="0">
                        <a:solidFill>
                          <a:schemeClr val="lt1"/>
                        </a:solidFill>
                        <a:latin typeface="Cambria Math"/>
                        <a:ea typeface="Cambria Math"/>
                        <a:sym typeface="Cambria Math"/>
                      </a:rPr>
                      <m:t xml:space="preserve"> 120° </m:t>
                    </m:r>
                  </m:oMath>
                </a14:m>
              </mc:Choice>
              <mc:Fallback>
                <a:r>
                  <a:rPr lang="en-IN" sz="6000" b="1" dirty="0">
                    <a:solidFill>
                      <a:schemeClr val="lt1"/>
                    </a:solidFill>
                    <a:latin typeface="Cambria"/>
                    <a:ea typeface="Cambria"/>
                    <a:sym typeface="Cambria"/>
                  </a:rPr>
                  <a:t> 120</a:t>
                </a:r>
                <a:r>
                  <a:rPr lang="en-IN" sz="6000" b="1" dirty="0">
                    <a:solidFill>
                      <a:schemeClr val="lt1"/>
                    </a:solidFill>
                    <a:latin typeface="Arial"/>
                    <a:ea typeface="Arial"/>
                    <a:sym typeface="Arial"/>
                  </a:rPr>
                  <a:t>°</a:t>
                </a:r>
                <a:r>
                  <a:rPr lang="en-IN" sz="6000" b="1" dirty="0">
                    <a:solidFill>
                      <a:schemeClr val="lt1"/>
                    </a:solidFill>
                    <a:latin typeface="Cambria"/>
                    <a:ea typeface="Cambria"/>
                    <a:sym typeface="Cambria"/>
                  </a:rPr>
                  <a:t> </a:t>
                </a:r>
              </mc:Fallback>
            </mc:AlternateContent>
            <a:endParaRPr sz="6000" b="1" dirty="0">
              <a:solidFill>
                <a:schemeClr val="lt1"/>
              </a:solidFill>
              <a:latin typeface="Cambria"/>
              <a:ea typeface="Cambria"/>
            </a:endParaRPr>
          </a:p>
        </p:txBody>
      </p:sp>
      <p:sp>
        <p:nvSpPr>
          <p:cNvPr id="19" name="Google Shape;130;p29">
            <a:extLst>
              <a:ext uri="{FF2B5EF4-FFF2-40B4-BE49-F238E27FC236}">
                <a16:creationId xmlns:a16="http://schemas.microsoft.com/office/drawing/2014/main" id="{14CC97B5-99F4-9A71-2E1A-0ED3B3F0A5F1}"/>
              </a:ext>
            </a:extLst>
          </p:cNvPr>
          <p:cNvSpPr txBox="1"/>
          <p:nvPr/>
        </p:nvSpPr>
        <p:spPr>
          <a:xfrm>
            <a:off x="3107605" y="11913154"/>
            <a:ext cx="32744401" cy="1597340"/>
          </a:xfrm>
          <a:prstGeom prst="rect">
            <a:avLst/>
          </a:prstGeom>
          <a:noFill/>
          <a:ln>
            <a:noFill/>
          </a:ln>
        </p:spPr>
        <p:txBody>
          <a:bodyPr spcFirstLastPara="1" wrap="square" lIns="91425" tIns="45700" rIns="91425" bIns="45700" anchor="t" anchorCtr="0">
            <a:spAutoFit/>
          </a:bodyPr>
          <a:lstStyle/>
          <a:p>
            <a:pPr algn="l" marL="0" indent="0">
              <a:buSzPts val="8400"/>
            </a:pPr>
            <mc:AlternateContent xmlns:mc="http://schemas.openxmlformats.org/markup-compatibility/2006">
              <mc:Choice xmlns:a14="http://schemas.microsoft.com/office/drawing/2010/main" Requires="a14">
                <a14:m xmlns:m="http://schemas.openxmlformats.org/officeDocument/2006/math">
                  <m:oMath>
                    <m:r>
                      <a:rPr lang="en-IN" sz="6000" b="1" dirty="0">
                        <a:solidFill>
                          <a:schemeClr val="lt1"/>
                        </a:solidFill>
                        <a:latin typeface="Cambria Math"/>
                        <a:ea typeface="Cambria Math"/>
                        <a:sym typeface="Cambria Math"/>
                      </a:rPr>
                      <m:t xml:space="preserve"> 104.5° </m:t>
                    </m:r>
                  </m:oMath>
                </a14:m>
              </mc:Choice>
              <mc:Fallback>
                <a:r>
                  <a:rPr lang="en-IN" sz="6000" b="1" dirty="0">
                    <a:solidFill>
                      <a:schemeClr val="lt1"/>
                    </a:solidFill>
                    <a:latin typeface="Cambria"/>
                    <a:ea typeface="Cambria"/>
                    <a:sym typeface="Cambria"/>
                  </a:rPr>
                  <a:t> 104.5</a:t>
                </a:r>
                <a:r>
                  <a:rPr lang="en-IN" sz="6000" b="1" dirty="0">
                    <a:solidFill>
                      <a:schemeClr val="lt1"/>
                    </a:solidFill>
                    <a:latin typeface="Arial"/>
                    <a:ea typeface="Arial"/>
                    <a:sym typeface="Arial"/>
                  </a:rPr>
                  <a:t>°</a:t>
                </a:r>
                <a:r>
                  <a:rPr lang="en-IN" sz="6000" b="1" dirty="0">
                    <a:solidFill>
                      <a:schemeClr val="lt1"/>
                    </a:solidFill>
                    <a:latin typeface="Cambria"/>
                    <a:ea typeface="Cambria"/>
                    <a:sym typeface="Cambria"/>
                  </a:rPr>
                  <a:t> </a:t>
                </a:r>
              </mc:Fallback>
            </mc:AlternateContent>
            <a:endParaRPr sz="6000" b="1" dirty="0">
              <a:solidFill>
                <a:schemeClr val="lt1"/>
              </a:solidFill>
              <a:latin typeface="Cambria"/>
              <a:ea typeface="Cambria"/>
            </a:endParaRPr>
          </a:p>
        </p:txBody>
      </p:sp>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Answer: (D)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104.5° </m:t>
                    </m:r>
                  </m:oMath>
                </a14:m>
              </mc:Choice>
              <mc:Fallback>
                <a:r>
                  <a:rPr lang="en-IN" sz="5000" dirty="0">
                    <a:solidFill>
                      <a:schemeClr val="lt1"/>
                    </a:solidFill>
                    <a:latin typeface="Cambria"/>
                    <a:ea typeface="Cambria"/>
                    <a:sym typeface="Cambria"/>
                  </a:rPr>
                  <a:t> 104.5</a:t>
                </a:r>
                <a:r>
                  <a:rPr lang="en-IN" sz="5000" dirty="0">
                    <a:solidFill>
                      <a:schemeClr val="lt1"/>
                    </a:solidFill>
                    <a:latin typeface="Arial"/>
                    <a:ea typeface="Arial"/>
                    <a:sym typeface="Arial"/>
                  </a:rPr>
                  <a:t>°</a:t>
                </a:r>
                <a:r>
                  <a:rPr lang="en-IN" sz="5000" dirty="0">
                    <a:solidFill>
                      <a:schemeClr val="lt1"/>
                    </a:solidFill>
                    <a:latin typeface="Cambria"/>
                    <a:ea typeface="Cambria"/>
                    <a:sym typeface="Cambria"/>
                  </a:rPr>
                  <a:t> </a:t>
                </a:r>
              </mc:Fallback>
            </mc:AlternateContent>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en-US" sz="8000" b="1" dirty="0">
                <a:solidFill>
                  <a:schemeClr val="lt1"/>
                </a:solidFill>
                <a:latin typeface="Cambria"/>
                <a:cs typeface="Noto Sans Devanagari"/>
                <a:ea typeface="Noto Sans Devanagari"/>
              </a:rPr>
              <a:t>Solution</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इसे गैसीय अवस्था में दो परमाणुओं के बीच एक मोल बंधन को तोड़ने के लिए आवश्यक ऊर्जा की मात्रा के रूप में परिभाषित किया जाता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बंध एन्थैल्पी की इकाई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kJ mo</m:t>
                    </m:r>
                    <m:sSup>
                      <m:sSupPr/>
                      <m:e>
                        <m:r>
                          <a:rPr lang="en-IN" sz="5000" dirty="0">
                            <a:solidFill>
                              <a:schemeClr val="lt1"/>
                            </a:solidFill>
                            <a:latin typeface="Cambria Math"/>
                            <a:ea typeface="Cambria Math"/>
                            <a:sym typeface="Cambria Math"/>
                          </a:rPr>
                          <m:t xml:space="preserve">l</m:t>
                        </m:r>
                      </m:e>
                      <m:sup>
                        <m:r>
                          <a:rPr lang="en-IN" sz="5000" dirty="0">
                            <a:solidFill>
                              <a:schemeClr val="lt1"/>
                            </a:solidFill>
                            <a:latin typeface="Cambria Math"/>
                            <a:ea typeface="Cambria Math"/>
                            <a:sym typeface="Cambria Math"/>
                          </a:rPr>
                          <m:t xml:space="preserve">-1</m:t>
                        </m:r>
                      </m:sup>
                    </m:sSup>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kJ mol</a:t>
                </a:r>
                <a:r>
                  <a:rPr baseline="52000" lang="en-IN" sz="3600" dirty="0">
                    <a:solidFill>
                      <a:schemeClr val="lt1"/>
                    </a:solidFill>
                    <a:latin typeface="Cambria"/>
                    <a:ea typeface="Cambria"/>
                    <a:sym typeface="Cambria"/>
                  </a:rPr>
                  <a:t>-1</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है। उदाहरण के लिए, हाइड्रोजन अणु में H – H बंध एन्थैल्पी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435.8 kJ mo</m:t>
                    </m:r>
                    <m:sSup>
                      <m:sSupPr/>
                      <m:e>
                        <m:r>
                          <a:rPr lang="en-IN" sz="5000" dirty="0">
                            <a:solidFill>
                              <a:schemeClr val="lt1"/>
                            </a:solidFill>
                            <a:latin typeface="Cambria Math"/>
                            <a:ea typeface="Cambria Math"/>
                            <a:sym typeface="Cambria Math"/>
                          </a:rPr>
                          <m:t xml:space="preserve">l</m:t>
                        </m:r>
                      </m:e>
                      <m:sup>
                        <m:r>
                          <a:rPr lang="en-IN" sz="5000" dirty="0">
                            <a:solidFill>
                              <a:schemeClr val="lt1"/>
                            </a:solidFill>
                            <a:latin typeface="Cambria Math"/>
                            <a:ea typeface="Cambria Math"/>
                            <a:sym typeface="Cambria Math"/>
                          </a:rPr>
                          <m:t xml:space="preserve">-1</m:t>
                        </m:r>
                      </m:sup>
                    </m:sSup>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435.8 kJ mol</a:t>
                </a:r>
                <a:r>
                  <a:rPr baseline="52000" lang="en-IN" sz="3600" dirty="0">
                    <a:solidFill>
                      <a:schemeClr val="lt1"/>
                    </a:solidFill>
                    <a:latin typeface="Cambria"/>
                    <a:ea typeface="Cambria"/>
                    <a:sym typeface="Cambria"/>
                  </a:rPr>
                  <a:t>-1</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है।</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2(g)</m:t>
                        </m:r>
                      </m:sub>
                    </m:sSub>
                    <m:r>
                      <a:rPr lang="en-IN" sz="5000" dirty="0">
                        <a:solidFill>
                          <a:schemeClr val="lt1"/>
                        </a:solidFill>
                        <a:latin typeface="Cambria Math"/>
                        <a:ea typeface="Cambria Math"/>
                        <a:sym typeface="Cambria Math"/>
                      </a:rPr>
                      <m:t xml:space="preserve"> → </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(g)</m:t>
                        </m:r>
                      </m:sub>
                    </m:sSub>
                    <m:r>
                      <a:rPr lang="en-IN" sz="5000" dirty="0">
                        <a:solidFill>
                          <a:schemeClr val="lt1"/>
                        </a:solidFill>
                        <a:latin typeface="Cambria Math"/>
                        <a:ea typeface="Cambria Math"/>
                        <a:sym typeface="Cambria Math"/>
                      </a:rPr>
                      <m:t xml:space="preserve"> + </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(g)</m:t>
                        </m:r>
                      </m:sub>
                    </m:sSub>
                    <m:r>
                      <a:rPr lang="en-IN" sz="5000" dirty="0">
                        <a:solidFill>
                          <a:schemeClr val="lt1"/>
                        </a:solidFill>
                        <a:latin typeface="Cambria Math"/>
                        <a:ea typeface="Cambria Math"/>
                        <a:sym typeface="Cambria Math"/>
                      </a:rPr>
                      <m:t xml:space="preserve"> : Δ H = 435.8 kJ/mol </m:t>
                    </m:r>
                  </m:oMath>
                </a14:m>
              </mc:Choice>
              <mc:Fallback>
                <a:r>
                  <a:rPr lang="en-IN" sz="5000" dirty="0">
                    <a:solidFill>
                      <a:schemeClr val="lt1"/>
                    </a:solidFill>
                    <a:latin typeface="Cambria"/>
                    <a:ea typeface="Cambria"/>
                    <a:sym typeface="Cambria"/>
                  </a:rPr>
                  <a:t> H</a:t>
                </a:r>
                <a:r>
                  <a:rPr baseline="-25000" lang="en-IN" sz="3600" dirty="0">
                    <a:solidFill>
                      <a:schemeClr val="lt1"/>
                    </a:solidFill>
                    <a:latin typeface="Cambria"/>
                    <a:ea typeface="Cambria"/>
                    <a:sym typeface="Cambria"/>
                  </a:rPr>
                  <a:t>2(g)</a:t>
                </a:r>
                <a:r>
                  <a:rPr lang="en-IN" sz="5000" dirty="0">
                    <a:solidFill>
                      <a:schemeClr val="lt1"/>
                    </a:solidFill>
                    <a:latin typeface="Cambria"/>
                    <a:ea typeface="Cambria"/>
                    <a:sym typeface="Cambria"/>
                  </a:rPr>
                  <a:t> </a:t>
                </a:r>
                <a:r>
                  <a:rPr lang="en-IN" sz="5000" dirty="0">
                    <a:solidFill>
                      <a:schemeClr val="lt1"/>
                    </a:solidFill>
                    <a:latin typeface="Arial"/>
                    <a:ea typeface="Arial"/>
                    <a:sym typeface="Arial"/>
                  </a:rPr>
                  <a:t>→</a:t>
                </a:r>
                <a:r>
                  <a:rPr lang="en-IN" sz="5000" dirty="0">
                    <a:solidFill>
                      <a:schemeClr val="lt1"/>
                    </a:solidFill>
                    <a:latin typeface="Cambria"/>
                    <a:ea typeface="Cambria"/>
                    <a:sym typeface="Cambria"/>
                  </a:rPr>
                  <a:t> H</a:t>
                </a:r>
                <a:r>
                  <a:rPr baseline="-25000" lang="en-IN" sz="3600" dirty="0">
                    <a:solidFill>
                      <a:schemeClr val="lt1"/>
                    </a:solidFill>
                    <a:latin typeface="Cambria"/>
                    <a:ea typeface="Cambria"/>
                    <a:sym typeface="Cambria"/>
                  </a:rPr>
                  <a:t>(g)</a:t>
                </a:r>
                <a:r>
                  <a:rPr lang="en-IN" sz="5000" dirty="0">
                    <a:solidFill>
                      <a:schemeClr val="lt1"/>
                    </a:solidFill>
                    <a:latin typeface="Cambria"/>
                    <a:ea typeface="Cambria"/>
                    <a:sym typeface="Cambria"/>
                  </a:rPr>
                  <a:t> + H</a:t>
                </a:r>
                <a:r>
                  <a:rPr baseline="-25000" lang="en-IN" sz="3600" dirty="0">
                    <a:solidFill>
                      <a:schemeClr val="lt1"/>
                    </a:solidFill>
                    <a:latin typeface="Cambria"/>
                    <a:ea typeface="Cambria"/>
                    <a:sym typeface="Cambria"/>
                  </a:rPr>
                  <a:t>(g)</a:t>
                </a:r>
                <a:r>
                  <a:rPr lang="en-IN" sz="5000" dirty="0">
                    <a:solidFill>
                      <a:schemeClr val="lt1"/>
                    </a:solidFill>
                    <a:latin typeface="Cambria"/>
                    <a:ea typeface="Cambria"/>
                    <a:sym typeface="Cambria"/>
                  </a:rPr>
                  <a:t> : </a:t>
                </a:r>
                <a:r>
                  <a:rPr lang="en-IN" sz="5000" dirty="0">
                    <a:solidFill>
                      <a:schemeClr val="lt1"/>
                    </a:solidFill>
                    <a:latin typeface="Arial"/>
                    <a:ea typeface="Arial"/>
                    <a:sym typeface="Arial"/>
                  </a:rPr>
                  <a:t>Δ</a:t>
                </a:r>
                <a:r>
                  <a:rPr lang="en-IN" sz="5000" dirty="0">
                    <a:solidFill>
                      <a:schemeClr val="lt1"/>
                    </a:solidFill>
                    <a:latin typeface="Cambria"/>
                    <a:ea typeface="Cambria"/>
                    <a:sym typeface="Cambria"/>
                  </a:rPr>
                  <a:t> H = 435.8 kJ/mol </a:t>
                </a:r>
              </mc:Fallback>
            </mc:AlternateContent>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बॉन्ड एन्थैल्पी</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b="1" lang="hi-IN" altLang="en-US" sz="5000" dirty="0">
                <a:cs typeface="Noto Sans Devanagari"/>
                <a:solidFill>
                  <a:schemeClr val="lt1"/>
                </a:solidFill>
                <a:latin typeface="Cambria"/>
                <a:ea typeface="Noto Sans Devanagari"/>
                <a:sym typeface="Cambria"/>
              </a:rPr>
              <a:t>बॉन्ड एन्थैल्पी</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बहुपरमाणुक अणुओं के मामले में, बंधन शक्ति का मापन अधिक जटिल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उदाहरण के लिए :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2</m:t>
                        </m:r>
                      </m:sub>
                    </m:sSub>
                    <m:r>
                      <a:rPr lang="en-IN" sz="5000" dirty="0">
                        <a:solidFill>
                          <a:schemeClr val="lt1"/>
                        </a:solidFill>
                        <a:latin typeface="Cambria Math"/>
                        <a:ea typeface="Cambria Math"/>
                        <a:sym typeface="Cambria Math"/>
                      </a:rPr>
                      <m:t xml:space="preserve">O </m:t>
                    </m:r>
                  </m:oMath>
                </a14:m>
              </mc:Choice>
              <mc:Fallback>
                <a:r>
                  <a:rPr lang="en-IN" sz="5000" dirty="0">
                    <a:solidFill>
                      <a:schemeClr val="lt1"/>
                    </a:solidFill>
                    <a:latin typeface="Cambria"/>
                    <a:ea typeface="Cambria"/>
                    <a:sym typeface="Cambria"/>
                  </a:rPr>
                  <a:t> H</a:t>
                </a:r>
                <a:r>
                  <a:rPr baseline="-25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O </a:t>
                </a:r>
              </mc:Fallback>
            </mc:AlternateContent>
            <a:r>
              <a:rPr lang="hi-IN" altLang="en-US" sz="5000" dirty="0">
                <a:cs typeface="Noto Sans Devanagari"/>
                <a:solidFill>
                  <a:schemeClr val="lt1"/>
                </a:solidFill>
                <a:latin typeface="Cambria"/>
                <a:ea typeface="Noto Sans Devanagari"/>
                <a:sym typeface="Cambria"/>
              </a:rPr>
              <a:t> अणु के मामले में, दो O–H बंधों को तोड़ने के लिए आवश्यक एन्थैल्पी समान नहीं होती है।</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इसलिए बहुपरमाणुक अणुओं में औसत बंध एन्थैल्पी शब्द का प्रयोग किया जाता है।</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बॉन्ड एन्थैल्पी</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21409273" cy="17393675"/>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a:r>
              <a:rPr b="1" lang="hi-IN" altLang="en-US" sz="5000" dirty="0">
                <a:cs typeface="Noto Sans Devanagari"/>
                <a:solidFill>
                  <a:schemeClr val="lt1"/>
                </a:solidFill>
                <a:latin typeface="Cambria"/>
                <a:ea typeface="Noto Sans Devanagari"/>
                <a:sym typeface="Cambria"/>
              </a:rPr>
              <a:t>बान्ड आर्डर</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सहसंयोजक बंधन के लुईस विवरण में, बंधन क्रम एक अणु में दो परमाणुओं के बीच बंधनों की संख्या द्वारा दिया जाता है।</a:t>
            </a:r>
          </a:p>
          <a:p>
            <a:pPr algn="l"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Example:</a:t>
            </a:r>
          </a:p>
          <a:p>
            <a:pPr algn="l"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1)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H</m:t>
                        </m:r>
                      </m:e>
                      <m:sub>
                        <m:r>
                          <a:rPr lang="en-IN" sz="5000" dirty="0">
                            <a:solidFill>
                              <a:schemeClr val="lt1"/>
                            </a:solidFill>
                            <a:latin typeface="Cambria Math"/>
                            <a:ea typeface="Cambria Math"/>
                            <a:sym typeface="Cambria Math"/>
                          </a:rPr>
                          <m:t xml:space="preserve">2</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H</a:t>
                </a:r>
                <a:r>
                  <a:rPr baseline="-25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बान्ड आर्डर = 1</a:t>
            </a:r>
          </a:p>
          <a:p>
            <a:pPr algn="l"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2)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O</m:t>
                        </m:r>
                      </m:e>
                      <m:sub>
                        <m:r>
                          <a:rPr lang="en-IN" sz="5000" dirty="0">
                            <a:solidFill>
                              <a:schemeClr val="lt1"/>
                            </a:solidFill>
                            <a:latin typeface="Cambria Math"/>
                            <a:ea typeface="Cambria Math"/>
                            <a:sym typeface="Cambria Math"/>
                          </a:rPr>
                          <m:t xml:space="preserve">2</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O</a:t>
                </a:r>
                <a:r>
                  <a:rPr baseline="-25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बान्ड आर्डर = 2</a:t>
            </a:r>
          </a:p>
          <a:p>
            <a:pPr algn="l"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3)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N</m:t>
                        </m:r>
                      </m:e>
                      <m:sub>
                        <m:r>
                          <a:rPr lang="en-IN" sz="5000" dirty="0">
                            <a:solidFill>
                              <a:schemeClr val="lt1"/>
                            </a:solidFill>
                            <a:latin typeface="Cambria Math"/>
                            <a:ea typeface="Cambria Math"/>
                            <a:sym typeface="Cambria Math"/>
                          </a:rPr>
                          <m:t xml:space="preserve">2</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N</a:t>
                </a:r>
                <a:r>
                  <a:rPr baseline="-25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बान्ड आर्डर = 3</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समइलेक्ट्रॉनिक अणुओं और आयनों में समान बंध क्रम होते हैं।</a:t>
            </a:r>
          </a:p>
          <a:p>
            <a:pPr algn="l"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Example: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F</m:t>
                        </m:r>
                      </m:e>
                      <m:sub>
                        <m:r>
                          <a:rPr lang="en-IN" sz="5000" dirty="0">
                            <a:solidFill>
                              <a:schemeClr val="lt1"/>
                            </a:solidFill>
                            <a:latin typeface="Cambria Math"/>
                            <a:ea typeface="Cambria Math"/>
                            <a:sym typeface="Cambria Math"/>
                          </a:rPr>
                          <m:t xml:space="preserve">2</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F</a:t>
                </a:r>
                <a:r>
                  <a:rPr baseline="-25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 </a:t>
                </a:r>
              </mc:Fallback>
            </mc:AlternateContent>
            <a:r>
              <a:rPr lang="en-IN" sz="5000" dirty="0">
                <a:solidFill>
                  <a:schemeClr val="lt1"/>
                </a:solidFill>
                <a:latin typeface="Cambria"/>
                <a:ea typeface="Cambria"/>
                <a:sym typeface="Cambria"/>
              </a:rPr>
              <a:t> and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Sup>
                      <m:sSubSupPr/>
                      <m:e>
                        <m:r>
                          <a:rPr lang="en-IN" sz="5000" dirty="0">
                            <a:solidFill>
                              <a:schemeClr val="lt1"/>
                            </a:solidFill>
                            <a:latin typeface="Cambria Math"/>
                            <a:ea typeface="Cambria Math"/>
                            <a:sym typeface="Cambria Math"/>
                          </a:rPr>
                          <m:t xml:space="preserve">O</m:t>
                        </m:r>
                      </m:e>
                      <m:sub>
                        <m:r>
                          <a:rPr lang="en-IN" sz="5000" dirty="0">
                            <a:solidFill>
                              <a:schemeClr val="lt1"/>
                            </a:solidFill>
                            <a:latin typeface="Cambria Math"/>
                            <a:ea typeface="Cambria Math"/>
                            <a:sym typeface="Cambria Math"/>
                          </a:rPr>
                          <m:t xml:space="preserve">2</m:t>
                        </m:r>
                      </m:sub>
                      <m:sup>
                        <m:r>
                          <a:rPr lang="en-IN" sz="5000" dirty="0">
                            <a:solidFill>
                              <a:schemeClr val="lt1"/>
                            </a:solidFill>
                            <a:latin typeface="Cambria Math"/>
                            <a:ea typeface="Cambria Math"/>
                            <a:sym typeface="Cambria Math"/>
                          </a:rPr>
                          <m:t xml:space="preserve">-2</m:t>
                        </m:r>
                      </m:sup>
                    </m:sSubSup>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O</a:t>
                </a:r>
                <a:r>
                  <a:rPr baseline="-25000" lang="en-IN" sz="3600" dirty="0">
                    <a:solidFill>
                      <a:schemeClr val="lt1"/>
                    </a:solidFill>
                    <a:latin typeface="Cambria"/>
                    <a:ea typeface="Cambria"/>
                    <a:sym typeface="Cambria"/>
                  </a:rPr>
                  <a:t>2</a:t>
                </a:r>
                <a:r>
                  <a:rPr baseline="52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 </a:t>
                </a:r>
              </mc:Fallback>
            </mc:AlternateContent>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बॉन्ड आर्डर</a:t>
            </a:r>
          </a:p>
        </p:txBody>
      </p:sp>
      <p:pic>
        <p:nvPicPr>
          <p:cNvPr id="4" name="slide_015_1_enhanced.png"/>
          <p:cNvPicPr preferRelativeResize="0"/>
          <p:nvPr/>
        </p:nvPicPr>
        <p:blipFill rotWithShape="1">
          <a:blip r:embed="rId3"/>
          <a:srcRect/>
          <a:stretch>
            <a:fillRect/>
          </a:stretch>
        </p:blipFill>
        <p:spPr>
          <a:xfrm>
            <a:off x="25605084" y="3995695"/>
            <a:ext cx="6780490" cy="6447279"/>
          </a:xfrm>
          <a:prstGeom prst="rect">
            <a:avLst/>
          </a:prstGeom>
          <a:noFill/>
          <a:ln>
            <a:noFill/>
          </a:ln>
        </p:spPr>
      </p:pic>
      <p:pic>
        <p:nvPicPr>
          <p:cNvPr id="5" name="slide_015_2_enhanced.png"/>
          <p:cNvPicPr preferRelativeResize="0"/>
          <p:nvPr/>
        </p:nvPicPr>
        <p:blipFill rotWithShape="1">
          <a:blip r:embed="rId4"/>
          <a:srcRect/>
          <a:stretch>
            <a:fillRect/>
          </a:stretch>
        </p:blipFill>
        <p:spPr>
          <a:xfrm>
            <a:off x="26004724" y="10602974"/>
            <a:ext cx="5981210" cy="6447279"/>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2" name="Google Shape;129;p29"/>
          <p:cNvSpPr txBox="1"/>
          <p:nvPr/>
        </p:nvSpPr>
        <p:spPr>
          <a:xfrm>
            <a:off x="1104806" y="2396709"/>
            <a:ext cx="34747200" cy="1645920"/>
          </a:xfrm>
          <a:prstGeom prst="rect">
            <a:avLst/>
          </a:prstGeom>
          <a:noFill/>
          <a:ln>
            <a:noFill/>
          </a:ln>
        </p:spPr>
        <p:txBody>
          <a:bodyPr spcFirstLastPara="1" wrap="square" lIns="91425" tIns="45700" rIns="91425" bIns="45700" anchor="t" anchorCtr="0">
            <a:spAutoFit/>
          </a:bodyPr>
          <a:lstStyle/>
          <a:p>
            <a:pPr algn="l" marL="0" lvl="0" indent="0">
              <a:buSzPts val="8400"/>
              <a:buFont typeface="Arial"/>
              <a:buNone/>
            </a:pPr>
            <mc:AlternateContent xmlns:mc="http://schemas.openxmlformats.org/markup-compatibility/2006">
              <mc:Choice xmlns:a14="http://schemas.microsoft.com/office/drawing/2010/main" Requires="a14">
                <a14:m xmlns:m="http://schemas.openxmlformats.org/officeDocument/2006/math">
                  <m:oMath>
                    <m:r>
                      <a:rPr lang="en-IN" sz="6000" b="1" dirty="0">
                        <a:solidFill>
                          <a:schemeClr val="lt1"/>
                        </a:solidFill>
                        <a:latin typeface="Cambria Math"/>
                        <a:ea typeface="Cambria Math"/>
                        <a:sym typeface="Cambria Math"/>
                      </a:rPr>
                      <m:t xml:space="preserve"> </m:t>
                    </m:r>
                    <m:sSub>
                      <m:sSubPr/>
                      <m:e>
                        <m:r>
                          <a:rPr lang="en-IN" sz="6000" b="1" dirty="0">
                            <a:solidFill>
                              <a:schemeClr val="lt1"/>
                            </a:solidFill>
                            <a:latin typeface="Cambria Math"/>
                            <a:ea typeface="Cambria Math"/>
                            <a:sym typeface="Cambria Math"/>
                          </a:rPr>
                          <m:t xml:space="preserve">N</m:t>
                        </m:r>
                      </m:e>
                      <m:sub>
                        <m:r>
                          <a:rPr lang="en-IN" sz="6000" b="1" dirty="0">
                            <a:solidFill>
                              <a:schemeClr val="lt1"/>
                            </a:solidFill>
                            <a:latin typeface="Cambria Math"/>
                            <a:ea typeface="Cambria Math"/>
                            <a:sym typeface="Cambria Math"/>
                          </a:rPr>
                          <m:t xml:space="preserve">2</m:t>
                        </m:r>
                      </m:sub>
                    </m:sSub>
                    <m:r>
                      <a:rPr lang="en-IN" sz="6000" b="1" dirty="0">
                        <a:solidFill>
                          <a:schemeClr val="lt1"/>
                        </a:solidFill>
                        <a:latin typeface="Cambria Math"/>
                        <a:ea typeface="Cambria Math"/>
                        <a:sym typeface="Cambria Math"/>
                      </a:rPr>
                      <m:t xml:space="preserve"> </m:t>
                    </m:r>
                  </m:oMath>
                </a14:m>
              </mc:Choice>
              <mc:Fallback>
                <a:r>
                  <a:rPr lang="en-IN" sz="6000" b="1" dirty="0">
                    <a:solidFill>
                      <a:schemeClr val="lt1"/>
                    </a:solidFill>
                    <a:latin typeface="Cambria"/>
                    <a:ea typeface="Cambria"/>
                    <a:sym typeface="Cambria"/>
                  </a:rPr>
                  <a:t> N</a:t>
                </a:r>
                <a:r>
                  <a:rPr baseline="-25000" lang="en-IN" sz="4320" b="1" dirty="0">
                    <a:solidFill>
                      <a:schemeClr val="lt1"/>
                    </a:solidFill>
                    <a:latin typeface="Cambria"/>
                    <a:ea typeface="Cambria"/>
                    <a:sym typeface="Cambria"/>
                  </a:rPr>
                  <a:t>2</a:t>
                </a:r>
                <a:r>
                  <a:rPr lang="en-IN" sz="6000" b="1" dirty="0">
                    <a:solidFill>
                      <a:schemeClr val="lt1"/>
                    </a:solidFill>
                    <a:latin typeface="Cambria"/>
                    <a:ea typeface="Cambria"/>
                    <a:sym typeface="Cambria"/>
                  </a:rPr>
                  <a:t> </a:t>
                </a:r>
              </mc:Fallback>
            </mc:AlternateContent>
            <a:r>
              <a:rPr lang="hi-IN" altLang="en-US" sz="6000" b="1" dirty="0">
                <a:cs typeface="Noto Sans Devanagari"/>
                <a:solidFill>
                  <a:schemeClr val="lt1"/>
                </a:solidFill>
                <a:latin typeface="Cambria"/>
                <a:ea typeface="Noto Sans Devanagari"/>
                <a:sym typeface="Cambria"/>
              </a:rPr>
              <a:t> अणु में बंध क्रम है...</a:t>
            </a:r>
          </a:p>
        </p:txBody>
      </p:sp>
      <p:sp>
        <p:nvSpPr>
          <p:cNvPr id="3" name="Google Shape;130;p29"/>
          <p:cNvSpPr txBox="1"/>
          <p:nvPr/>
        </p:nvSpPr>
        <p:spPr>
          <a:xfrm>
            <a:off x="3107605" y="5653418"/>
            <a:ext cx="16865227" cy="1597340"/>
          </a:xfrm>
          <a:prstGeom prst="rect">
            <a:avLst/>
          </a:prstGeom>
          <a:noFill/>
          <a:ln>
            <a:noFill/>
          </a:ln>
        </p:spPr>
        <p:txBody>
          <a:bodyPr spcFirstLastPara="1" wrap="square" lIns="91425" tIns="45700" rIns="91425" bIns="45700" anchor="t" anchorCtr="0">
            <a:spAutoFit/>
          </a:bodyPr>
          <a:lstStyle/>
          <a:p>
            <a:pPr marL="0" indent="0">
              <a:buSzPts val="8400"/>
            </a:pPr>
            <a:r>
              <a:rPr lang="en-IN" sz="6000" b="1" dirty="0">
                <a:solidFill>
                  <a:schemeClr val="lt1"/>
                </a:solidFill>
                <a:latin typeface="Cambria"/>
                <a:ea typeface="Cambria"/>
                <a:sym typeface="Cambria"/>
              </a:rPr>
              <a:t>1</a:t>
            </a:r>
            <a:endParaRPr sz="6000" b="1" dirty="0">
              <a:solidFill>
                <a:schemeClr val="lt1"/>
              </a:solidFill>
              <a:latin typeface="Cambria"/>
              <a:ea typeface="Cambria"/>
            </a:endParaRPr>
          </a:p>
        </p:txBody>
      </p:sp>
      <p:sp>
        <p:nvSpPr>
          <p:cNvPr id="4" name="Google Shape;131;p29"/>
          <p:cNvSpPr/>
          <p:nvPr/>
        </p:nvSpPr>
        <p:spPr>
          <a:xfrm>
            <a:off x="-1864528" y="681774"/>
            <a:ext cx="7081988" cy="1569660"/>
          </a:xfrm>
          <a:prstGeom prst="roundRect">
            <a:avLst>
              <a:gd name="adj" fmla="val 50000"/>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8400" b="1" i="0" u="none" strike="noStrike" cap="none">
              <a:solidFill>
                <a:schemeClr val="lt1"/>
              </a:solidFill>
              <a:latin typeface="Poppins"/>
              <a:ea typeface="Poppins"/>
              <a:cs typeface="Poppins"/>
              <a:sym typeface="Poppins"/>
            </a:endParaRPr>
          </a:p>
        </p:txBody>
      </p:sp>
      <p:sp>
        <p:nvSpPr>
          <p:cNvPr id="5" name="Google Shape;132;p29"/>
          <p:cNvSpPr txBox="1"/>
          <p:nvPr/>
        </p:nvSpPr>
        <p:spPr>
          <a:xfrm>
            <a:off x="1039500" y="827049"/>
            <a:ext cx="4562190" cy="1015622"/>
          </a:xfrm>
          <a:prstGeom prst="rect">
            <a:avLst/>
          </a:prstGeom>
          <a:noFill/>
          <a:ln>
            <a:noFill/>
          </a:ln>
        </p:spPr>
        <p:txBody>
          <a:bodyPr spcFirstLastPara="1" wrap="square" lIns="91425" tIns="45700" rIns="91425" bIns="45700" anchor="t" anchorCtr="0">
            <a:spAutoFit/>
          </a:bodyPr>
          <a:lstStyle/>
          <a:p>
            <a:pPr algn="l">
              <a:buSzPts val="8400"/>
            </a:pPr>
            <a:r>
              <a:rPr lang="en-IN" sz="6000" b="1" dirty="0">
                <a:solidFill>
                  <a:schemeClr val="lt1"/>
                </a:solidFill>
                <a:latin typeface="Cambria"/>
                <a:ea typeface="Cambria"/>
                <a:sym typeface="Cambria"/>
              </a:rPr>
              <a:t>Question</a:t>
            </a:r>
            <a:endParaRPr sz="6000" b="1" dirty="0">
              <a:solidFill>
                <a:schemeClr val="lt1"/>
              </a:solidFill>
              <a:latin typeface="Cambria"/>
              <a:ea typeface="Cambria"/>
            </a:endParaRPr>
          </a:p>
        </p:txBody>
      </p:sp>
      <p:sp>
        <p:nvSpPr>
          <p:cNvPr id="6" name="Google Shape;133;p29"/>
          <p:cNvSpPr/>
          <p:nvPr/>
        </p:nvSpPr>
        <p:spPr>
          <a:xfrm>
            <a:off x="1039499" y="5362629"/>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7" name="Google Shape;134;p29"/>
          <p:cNvSpPr txBox="1"/>
          <p:nvPr/>
        </p:nvSpPr>
        <p:spPr>
          <a:xfrm>
            <a:off x="1104807" y="5561134"/>
            <a:ext cx="1466700" cy="1169511"/>
          </a:xfrm>
          <a:prstGeom prst="rect">
            <a:avLst/>
          </a:prstGeom>
          <a:noFill/>
          <a:ln>
            <a:noFill/>
          </a:ln>
        </p:spPr>
        <p:txBody>
          <a:bodyPr spcFirstLastPara="1" wrap="square" lIns="91425" tIns="45700" rIns="91425" bIns="45700" anchor="t" anchorCtr="0">
            <a:spAutoFit/>
          </a:bodyPr>
          <a:lstStyle/>
          <a:p>
            <a:pPr marL="0" lvl="0" indent="0" algn="ctr">
              <a:buSzPts val="8400"/>
              <a:buFont typeface="Arial"/>
              <a:buNone/>
            </a:pPr>
            <a:r>
              <a:rPr lang="en-IN" sz="7000" b="1" dirty="0">
                <a:solidFill>
                  <a:schemeClr val="lt1"/>
                </a:solidFill>
                <a:latin typeface="Cambria"/>
                <a:ea typeface="Cambria"/>
                <a:sym typeface="Poppins"/>
              </a:rPr>
              <a:t>A</a:t>
            </a:r>
            <a:endParaRPr sz="7000" b="1" dirty="0">
              <a:solidFill>
                <a:schemeClr val="lt1"/>
              </a:solidFill>
              <a:latin typeface="Cambria"/>
              <a:ea typeface="Cambria"/>
            </a:endParaRPr>
          </a:p>
        </p:txBody>
      </p:sp>
      <p:grpSp>
        <p:nvGrpSpPr>
          <p:cNvPr id="8" name="Group 3">
            <a:extLst>
              <a:ext uri="{FF2B5EF4-FFF2-40B4-BE49-F238E27FC236}">
                <a16:creationId xmlns:a16="http://schemas.microsoft.com/office/drawing/2014/main" id="{E7A8D3A8-3CB4-6749-CCFA-38CA3F055B3C}"/>
              </a:ext>
            </a:extLst>
          </p:cNvPr>
          <p:cNvGrpSpPr/>
          <p:nvPr/>
        </p:nvGrpSpPr>
        <p:grpSpPr>
          <a:xfrm>
            <a:off x="1039499" y="7479969"/>
            <a:ext cx="1597200" cy="1597200"/>
            <a:chOff x="1039499" y="8887793"/>
            <a:chExt cx="1597200" cy="1597200"/>
          </a:xfrm>
        </p:grpSpPr>
        <p:sp>
          <p:nvSpPr>
            <p:cNvPr id="9" name="Google Shape;135;p29"/>
            <p:cNvSpPr/>
            <p:nvPr/>
          </p:nvSpPr>
          <p:spPr>
            <a:xfrm>
              <a:off x="1039499" y="8887793"/>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 name="Google Shape;136;p29"/>
            <p:cNvSpPr txBox="1"/>
            <p:nvPr/>
          </p:nvSpPr>
          <p:spPr>
            <a:xfrm>
              <a:off x="1104806" y="9086298"/>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B</a:t>
              </a:r>
              <a:endParaRPr sz="7000" b="1" dirty="0">
                <a:solidFill>
                  <a:schemeClr val="lt1"/>
                </a:solidFill>
                <a:latin typeface="Cambria"/>
                <a:ea typeface="Cambria"/>
              </a:endParaRPr>
            </a:p>
          </p:txBody>
        </p:sp>
      </p:grpSp>
      <p:grpSp>
        <p:nvGrpSpPr>
          <p:cNvPr id="11" name="Group 2">
            <a:extLst>
              <a:ext uri="{FF2B5EF4-FFF2-40B4-BE49-F238E27FC236}">
                <a16:creationId xmlns:a16="http://schemas.microsoft.com/office/drawing/2014/main" id="{1929EFE0-7899-C986-6D22-F9305746025F}"/>
              </a:ext>
            </a:extLst>
          </p:cNvPr>
          <p:cNvGrpSpPr/>
          <p:nvPr/>
        </p:nvGrpSpPr>
        <p:grpSpPr>
          <a:xfrm>
            <a:off x="1039499" y="9597309"/>
            <a:ext cx="1597200" cy="1597200"/>
            <a:chOff x="1039499" y="11392904"/>
            <a:chExt cx="1597200" cy="1597200"/>
          </a:xfrm>
        </p:grpSpPr>
        <p:sp>
          <p:nvSpPr>
            <p:cNvPr id="12" name="Google Shape;137;p29"/>
            <p:cNvSpPr/>
            <p:nvPr/>
          </p:nvSpPr>
          <p:spPr>
            <a:xfrm>
              <a:off x="1039499" y="11392904"/>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3" name="Google Shape;138;p29"/>
            <p:cNvSpPr txBox="1"/>
            <p:nvPr/>
          </p:nvSpPr>
          <p:spPr>
            <a:xfrm>
              <a:off x="1104806" y="11591409"/>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C</a:t>
              </a:r>
              <a:endParaRPr sz="7000" b="1" dirty="0">
                <a:solidFill>
                  <a:schemeClr val="lt1"/>
                </a:solidFill>
                <a:latin typeface="Cambria"/>
                <a:ea typeface="Cambria"/>
              </a:endParaRPr>
            </a:p>
          </p:txBody>
        </p:sp>
      </p:grpSp>
      <p:grpSp>
        <p:nvGrpSpPr>
          <p:cNvPr id="14" name="Group 1">
            <a:extLst>
              <a:ext uri="{FF2B5EF4-FFF2-40B4-BE49-F238E27FC236}">
                <a16:creationId xmlns:a16="http://schemas.microsoft.com/office/drawing/2014/main" id="{2EFF441D-B1EA-669C-64B0-91C1D604A467}"/>
              </a:ext>
            </a:extLst>
          </p:cNvPr>
          <p:cNvGrpSpPr/>
          <p:nvPr/>
        </p:nvGrpSpPr>
        <p:grpSpPr>
          <a:xfrm>
            <a:off x="1039499" y="11714649"/>
            <a:ext cx="1597200" cy="1597200"/>
            <a:chOff x="1039499" y="13898015"/>
            <a:chExt cx="1597200" cy="1597200"/>
          </a:xfrm>
        </p:grpSpPr>
        <p:sp>
          <p:nvSpPr>
            <p:cNvPr id="15" name="Google Shape;139;p29"/>
            <p:cNvSpPr/>
            <p:nvPr/>
          </p:nvSpPr>
          <p:spPr>
            <a:xfrm>
              <a:off x="1039499" y="13898015"/>
              <a:ext cx="1597200" cy="1597200"/>
            </a:xfrm>
            <a:prstGeom prst="ellipse">
              <a:avLst/>
            </a:prstGeom>
            <a:gradFill>
              <a:gsLst>
                <a:gs pos="0">
                  <a:srgbClr val="07213C"/>
                </a:gs>
                <a:gs pos="50000">
                  <a:srgbClr val="0A3258"/>
                </a:gs>
                <a:gs pos="100000">
                  <a:srgbClr val="0E3B69"/>
                </a:gs>
              </a:gsLst>
              <a:lin ang="16200000" scaled="0"/>
            </a:gradFill>
            <a:ln w="57150" cap="flat" cmpd="sng">
              <a:solidFill>
                <a:schemeClr val="lt1"/>
              </a:solidFill>
              <a:prstDash val="solid"/>
              <a:round/>
              <a:headEnd type="none" w="sm" len="sm"/>
              <a:tailEnd type="none" w="sm" len="sm"/>
            </a:ln>
            <a:effectLst>
              <a:outerShdw blurRad="50800" dist="38100" dir="10800000" algn="r" rotWithShape="0">
                <a:srgbClr val="000000">
                  <a:alpha val="40000"/>
                </a:srgbClr>
              </a:outerShdw>
            </a:effectLst>
          </p:spPr>
          <p:txBody>
            <a:bodyPr spcFirstLastPara="1" wrap="square" lIns="91425" tIns="45700" rIns="91425" bIns="45700" anchor="ctr" anchorCtr="0">
              <a:noAutofit/>
            </a:bodyPr>
            <a:lstStyle/>
            <a:p>
              <a:pPr algn="l" marL="0" marR="0" lvl="0" indent="0"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6" name="Google Shape;140;p29"/>
            <p:cNvSpPr txBox="1"/>
            <p:nvPr/>
          </p:nvSpPr>
          <p:spPr>
            <a:xfrm>
              <a:off x="1104806" y="14096520"/>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D</a:t>
              </a:r>
              <a:endParaRPr sz="7000" b="1" dirty="0">
                <a:solidFill>
                  <a:schemeClr val="lt1"/>
                </a:solidFill>
                <a:latin typeface="Cambria"/>
                <a:ea typeface="Cambria"/>
              </a:endParaRPr>
            </a:p>
          </p:txBody>
        </p:sp>
      </p:grpSp>
      <p:sp>
        <p:nvSpPr>
          <p:cNvPr id="17" name="Google Shape;130;p29">
            <a:extLst>
              <a:ext uri="{FF2B5EF4-FFF2-40B4-BE49-F238E27FC236}">
                <a16:creationId xmlns:a16="http://schemas.microsoft.com/office/drawing/2014/main" id="{359EC1B9-8B0A-CB48-A9AA-6F6EAF44500B}"/>
              </a:ext>
            </a:extLst>
          </p:cNvPr>
          <p:cNvSpPr txBox="1"/>
          <p:nvPr/>
        </p:nvSpPr>
        <p:spPr>
          <a:xfrm>
            <a:off x="3107605" y="7710560"/>
            <a:ext cx="16865227" cy="1597340"/>
          </a:xfrm>
          <a:prstGeom prst="rect">
            <a:avLst/>
          </a:prstGeom>
          <a:noFill/>
          <a:ln>
            <a:noFill/>
          </a:ln>
        </p:spPr>
        <p:txBody>
          <a:bodyPr spcFirstLastPara="1" wrap="square" lIns="91425" tIns="45700" rIns="91425" bIns="45700" anchor="t" anchorCtr="0">
            <a:spAutoFit/>
          </a:bodyPr>
          <a:lstStyle/>
          <a:p>
            <a:pPr marL="0" indent="0">
              <a:buSzPts val="8400"/>
            </a:pPr>
            <a:r>
              <a:rPr lang="en-IN" sz="6000" b="1" dirty="0">
                <a:solidFill>
                  <a:schemeClr val="lt1"/>
                </a:solidFill>
                <a:latin typeface="Cambria"/>
                <a:ea typeface="Cambria"/>
                <a:sym typeface="Cambria"/>
              </a:rPr>
              <a:t>2</a:t>
            </a:r>
            <a:endParaRPr sz="6000" b="1" dirty="0">
              <a:solidFill>
                <a:schemeClr val="lt1"/>
              </a:solidFill>
              <a:latin typeface="Cambria"/>
              <a:ea typeface="Cambria"/>
            </a:endParaRPr>
          </a:p>
        </p:txBody>
      </p:sp>
      <p:sp>
        <p:nvSpPr>
          <p:cNvPr id="18" name="Google Shape;130;p29">
            <a:extLst>
              <a:ext uri="{FF2B5EF4-FFF2-40B4-BE49-F238E27FC236}">
                <a16:creationId xmlns:a16="http://schemas.microsoft.com/office/drawing/2014/main" id="{7A900CAF-02A4-EA2C-D5AE-61E805D388DB}"/>
              </a:ext>
            </a:extLst>
          </p:cNvPr>
          <p:cNvSpPr txBox="1"/>
          <p:nvPr/>
        </p:nvSpPr>
        <p:spPr>
          <a:xfrm>
            <a:off x="3107605" y="9777875"/>
            <a:ext cx="16865227" cy="1597340"/>
          </a:xfrm>
          <a:prstGeom prst="rect">
            <a:avLst/>
          </a:prstGeom>
          <a:noFill/>
          <a:ln>
            <a:noFill/>
          </a:ln>
        </p:spPr>
        <p:txBody>
          <a:bodyPr spcFirstLastPara="1" wrap="square" lIns="91425" tIns="45700" rIns="91425" bIns="45700" anchor="t" anchorCtr="0">
            <a:spAutoFit/>
          </a:bodyPr>
          <a:lstStyle/>
          <a:p>
            <a:pPr marL="0" indent="0">
              <a:buSzPts val="8400"/>
            </a:pPr>
            <a:r>
              <a:rPr lang="en-IN" sz="6000" b="1" dirty="0">
                <a:solidFill>
                  <a:schemeClr val="lt1"/>
                </a:solidFill>
                <a:latin typeface="Cambria"/>
                <a:ea typeface="Cambria"/>
                <a:sym typeface="Cambria"/>
              </a:rPr>
              <a:t>3</a:t>
            </a:r>
            <a:endParaRPr sz="6000" b="1" dirty="0">
              <a:solidFill>
                <a:schemeClr val="lt1"/>
              </a:solidFill>
              <a:latin typeface="Cambria"/>
              <a:ea typeface="Cambria"/>
            </a:endParaRPr>
          </a:p>
        </p:txBody>
      </p:sp>
      <p:sp>
        <p:nvSpPr>
          <p:cNvPr id="19" name="Google Shape;130;p29">
            <a:extLst>
              <a:ext uri="{FF2B5EF4-FFF2-40B4-BE49-F238E27FC236}">
                <a16:creationId xmlns:a16="http://schemas.microsoft.com/office/drawing/2014/main" id="{14CC97B5-99F4-9A71-2E1A-0ED3B3F0A5F1}"/>
              </a:ext>
            </a:extLst>
          </p:cNvPr>
          <p:cNvSpPr txBox="1"/>
          <p:nvPr/>
        </p:nvSpPr>
        <p:spPr>
          <a:xfrm>
            <a:off x="3107605" y="11913154"/>
            <a:ext cx="16865227" cy="1597340"/>
          </a:xfrm>
          <a:prstGeom prst="rect">
            <a:avLst/>
          </a:prstGeom>
          <a:noFill/>
          <a:ln>
            <a:noFill/>
          </a:ln>
        </p:spPr>
        <p:txBody>
          <a:bodyPr spcFirstLastPara="1" wrap="square" lIns="91425" tIns="45700" rIns="91425" bIns="45700" anchor="t" anchorCtr="0">
            <a:spAutoFit/>
          </a:bodyPr>
          <a:lstStyle/>
          <a:p>
            <a:pPr marL="0" indent="0">
              <a:buSzPts val="8400"/>
            </a:pPr>
            <a:r>
              <a:rPr lang="en-IN" sz="6000" b="1" dirty="0">
                <a:solidFill>
                  <a:schemeClr val="lt1"/>
                </a:solidFill>
                <a:latin typeface="Cambria"/>
                <a:ea typeface="Cambria"/>
                <a:sym typeface="Cambria"/>
              </a:rPr>
              <a:t>4</a:t>
            </a:r>
            <a:endParaRPr sz="6000" b="1" dirty="0">
              <a:solidFill>
                <a:schemeClr val="lt1"/>
              </a:solidFill>
              <a:latin typeface="Cambria"/>
              <a:ea typeface="Cambria"/>
            </a:endParaRPr>
          </a:p>
        </p:txBody>
      </p:sp>
      <p:pic>
        <p:nvPicPr>
          <p:cNvPr id="20" name="slide_016_1_enhanced.png"/>
          <p:cNvPicPr preferRelativeResize="0"/>
          <p:nvPr/>
        </p:nvPicPr>
        <p:blipFill rotWithShape="1">
          <a:blip r:embed="rId3"/>
          <a:srcRect/>
          <a:stretch>
            <a:fillRect/>
          </a:stretch>
        </p:blipFill>
        <p:spPr>
          <a:xfrm>
            <a:off x="20372832" y="4562629"/>
            <a:ext cx="15288768" cy="3741442"/>
          </a:xfrm>
          <a:prstGeom prst="rect">
            <a:avLst/>
          </a:prstGeom>
          <a:noFill/>
          <a:ln>
            <a:noFill/>
          </a:ln>
        </p:spPr>
      </p:pic>
    </p:spTree>
  </p:cSld>
  <p:clrMapOvr>
    <a:masterClrMapping/>
  </p:clrMapOvr>
  <p:transition spd="slow">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b="1" lang="hi-IN" altLang="en-US" sz="5000" dirty="0">
                <a:cs typeface="Noto Sans Devanagari"/>
                <a:solidFill>
                  <a:schemeClr val="lt1"/>
                </a:solidFill>
                <a:latin typeface="Cambria"/>
                <a:ea typeface="Noto Sans Devanagari"/>
                <a:sym typeface="Cambria"/>
              </a:rPr>
              <a:t>अनुनाद संरचनाएं</a:t>
            </a:r>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अनुनाद की अवधारणा के अनुसार, जब भी एक लुईस संरचना किसी अणु का सटीक वर्णन नहीं कर पाती है, तो समान ऊर्जा, नाभिक की स्थिति, इलेक्ट्रॉनों के बंधन और गैर–बंधन युग्मों वाली कई संरचनाओं को संकर की प्रामाणिक संरचना के रूप में लिया जाता है, जो अणु का सटीक वर्णन करती है।</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अनुनाद संरचनाएं</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mc:AlternateContent xmlns:mc="http://schemas.openxmlformats.org/markup-compatibility/2006">
              <mc:Choice xmlns:a14="http://schemas.microsoft.com/office/drawing/2010/main" Requires="a14">
                <a14:m xmlns:m="http://schemas.openxmlformats.org/officeDocument/2006/math">
                  <m:oMath>
                    <m:r>
                      <a:rPr lang="hi-IN" altLang="en-US" sz="8000" b="1" dirty="0">
                        <a:solidFill>
                          <a:schemeClr val="lt1"/>
                        </a:solidFill>
                        <a:latin typeface="Cambria Math"/>
                        <a:cs typeface="Cambria Math"/>
                        <a:ea typeface="Cambria Math"/>
                      </a:rPr>
                      <m:t xml:space="preserve"> </m:t>
                    </m:r>
                    <m:sSub>
                      <m:sSubPr/>
                      <m:e>
                        <m:r>
                          <a:rPr lang="hi-IN" altLang="en-US" sz="8000" b="1" dirty="0">
                            <a:solidFill>
                              <a:schemeClr val="lt1"/>
                            </a:solidFill>
                            <a:latin typeface="Cambria Math"/>
                            <a:cs typeface="Cambria Math"/>
                            <a:ea typeface="Cambria Math"/>
                          </a:rPr>
                          <m:t xml:space="preserve">O</m:t>
                        </m:r>
                      </m:e>
                      <m:sub>
                        <m:r>
                          <a:rPr lang="hi-IN" altLang="en-US" sz="8000" b="1" dirty="0">
                            <a:solidFill>
                              <a:schemeClr val="lt1"/>
                            </a:solidFill>
                            <a:latin typeface="Cambria Math"/>
                            <a:cs typeface="Cambria Math"/>
                            <a:ea typeface="Cambria Math"/>
                          </a:rPr>
                          <m:t xml:space="preserve">3</m:t>
                        </m:r>
                      </m:sub>
                    </m:sSub>
                    <m:r>
                      <a:rPr lang="hi-IN" altLang="en-US" sz="8000" b="1" dirty="0">
                        <a:solidFill>
                          <a:schemeClr val="lt1"/>
                        </a:solidFill>
                        <a:latin typeface="Cambria Math"/>
                        <a:cs typeface="Cambria Math"/>
                        <a:ea typeface="Cambria Math"/>
                      </a:rPr>
                      <m:t xml:space="preserve"> </m:t>
                    </m:r>
                  </m:oMath>
                </a14:m>
              </mc:Choice>
              <mc:Fallback>
                <a:r>
                  <a:rPr lang="hi-IN" altLang="en-US" sz="8000" b="1" dirty="0">
                    <a:solidFill>
                      <a:schemeClr val="lt1"/>
                    </a:solidFill>
                    <a:latin typeface="Cambria"/>
                    <a:cs typeface="Noto Sans Devanagari"/>
                    <a:ea typeface="Noto Sans Devanagari"/>
                  </a:rPr>
                  <a:t> O</a:t>
                </a:r>
                <a:r>
                  <a:rPr baseline="-25000" lang="hi-IN" altLang="en-US" sz="5760" b="1" dirty="0">
                    <a:solidFill>
                      <a:schemeClr val="lt1"/>
                    </a:solidFill>
                    <a:latin typeface="Cambria"/>
                    <a:cs typeface="Noto Sans Devanagari"/>
                    <a:ea typeface="Noto Sans Devanagari"/>
                  </a:rPr>
                  <a:t>3</a:t>
                </a:r>
                <a:r>
                  <a:rPr lang="hi-IN" altLang="en-US" sz="8000" b="1" dirty="0">
                    <a:solidFill>
                      <a:schemeClr val="lt1"/>
                    </a:solidFill>
                    <a:latin typeface="Cambria"/>
                    <a:cs typeface="Noto Sans Devanagari"/>
                    <a:ea typeface="Noto Sans Devanagari"/>
                  </a:rPr>
                  <a:t> </a:t>
                </a:r>
              </mc:Fallback>
            </mc:AlternateContent>
            <a:r>
              <a:rPr lang="hi-IN" altLang="en-US" sz="8000" b="1" dirty="0">
                <a:solidFill>
                  <a:schemeClr val="lt1"/>
                </a:solidFill>
                <a:latin typeface="Cambria"/>
                <a:cs typeface="Noto Sans Devanagari"/>
                <a:ea typeface="Noto Sans Devanagari"/>
              </a:rPr>
              <a:t> अणु कि संरचना</a:t>
            </a:r>
          </a:p>
        </p:txBody>
      </p:sp>
      <p:pic>
        <p:nvPicPr>
          <p:cNvPr id="3" name="slide_018_1_enhanced.png"/>
          <p:cNvPicPr preferRelativeResize="0"/>
          <p:nvPr/>
        </p:nvPicPr>
        <p:blipFill rotWithShape="1">
          <a:blip r:embed="rId3"/>
          <a:srcRect/>
          <a:stretch>
            <a:fillRect/>
          </a:stretch>
        </p:blipFill>
        <p:spPr>
          <a:xfrm>
            <a:off x="27099997" y="3995695"/>
            <a:ext cx="3790665" cy="3143639"/>
          </a:xfrm>
          <a:prstGeom prst="rect">
            <a:avLst/>
          </a:prstGeom>
          <a:noFill/>
          <a:ln>
            <a:noFill/>
          </a:ln>
        </p:spPr>
      </p:pic>
      <p:pic>
        <p:nvPicPr>
          <p:cNvPr id="4" name="slide_018_2_enhanced.png"/>
          <p:cNvPicPr preferRelativeResize="0"/>
          <p:nvPr/>
        </p:nvPicPr>
        <p:blipFill rotWithShape="1">
          <a:blip r:embed="rId4"/>
          <a:srcRect/>
          <a:stretch>
            <a:fillRect/>
          </a:stretch>
        </p:blipFill>
        <p:spPr>
          <a:xfrm>
            <a:off x="26446776" y="7299334"/>
            <a:ext cx="5097107" cy="3143639"/>
          </a:xfrm>
          <a:prstGeom prst="rect">
            <a:avLst/>
          </a:prstGeom>
          <a:noFill/>
          <a:ln>
            <a:noFill/>
          </a:ln>
        </p:spPr>
      </p:pic>
      <p:pic>
        <p:nvPicPr>
          <p:cNvPr id="5" name="slide_018_3_enhanced.png"/>
          <p:cNvPicPr preferRelativeResize="0"/>
          <p:nvPr/>
        </p:nvPicPr>
        <p:blipFill rotWithShape="1">
          <a:blip r:embed="rId5"/>
          <a:srcRect/>
          <a:stretch>
            <a:fillRect/>
          </a:stretch>
        </p:blipFill>
        <p:spPr>
          <a:xfrm>
            <a:off x="26347526" y="10602973"/>
            <a:ext cx="5295607" cy="3143639"/>
          </a:xfrm>
          <a:prstGeom prst="rect">
            <a:avLst/>
          </a:prstGeom>
          <a:noFill/>
          <a:ln>
            <a:noFill/>
          </a:ln>
        </p:spPr>
      </p:pic>
      <p:pic>
        <p:nvPicPr>
          <p:cNvPr id="6" name="slide_018_4_enhanced.png"/>
          <p:cNvPicPr preferRelativeResize="0"/>
          <p:nvPr/>
        </p:nvPicPr>
        <p:blipFill rotWithShape="1">
          <a:blip r:embed="rId6"/>
          <a:srcRect/>
          <a:stretch>
            <a:fillRect/>
          </a:stretch>
        </p:blipFill>
        <p:spPr>
          <a:xfrm>
            <a:off x="26327526" y="13906612"/>
            <a:ext cx="5335606" cy="3143639"/>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mc:AlternateContent xmlns:mc="http://schemas.openxmlformats.org/markup-compatibility/2006">
              <mc:Choice xmlns:a14="http://schemas.microsoft.com/office/drawing/2010/main" Requires="a14">
                <a14:m xmlns:m="http://schemas.openxmlformats.org/officeDocument/2006/math">
                  <m:oMath>
                    <m:r>
                      <a:rPr lang="en-US" sz="8000" b="1" dirty="0">
                        <a:solidFill>
                          <a:schemeClr val="lt1"/>
                        </a:solidFill>
                        <a:latin typeface="Cambria Math"/>
                        <a:cs typeface="Cambria Math"/>
                        <a:ea typeface="Cambria Math"/>
                      </a:rPr>
                      <m:t xml:space="preserve"> C</m:t>
                    </m:r>
                    <m:sSubSup>
                      <m:sSubSupPr/>
                      <m:e>
                        <m:r>
                          <a:rPr lang="en-US" sz="8000" b="1" dirty="0">
                            <a:solidFill>
                              <a:schemeClr val="lt1"/>
                            </a:solidFill>
                            <a:latin typeface="Cambria Math"/>
                            <a:cs typeface="Cambria Math"/>
                            <a:ea typeface="Cambria Math"/>
                          </a:rPr>
                          <m:t xml:space="preserve">O</m:t>
                        </m:r>
                      </m:e>
                      <m:sub>
                        <m:r>
                          <a:rPr lang="en-US" sz="8000" b="1" dirty="0">
                            <a:solidFill>
                              <a:schemeClr val="lt1"/>
                            </a:solidFill>
                            <a:latin typeface="Cambria Math"/>
                            <a:cs typeface="Cambria Math"/>
                            <a:ea typeface="Cambria Math"/>
                          </a:rPr>
                          <m:t xml:space="preserve">3</m:t>
                        </m:r>
                      </m:sub>
                      <m:sup>
                        <m:r>
                          <a:rPr lang="en-US" sz="8000" b="1" dirty="0">
                            <a:solidFill>
                              <a:schemeClr val="lt1"/>
                            </a:solidFill>
                            <a:latin typeface="Cambria Math"/>
                            <a:cs typeface="Cambria Math"/>
                            <a:ea typeface="Cambria Math"/>
                          </a:rPr>
                          <m:t xml:space="preserve">2-</m:t>
                        </m:r>
                      </m:sup>
                    </m:sSubSup>
                    <m:r>
                      <a:rPr lang="en-US" sz="8000" b="1" dirty="0">
                        <a:solidFill>
                          <a:schemeClr val="lt1"/>
                        </a:solidFill>
                        <a:latin typeface="Cambria Math"/>
                        <a:cs typeface="Cambria Math"/>
                        <a:ea typeface="Cambria Math"/>
                      </a:rPr>
                      <m:t xml:space="preserve"> </m:t>
                    </m:r>
                  </m:oMath>
                </a14:m>
              </mc:Choice>
              <mc:Fallback>
                <a:r>
                  <a:rPr lang="en-US" sz="8000" b="1" dirty="0">
                    <a:solidFill>
                      <a:schemeClr val="lt1"/>
                    </a:solidFill>
                    <a:latin typeface="Cambria"/>
                    <a:cs typeface="Noto Sans Devanagari"/>
                    <a:ea typeface="Noto Sans Devanagari"/>
                  </a:rPr>
                  <a:t> CO</a:t>
                </a:r>
                <a:r>
                  <a:rPr baseline="-25000" lang="en-US" sz="5760" b="1" dirty="0">
                    <a:solidFill>
                      <a:schemeClr val="lt1"/>
                    </a:solidFill>
                    <a:latin typeface="Cambria"/>
                    <a:cs typeface="Noto Sans Devanagari"/>
                    <a:ea typeface="Noto Sans Devanagari"/>
                  </a:rPr>
                  <a:t>3</a:t>
                </a:r>
                <a:r>
                  <a:rPr baseline="52000" lang="en-US" sz="5760" b="1" dirty="0">
                    <a:solidFill>
                      <a:schemeClr val="lt1"/>
                    </a:solidFill>
                    <a:latin typeface="Cambria"/>
                    <a:cs typeface="Noto Sans Devanagari"/>
                    <a:ea typeface="Noto Sans Devanagari"/>
                  </a:rPr>
                  <a:t>2-</a:t>
                </a:r>
                <a:r>
                  <a:rPr lang="en-US" sz="8000" b="1" dirty="0">
                    <a:solidFill>
                      <a:schemeClr val="lt1"/>
                    </a:solidFill>
                    <a:latin typeface="Cambria"/>
                    <a:cs typeface="Noto Sans Devanagari"/>
                    <a:ea typeface="Noto Sans Devanagari"/>
                  </a:rPr>
                  <a:t> </a:t>
                </a:r>
              </mc:Fallback>
            </mc:AlternateContent>
          </a:p>
        </p:txBody>
      </p:sp>
      <p:pic>
        <p:nvPicPr>
          <p:cNvPr id="5" name="slide_019_3_enhanced.png"/>
          <p:cNvPicPr preferRelativeResize="0"/>
          <p:nvPr/>
        </p:nvPicPr>
        <p:blipFill rotWithShape="1">
          <a:blip r:embed="rId5"/>
          <a:srcRect/>
          <a:stretch>
            <a:fillRect/>
          </a:stretch>
        </p:blipFill>
        <p:spPr>
          <a:xfrm>
            <a:off x="26796189" y="12805399"/>
            <a:ext cx="4398280" cy="4244852"/>
          </a:xfrm>
          <a:prstGeom prst="rect">
            <a:avLst/>
          </a:prstGeom>
          <a:noFill/>
          <a:ln>
            <a:noFill/>
          </a:ln>
        </p:spPr>
      </p:pic>
      <p:pic>
        <p:nvPicPr>
          <p:cNvPr id="3" name="slide_019_1_enhanced.png"/>
          <p:cNvPicPr preferRelativeResize="0"/>
          <p:nvPr/>
        </p:nvPicPr>
        <p:blipFill rotWithShape="1">
          <a:blip r:embed="rId3"/>
          <a:srcRect/>
          <a:stretch>
            <a:fillRect/>
          </a:stretch>
        </p:blipFill>
        <p:spPr>
          <a:xfrm>
            <a:off x="2640330" y="5210337.0"/>
            <a:ext cx="14607540" cy="10153325"/>
          </a:xfrm>
          <a:prstGeom prst="rect">
            <a:avLst/>
          </a:prstGeom>
          <a:noFill/>
          <a:ln>
            <a:noFill/>
          </a:ln>
        </p:spPr>
      </p:pic>
      <p:pic>
        <p:nvPicPr>
          <p:cNvPr id="4" name="slide_019_2_enhanced.png"/>
          <p:cNvPicPr preferRelativeResize="0"/>
          <p:nvPr/>
        </p:nvPicPr>
        <p:blipFill rotWithShape="1">
          <a:blip r:embed="rId4"/>
          <a:srcRect/>
          <a:stretch>
            <a:fillRect/>
          </a:stretch>
        </p:blipFill>
        <p:spPr>
          <a:xfrm>
            <a:off x="21167634" y="4366260.0"/>
            <a:ext cx="10928531" cy="11841480"/>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34747200" cy="17393675"/>
          </a:xfrm>
          <a:prstGeom prst="rect">
            <a:avLst/>
          </a:prstGeom>
          <a:noFill/>
          <a:ln>
            <a:noFill/>
          </a:ln>
        </p:spPr>
        <p:txBody>
          <a:bodyPr spcFirstLastPara="1" wrap="square" lIns="91425" tIns="45700" rIns="91425" bIns="45700" anchor="ctr"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बहुपरमाणुक अणु या आयन में किसी परमाणु के औपचारिक आवेश को पृथक या मुक्त अवस्था में उस परमाणु के संयोजकता इलेक्ट्रॉनों की संख्या और लुईस संरचना में उस परमाणु को सौंपे गए इलेक्ट्रॉनों की संख्या के बीच के अंतर के रूप में परिभाषित किया जा सकता है।</a:t>
            </a:r>
          </a:p>
          <a:p>
            <a:pPr algn="l" marL="1062038" indent="-1062038">
              <a:lnSpc>
                <a:spcPct val="150000"/>
              </a:lnSpc>
              <a:buClr>
                <a:schemeClr val="bg1"/>
              </a:buClr>
              <a:buSzPct val="80000"/>
              <a:buFont typeface="Wingdings" panose="05000000000000000000" pitchFamily="2" charset="2"/>
              <a:buChar char="Ø"/>
            </a:pPr>
            <a:r>
              <a:rPr b="1" lang="hi-IN" altLang="en-US" sz="5000" dirty="0">
                <a:cs typeface="Noto Sans Devanagari"/>
                <a:solidFill>
                  <a:schemeClr val="lt1"/>
                </a:solidFill>
                <a:latin typeface="Cambria"/>
                <a:ea typeface="Noto Sans Devanagari"/>
                <a:sym typeface="Cambria"/>
              </a:rPr>
              <a:t>फार्मल आवेश (Formal charge) = संयोजी इलेक्ट्रॉन (V) − वे संयोजी जो बंध निर्माण में भाग नहीं लिए (N) −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f>
                      <m:fPr/>
                      <m:num>
                        <m:r>
                          <a:rPr lang="en-IN" sz="5000" dirty="0">
                            <a:solidFill>
                              <a:schemeClr val="lt1"/>
                            </a:solidFill>
                            <a:latin typeface="Cambria Math"/>
                            <a:ea typeface="Cambria Math"/>
                            <a:sym typeface="Cambria Math"/>
                          </a:rPr>
                          <m:t xml:space="preserve">1</m:t>
                        </m:r>
                      </m:num>
                      <m:den>
                        <m:r>
                          <a:rPr lang="en-IN" sz="5000" dirty="0">
                            <a:solidFill>
                              <a:schemeClr val="lt1"/>
                            </a:solidFill>
                            <a:latin typeface="Cambria Math"/>
                            <a:ea typeface="Cambria Math"/>
                            <a:sym typeface="Cambria Math"/>
                          </a:rPr>
                          <m:t xml:space="preserve">2</m:t>
                        </m:r>
                      </m:den>
                    </m:f>
                    <m:r>
                      <a:rPr lang="en-IN" sz="5000" dirty="0">
                        <a:solidFill>
                          <a:schemeClr val="lt1"/>
                        </a:solidFill>
                        <a:latin typeface="Cambria Math"/>
                        <a:ea typeface="Cambria Math"/>
                        <a:sym typeface="Cambria Math"/>
                      </a:rPr>
                      <m:t xml:space="preserve"> </m:t>
                    </m:r>
                  </m:oMath>
                </a14:m>
              </mc:Choice>
              <mc:Fallback>
                <a:r>
                  <a:rPr b="1" lang="en-IN" sz="5000" dirty="0">
                    <a:solidFill>
                      <a:schemeClr val="lt1"/>
                    </a:solidFill>
                    <a:latin typeface="Cambria"/>
                    <a:ea typeface="Cambria"/>
                    <a:sym typeface="Cambria"/>
                  </a:rPr>
                  <a:t> ½ </a:t>
                </a:r>
              </mc:Fallback>
            </mc:AlternateContent>
            <a:r>
              <a:rPr b="1" lang="en-IN" sz="5000" dirty="0">
                <a:solidFill>
                  <a:schemeClr val="lt1"/>
                </a:solidFill>
                <a:latin typeface="Cambria"/>
                <a:ea typeface="Cambria"/>
                <a:sym typeface="Cambria"/>
              </a:rPr>
              <a:t> </a:t>
            </a:r>
            <a:r>
              <a:rPr b="1" lang="en-IN" sz="5000" dirty="0">
                <a:solidFill>
                  <a:schemeClr val="lt1"/>
                </a:solidFill>
                <a:latin typeface="Arial"/>
                <a:ea typeface="Arial"/>
                <a:sym typeface="Arial"/>
              </a:rPr>
              <a:t>×</a:t>
            </a:r>
            <a:r>
              <a:rPr b="1" lang="hi-IN" altLang="en-US" sz="5000" dirty="0">
                <a:cs typeface="Noto Sans Devanagari"/>
                <a:solidFill>
                  <a:schemeClr val="lt1"/>
                </a:solidFill>
                <a:latin typeface="Cambria"/>
                <a:ea typeface="Noto Sans Devanagari"/>
                <a:sym typeface="Cambria"/>
              </a:rPr>
              <a:t> बंधीय इलेक्ट्रॉन (B)</a:t>
            </a:r>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a:r>
              <a:rPr lang="hi-IN" altLang="en-US" sz="8000" b="1" dirty="0">
                <a:solidFill>
                  <a:schemeClr val="lt1"/>
                </a:solidFill>
                <a:latin typeface="Cambria"/>
                <a:cs typeface="Noto Sans Devanagari"/>
                <a:ea typeface="Noto Sans Devanagari"/>
              </a:rPr>
              <a:t>फार्मल आवेश (FC)</a:t>
            </a: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6E2F0282-8CC5-6C2A-5189-7BE17E2E9129}"/>
              </a:ext>
            </a:extLst>
          </p:cNvPr>
          <p:cNvSpPr txBox="1"/>
          <p:nvPr/>
        </p:nvSpPr>
        <p:spPr>
          <a:xfrm>
            <a:off x="914400" y="2448805"/>
            <a:ext cx="21409273" cy="17393675"/>
          </a:xfrm>
          <a:prstGeom prst="rect">
            <a:avLst/>
          </a:prstGeom>
          <a:noFill/>
          <a:ln>
            <a:noFill/>
          </a:ln>
        </p:spPr>
        <p:txBody>
          <a:bodyPr spcFirstLastPara="1" wrap="square" lIns="91425" tIns="45700" rIns="91425" bIns="45700" anchor="t" anchorCtr="0">
            <a:spAutoFit/>
          </a:bodyPr>
          <a:lstStyle/>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सूत्र:</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F.C = V - N - </m:t>
                    </m:r>
                    <m:f>
                      <m:fPr/>
                      <m:num>
                        <m:r>
                          <a:rPr lang="en-IN" sz="5000" dirty="0">
                            <a:solidFill>
                              <a:schemeClr val="lt1"/>
                            </a:solidFill>
                            <a:latin typeface="Cambria Math"/>
                            <a:ea typeface="Cambria Math"/>
                            <a:sym typeface="Cambria Math"/>
                          </a:rPr>
                          <m:t xml:space="preserve">1</m:t>
                        </m:r>
                      </m:num>
                      <m:den>
                        <m:r>
                          <a:rPr lang="en-IN" sz="5000" dirty="0">
                            <a:solidFill>
                              <a:schemeClr val="lt1"/>
                            </a:solidFill>
                            <a:latin typeface="Cambria Math"/>
                            <a:ea typeface="Cambria Math"/>
                            <a:sym typeface="Cambria Math"/>
                          </a:rPr>
                          <m:t xml:space="preserve">2</m:t>
                        </m:r>
                      </m:den>
                    </m:f>
                    <m:r>
                      <a:rPr lang="en-IN" sz="5000" dirty="0">
                        <a:solidFill>
                          <a:schemeClr val="lt1"/>
                        </a:solidFill>
                        <a:latin typeface="Cambria Math"/>
                        <a:ea typeface="Cambria Math"/>
                        <a:sym typeface="Cambria Math"/>
                      </a:rPr>
                      <m:t xml:space="preserve">B </m:t>
                    </m:r>
                  </m:oMath>
                </a14:m>
              </mc:Choice>
              <mc:Fallback>
                <a:r>
                  <a:rPr lang="en-IN" sz="5000" dirty="0">
                    <a:solidFill>
                      <a:schemeClr val="lt1"/>
                    </a:solidFill>
                    <a:latin typeface="Cambria"/>
                    <a:ea typeface="Cambria"/>
                    <a:sym typeface="Cambria"/>
                  </a:rPr>
                  <a:t> F.C = V - N - ½B </a:t>
                </a:r>
              </mc:Fallback>
            </mc:AlternateContent>
          </a:p>
          <a:p>
            <a:pPr algn="l" marL="1062038" indent="-1062038">
              <a:lnSpc>
                <a:spcPct val="150000"/>
              </a:lnSpc>
              <a:buClr>
                <a:schemeClr val="bg1"/>
              </a:buClr>
              <a:buSzPct val="80000"/>
              <a:buFont typeface="Wingdings" panose="05000000000000000000" pitchFamily="2" charset="2"/>
              <a:buChar char="Ø"/>
            </a:pPr>
            <a:r>
              <a:rPr lang="hi-IN" altLang="en-US" sz="5000" dirty="0">
                <a:cs typeface="Noto Sans Devanagari"/>
                <a:solidFill>
                  <a:schemeClr val="lt1"/>
                </a:solidFill>
                <a:latin typeface="Cambria"/>
                <a:ea typeface="Noto Sans Devanagari"/>
                <a:sym typeface="Cambria"/>
              </a:rPr>
              <a:t>ओज़ोन </a:t>
            </a: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m:t>
                    </m:r>
                    <m:sSub>
                      <m:sSubPr/>
                      <m:e>
                        <m:r>
                          <a:rPr lang="en-IN" sz="5000" dirty="0">
                            <a:solidFill>
                              <a:schemeClr val="lt1"/>
                            </a:solidFill>
                            <a:latin typeface="Cambria Math"/>
                            <a:ea typeface="Cambria Math"/>
                            <a:sym typeface="Cambria Math"/>
                          </a:rPr>
                          <m:t xml:space="preserve">O</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m:t>
                    </m:r>
                  </m:oMath>
                </a14:m>
              </mc:Choice>
              <mc:Fallback>
                <a:r>
                  <a:rPr lang="en-IN" sz="5000" dirty="0">
                    <a:solidFill>
                      <a:schemeClr val="lt1"/>
                    </a:solidFill>
                    <a:latin typeface="Cambria"/>
                    <a:ea typeface="Cambria"/>
                    <a:sym typeface="Cambria"/>
                  </a:rPr>
                  <a:t> (O</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a:t>
                </a:r>
              </mc:Fallback>
            </mc:AlternateContent>
            <a:r>
              <a:rPr lang="hi-IN" altLang="en-US" sz="5000" dirty="0">
                <a:cs typeface="Noto Sans Devanagari"/>
                <a:solidFill>
                  <a:schemeClr val="lt1"/>
                </a:solidFill>
                <a:latin typeface="Cambria"/>
                <a:ea typeface="Noto Sans Devanagari"/>
                <a:sym typeface="Cambria"/>
              </a:rPr>
              <a:t> के तीनों ऑक्सीजन परमाणुओं के लिए:</a:t>
            </a:r>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F.</m:t>
                    </m:r>
                    <m:sSub>
                      <m:sSubPr/>
                      <m:e>
                        <m:r>
                          <a:rPr lang="en-IN" sz="5000" dirty="0">
                            <a:solidFill>
                              <a:schemeClr val="lt1"/>
                            </a:solidFill>
                            <a:latin typeface="Cambria Math"/>
                            <a:ea typeface="Cambria Math"/>
                            <a:sym typeface="Cambria Math"/>
                          </a:rPr>
                          <m:t xml:space="preserve">C</m:t>
                        </m:r>
                      </m:e>
                      <m:sub>
                        <m:r>
                          <a:rPr lang="en-IN" sz="5000" dirty="0">
                            <a:solidFill>
                              <a:schemeClr val="lt1"/>
                            </a:solidFill>
                            <a:latin typeface="Cambria Math"/>
                            <a:ea typeface="Cambria Math"/>
                            <a:sym typeface="Cambria Math"/>
                          </a:rPr>
                          <m:t xml:space="preserve">1</m:t>
                        </m:r>
                      </m:sub>
                    </m:sSub>
                    <m:r>
                      <a:rPr lang="en-IN" sz="5000" dirty="0">
                        <a:solidFill>
                          <a:schemeClr val="lt1"/>
                        </a:solidFill>
                        <a:latin typeface="Cambria Math"/>
                        <a:ea typeface="Cambria Math"/>
                        <a:sym typeface="Cambria Math"/>
                      </a:rPr>
                      <m:t xml:space="preserve"> = 6 - 4 - </m:t>
                    </m:r>
                    <m:f>
                      <m:fPr/>
                      <m:num>
                        <m:r>
                          <a:rPr lang="en-IN" sz="5000" dirty="0">
                            <a:solidFill>
                              <a:schemeClr val="lt1"/>
                            </a:solidFill>
                            <a:latin typeface="Cambria Math"/>
                            <a:ea typeface="Cambria Math"/>
                            <a:sym typeface="Cambria Math"/>
                          </a:rPr>
                          <m:t xml:space="preserve">1</m:t>
                        </m:r>
                      </m:num>
                      <m:den>
                        <m:r>
                          <a:rPr lang="en-IN" sz="5000" dirty="0">
                            <a:solidFill>
                              <a:schemeClr val="lt1"/>
                            </a:solidFill>
                            <a:latin typeface="Cambria Math"/>
                            <a:ea typeface="Cambria Math"/>
                            <a:sym typeface="Cambria Math"/>
                          </a:rPr>
                          <m:t xml:space="preserve">2</m:t>
                        </m:r>
                      </m:den>
                    </m:f>
                    <m:r>
                      <a:rPr lang="en-IN" sz="5000" dirty="0">
                        <a:solidFill>
                          <a:schemeClr val="lt1"/>
                        </a:solidFill>
                        <a:latin typeface="Cambria Math"/>
                        <a:ea typeface="Cambria Math"/>
                        <a:sym typeface="Cambria Math"/>
                      </a:rPr>
                      <m:t xml:space="preserve">(4) = 0 </m:t>
                    </m:r>
                  </m:oMath>
                </a14:m>
              </mc:Choice>
              <mc:Fallback>
                <a:r>
                  <a:rPr lang="en-IN" sz="5000" dirty="0">
                    <a:solidFill>
                      <a:schemeClr val="lt1"/>
                    </a:solidFill>
                    <a:latin typeface="Cambria"/>
                    <a:ea typeface="Cambria"/>
                    <a:sym typeface="Cambria"/>
                  </a:rPr>
                  <a:t> F.C</a:t>
                </a:r>
                <a:r>
                  <a:rPr baseline="-25000" lang="en-IN" sz="3600" dirty="0">
                    <a:solidFill>
                      <a:schemeClr val="lt1"/>
                    </a:solidFill>
                    <a:latin typeface="Cambria"/>
                    <a:ea typeface="Cambria"/>
                    <a:sym typeface="Cambria"/>
                  </a:rPr>
                  <a:t>1</a:t>
                </a:r>
                <a:r>
                  <a:rPr lang="en-IN" sz="5000" dirty="0">
                    <a:solidFill>
                      <a:schemeClr val="lt1"/>
                    </a:solidFill>
                    <a:latin typeface="Cambria"/>
                    <a:ea typeface="Cambria"/>
                    <a:sym typeface="Cambria"/>
                  </a:rPr>
                  <a:t> = 6 - 4 - ½(4) = 0 </a:t>
                </a:r>
              </mc:Fallback>
            </mc:AlternateContent>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F.</m:t>
                    </m:r>
                    <m:sSub>
                      <m:sSubPr/>
                      <m:e>
                        <m:r>
                          <a:rPr lang="en-IN" sz="5000" dirty="0">
                            <a:solidFill>
                              <a:schemeClr val="lt1"/>
                            </a:solidFill>
                            <a:latin typeface="Cambria Math"/>
                            <a:ea typeface="Cambria Math"/>
                            <a:sym typeface="Cambria Math"/>
                          </a:rPr>
                          <m:t xml:space="preserve">C</m:t>
                        </m:r>
                      </m:e>
                      <m:sub>
                        <m:r>
                          <a:rPr lang="en-IN" sz="5000" dirty="0">
                            <a:solidFill>
                              <a:schemeClr val="lt1"/>
                            </a:solidFill>
                            <a:latin typeface="Cambria Math"/>
                            <a:ea typeface="Cambria Math"/>
                            <a:sym typeface="Cambria Math"/>
                          </a:rPr>
                          <m:t xml:space="preserve">2</m:t>
                        </m:r>
                      </m:sub>
                    </m:sSub>
                    <m:r>
                      <a:rPr lang="en-IN" sz="5000" dirty="0">
                        <a:solidFill>
                          <a:schemeClr val="lt1"/>
                        </a:solidFill>
                        <a:latin typeface="Cambria Math"/>
                        <a:ea typeface="Cambria Math"/>
                        <a:sym typeface="Cambria Math"/>
                      </a:rPr>
                      <m:t xml:space="preserve"> = 6 - 2 - </m:t>
                    </m:r>
                    <m:f>
                      <m:fPr/>
                      <m:num>
                        <m:r>
                          <a:rPr lang="en-IN" sz="5000" dirty="0">
                            <a:solidFill>
                              <a:schemeClr val="lt1"/>
                            </a:solidFill>
                            <a:latin typeface="Cambria Math"/>
                            <a:ea typeface="Cambria Math"/>
                            <a:sym typeface="Cambria Math"/>
                          </a:rPr>
                          <m:t xml:space="preserve">1</m:t>
                        </m:r>
                      </m:num>
                      <m:den>
                        <m:r>
                          <a:rPr lang="en-IN" sz="5000" dirty="0">
                            <a:solidFill>
                              <a:schemeClr val="lt1"/>
                            </a:solidFill>
                            <a:latin typeface="Cambria Math"/>
                            <a:ea typeface="Cambria Math"/>
                            <a:sym typeface="Cambria Math"/>
                          </a:rPr>
                          <m:t xml:space="preserve">2</m:t>
                        </m:r>
                      </m:den>
                    </m:f>
                    <m:r>
                      <a:rPr lang="en-IN" sz="5000" dirty="0">
                        <a:solidFill>
                          <a:schemeClr val="lt1"/>
                        </a:solidFill>
                        <a:latin typeface="Cambria Math"/>
                        <a:ea typeface="Cambria Math"/>
                        <a:sym typeface="Cambria Math"/>
                      </a:rPr>
                      <m:t xml:space="preserve">(6) = +1 </m:t>
                    </m:r>
                  </m:oMath>
                </a14:m>
              </mc:Choice>
              <mc:Fallback>
                <a:r>
                  <a:rPr lang="en-IN" sz="5000" dirty="0">
                    <a:solidFill>
                      <a:schemeClr val="lt1"/>
                    </a:solidFill>
                    <a:latin typeface="Cambria"/>
                    <a:ea typeface="Cambria"/>
                    <a:sym typeface="Cambria"/>
                  </a:rPr>
                  <a:t> F.C</a:t>
                </a:r>
                <a:r>
                  <a:rPr baseline="-25000" lang="en-IN" sz="3600" dirty="0">
                    <a:solidFill>
                      <a:schemeClr val="lt1"/>
                    </a:solidFill>
                    <a:latin typeface="Cambria"/>
                    <a:ea typeface="Cambria"/>
                    <a:sym typeface="Cambria"/>
                  </a:rPr>
                  <a:t>2</a:t>
                </a:r>
                <a:r>
                  <a:rPr lang="en-IN" sz="5000" dirty="0">
                    <a:solidFill>
                      <a:schemeClr val="lt1"/>
                    </a:solidFill>
                    <a:latin typeface="Cambria"/>
                    <a:ea typeface="Cambria"/>
                    <a:sym typeface="Cambria"/>
                  </a:rPr>
                  <a:t> = 6 - 2 - ½(6) = +1 </a:t>
                </a:r>
              </mc:Fallback>
            </mc:AlternateContent>
          </a:p>
          <a:p>
            <a:pPr algn="l" marL="1062038" indent="-1062038">
              <a:lnSpc>
                <a:spcPct val="150000"/>
              </a:lnSpc>
              <a:buClr>
                <a:schemeClr val="bg1"/>
              </a:buClr>
              <a:buSzPct val="80000"/>
              <a:buFont typeface="Wingdings" panose="05000000000000000000" pitchFamily="2" charset="2"/>
              <a:buChar char="Ø"/>
            </a:pPr>
            <mc:AlternateContent xmlns:mc="http://schemas.openxmlformats.org/markup-compatibility/2006">
              <mc:Choice xmlns:a14="http://schemas.microsoft.com/office/drawing/2010/main" Requires="a14">
                <a14:m xmlns:m="http://schemas.openxmlformats.org/officeDocument/2006/math">
                  <m:oMath>
                    <m:r>
                      <a:rPr lang="en-IN" sz="5000" dirty="0">
                        <a:solidFill>
                          <a:schemeClr val="lt1"/>
                        </a:solidFill>
                        <a:latin typeface="Cambria Math"/>
                        <a:ea typeface="Cambria Math"/>
                        <a:sym typeface="Cambria Math"/>
                      </a:rPr>
                      <m:t xml:space="preserve"> F.</m:t>
                    </m:r>
                    <m:sSub>
                      <m:sSubPr/>
                      <m:e>
                        <m:r>
                          <a:rPr lang="en-IN" sz="5000" dirty="0">
                            <a:solidFill>
                              <a:schemeClr val="lt1"/>
                            </a:solidFill>
                            <a:latin typeface="Cambria Math"/>
                            <a:ea typeface="Cambria Math"/>
                            <a:sym typeface="Cambria Math"/>
                          </a:rPr>
                          <m:t xml:space="preserve">C</m:t>
                        </m:r>
                      </m:e>
                      <m:sub>
                        <m:r>
                          <a:rPr lang="en-IN" sz="5000" dirty="0">
                            <a:solidFill>
                              <a:schemeClr val="lt1"/>
                            </a:solidFill>
                            <a:latin typeface="Cambria Math"/>
                            <a:ea typeface="Cambria Math"/>
                            <a:sym typeface="Cambria Math"/>
                          </a:rPr>
                          <m:t xml:space="preserve">3</m:t>
                        </m:r>
                      </m:sub>
                    </m:sSub>
                    <m:r>
                      <a:rPr lang="en-IN" sz="5000" dirty="0">
                        <a:solidFill>
                          <a:schemeClr val="lt1"/>
                        </a:solidFill>
                        <a:latin typeface="Cambria Math"/>
                        <a:ea typeface="Cambria Math"/>
                        <a:sym typeface="Cambria Math"/>
                      </a:rPr>
                      <m:t xml:space="preserve"> = 6 - 6 - </m:t>
                    </m:r>
                    <m:f>
                      <m:fPr/>
                      <m:num>
                        <m:r>
                          <a:rPr lang="en-IN" sz="5000" dirty="0">
                            <a:solidFill>
                              <a:schemeClr val="lt1"/>
                            </a:solidFill>
                            <a:latin typeface="Cambria Math"/>
                            <a:ea typeface="Cambria Math"/>
                            <a:sym typeface="Cambria Math"/>
                          </a:rPr>
                          <m:t xml:space="preserve">1</m:t>
                        </m:r>
                      </m:num>
                      <m:den>
                        <m:r>
                          <a:rPr lang="en-IN" sz="5000" dirty="0">
                            <a:solidFill>
                              <a:schemeClr val="lt1"/>
                            </a:solidFill>
                            <a:latin typeface="Cambria Math"/>
                            <a:ea typeface="Cambria Math"/>
                            <a:sym typeface="Cambria Math"/>
                          </a:rPr>
                          <m:t xml:space="preserve">2</m:t>
                        </m:r>
                      </m:den>
                    </m:f>
                    <m:r>
                      <a:rPr lang="en-IN" sz="5000" dirty="0">
                        <a:solidFill>
                          <a:schemeClr val="lt1"/>
                        </a:solidFill>
                        <a:latin typeface="Cambria Math"/>
                        <a:ea typeface="Cambria Math"/>
                        <a:sym typeface="Cambria Math"/>
                      </a:rPr>
                      <m:t xml:space="preserve">(2) = -1 </m:t>
                    </m:r>
                  </m:oMath>
                </a14:m>
              </mc:Choice>
              <mc:Fallback>
                <a:r>
                  <a:rPr lang="en-IN" sz="5000" dirty="0">
                    <a:solidFill>
                      <a:schemeClr val="lt1"/>
                    </a:solidFill>
                    <a:latin typeface="Cambria"/>
                    <a:ea typeface="Cambria"/>
                    <a:sym typeface="Cambria"/>
                  </a:rPr>
                  <a:t> F.C</a:t>
                </a:r>
                <a:r>
                  <a:rPr baseline="-25000" lang="en-IN" sz="3600" dirty="0">
                    <a:solidFill>
                      <a:schemeClr val="lt1"/>
                    </a:solidFill>
                    <a:latin typeface="Cambria"/>
                    <a:ea typeface="Cambria"/>
                    <a:sym typeface="Cambria"/>
                  </a:rPr>
                  <a:t>3</a:t>
                </a:r>
                <a:r>
                  <a:rPr lang="en-IN" sz="5000" dirty="0">
                    <a:solidFill>
                      <a:schemeClr val="lt1"/>
                    </a:solidFill>
                    <a:latin typeface="Cambria"/>
                    <a:ea typeface="Cambria"/>
                    <a:sym typeface="Cambria"/>
                  </a:rPr>
                  <a:t> = 6 - 6 - ½(2) = -1 </a:t>
                </a:r>
              </mc:Fallback>
            </mc:AlternateContent>
          </a:p>
        </p:txBody>
      </p:sp>
      <p:sp>
        <p:nvSpPr>
          <p:cNvPr id="3" name="GeneratedHeading"/>
          <p:cNvSpPr txBox="1"/>
          <p:nvPr/>
        </p:nvSpPr>
        <p:spPr>
          <a:xfrm>
            <a:off x="914400" y="725406"/>
            <a:ext cx="32301280" cy="1323399"/>
          </a:xfrm>
          <a:prstGeom prst="rect">
            <a:avLst/>
          </a:prstGeom>
          <a:noFill/>
          <a:ln>
            <a:noFill/>
          </a:ln>
        </p:spPr>
        <p:txBody>
          <a:bodyPr wrap="square" lIns="182880" rIns="182880" tIns="0" bIns="0" anchor="ctr">
            <a:normAutofit/>
          </a:bodyPr>
          <a:lstStyle/>
          <a:p>
            <a:pPr algn="l" marL="0" indent="0"/>
            <mc:AlternateContent xmlns:mc="http://schemas.openxmlformats.org/markup-compatibility/2006">
              <mc:Choice xmlns:a14="http://schemas.microsoft.com/office/drawing/2010/main" Requires="a14">
                <a14:m xmlns:m="http://schemas.openxmlformats.org/officeDocument/2006/math">
                  <m:oMath>
                    <m:r>
                      <a:rPr lang="hi-IN" altLang="en-US" sz="8000" b="1" dirty="0">
                        <a:solidFill>
                          <a:schemeClr val="lt1"/>
                        </a:solidFill>
                        <a:latin typeface="Cambria Math"/>
                        <a:cs typeface="Cambria Math"/>
                        <a:ea typeface="Cambria Math"/>
                      </a:rPr>
                      <m:t xml:space="preserve"> </m:t>
                    </m:r>
                    <m:sSub>
                      <m:sSubPr/>
                      <m:e>
                        <m:r>
                          <a:rPr lang="hi-IN" altLang="en-US" sz="8000" b="1" dirty="0">
                            <a:solidFill>
                              <a:schemeClr val="lt1"/>
                            </a:solidFill>
                            <a:latin typeface="Cambria Math"/>
                            <a:cs typeface="Cambria Math"/>
                            <a:ea typeface="Cambria Math"/>
                          </a:rPr>
                          <m:t xml:space="preserve">O</m:t>
                        </m:r>
                      </m:e>
                      <m:sub>
                        <m:r>
                          <a:rPr lang="hi-IN" altLang="en-US" sz="8000" b="1" dirty="0">
                            <a:solidFill>
                              <a:schemeClr val="lt1"/>
                            </a:solidFill>
                            <a:latin typeface="Cambria Math"/>
                            <a:cs typeface="Cambria Math"/>
                            <a:ea typeface="Cambria Math"/>
                          </a:rPr>
                          <m:t xml:space="preserve">3</m:t>
                        </m:r>
                      </m:sub>
                    </m:sSub>
                    <m:r>
                      <a:rPr lang="hi-IN" altLang="en-US" sz="8000" b="1" dirty="0">
                        <a:solidFill>
                          <a:schemeClr val="lt1"/>
                        </a:solidFill>
                        <a:latin typeface="Cambria Math"/>
                        <a:cs typeface="Cambria Math"/>
                        <a:ea typeface="Cambria Math"/>
                      </a:rPr>
                      <m:t xml:space="preserve"> </m:t>
                    </m:r>
                  </m:oMath>
                </a14:m>
              </mc:Choice>
              <mc:Fallback>
                <a:r>
                  <a:rPr lang="hi-IN" altLang="en-US" sz="8000" b="1" dirty="0">
                    <a:solidFill>
                      <a:schemeClr val="lt1"/>
                    </a:solidFill>
                    <a:latin typeface="Cambria"/>
                    <a:cs typeface="Noto Sans Devanagari"/>
                    <a:ea typeface="Noto Sans Devanagari"/>
                  </a:rPr>
                  <a:t> O</a:t>
                </a:r>
                <a:r>
                  <a:rPr baseline="-25000" lang="hi-IN" altLang="en-US" sz="5760" b="1" dirty="0">
                    <a:solidFill>
                      <a:schemeClr val="lt1"/>
                    </a:solidFill>
                    <a:latin typeface="Cambria"/>
                    <a:cs typeface="Noto Sans Devanagari"/>
                    <a:ea typeface="Noto Sans Devanagari"/>
                  </a:rPr>
                  <a:t>3</a:t>
                </a:r>
                <a:r>
                  <a:rPr lang="hi-IN" altLang="en-US" sz="8000" b="1" dirty="0">
                    <a:solidFill>
                      <a:schemeClr val="lt1"/>
                    </a:solidFill>
                    <a:latin typeface="Cambria"/>
                    <a:cs typeface="Noto Sans Devanagari"/>
                    <a:ea typeface="Noto Sans Devanagari"/>
                  </a:rPr>
                  <a:t> </a:t>
                </a:r>
              </mc:Fallback>
            </mc:AlternateContent>
            <a:r>
              <a:rPr lang="hi-IN" altLang="en-US" sz="8000" b="1" dirty="0">
                <a:solidFill>
                  <a:schemeClr val="lt1"/>
                </a:solidFill>
                <a:latin typeface="Cambria"/>
                <a:cs typeface="Noto Sans Devanagari"/>
                <a:ea typeface="Noto Sans Devanagari"/>
              </a:rPr>
              <a:t> में फार्मल आवेश की गणना</a:t>
            </a:r>
          </a:p>
        </p:txBody>
      </p:sp>
      <p:pic>
        <p:nvPicPr>
          <p:cNvPr id="4" name="slide_021_1_enhanced.png"/>
          <p:cNvPicPr preferRelativeResize="0"/>
          <p:nvPr/>
        </p:nvPicPr>
        <p:blipFill rotWithShape="1">
          <a:blip r:embed="rId3"/>
          <a:srcRect/>
          <a:stretch>
            <a:fillRect/>
          </a:stretch>
        </p:blipFill>
        <p:spPr>
          <a:xfrm>
            <a:off x="24445132" y="3995695"/>
            <a:ext cx="9100395" cy="6447279"/>
          </a:xfrm>
          <a:prstGeom prst="rect">
            <a:avLst/>
          </a:prstGeom>
          <a:noFill/>
          <a:ln>
            <a:noFill/>
          </a:ln>
        </p:spPr>
      </p:pic>
      <p:pic>
        <p:nvPicPr>
          <p:cNvPr id="5" name="slide_021_2_enhanced.png"/>
          <p:cNvPicPr preferRelativeResize="0"/>
          <p:nvPr/>
        </p:nvPicPr>
        <p:blipFill rotWithShape="1">
          <a:blip r:embed="rId4"/>
          <a:srcRect/>
          <a:stretch>
            <a:fillRect/>
          </a:stretch>
        </p:blipFill>
        <p:spPr>
          <a:xfrm>
            <a:off x="23106555" y="10602974"/>
            <a:ext cx="11777549" cy="6447279"/>
          </a:xfrm>
          <a:prstGeom prst="rect">
            <a:avLst/>
          </a:prstGeom>
          <a:noFill/>
          <a:ln>
            <a:noFill/>
          </a:ln>
        </p:spPr>
      </p:pic>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TotalTime>
  <Words>364</Words>
  <Application>Microsoft Office PowerPoint</Application>
  <PresentationFormat>Custom</PresentationFormat>
  <Paragraphs>125</Paragraphs>
  <Slides>7</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Cambria</vt:lpstr>
      <vt:lpstr>Calibri</vt:lpstr>
      <vt:lpstr>Arial</vt:lpstr>
      <vt:lpstr>Wingdings</vt:lpstr>
      <vt:lpstr>Poppins</vt:lpstr>
      <vt:lpstr>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PW MSO 530</dc:creator>
  <cp:lastModifiedBy>e.wilson4890@gmail.com</cp:lastModifiedBy>
  <cp:revision>5</cp:revision>
  <dcterms:created xsi:type="dcterms:W3CDTF">2025-02-10T10:24:55Z</dcterms:created>
  <dcterms:modified xsi:type="dcterms:W3CDTF">2026-07-31T10:45:07Z</dcterms:modified>
</cp:coreProperties>
</file>